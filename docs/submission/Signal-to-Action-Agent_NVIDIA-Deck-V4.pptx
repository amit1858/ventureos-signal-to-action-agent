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Metadata/LabelInfo.xml" ContentType="application/vnd.ms-office.classificationlabel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metadata" ContentType="application/binary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Relationship Id="rId4" Type="http://schemas.openxmlformats.org/officeDocument/2006/relationships/custom-properties" Target="docProps/custom.xml"/><Relationship Id="rId5" Type="http://schemas.microsoft.com/office/2020/02/relationships/classificationlabels" Target="docMetadata/LabelInfo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  <p:sldMasterId id="2147483662" r:id="rId2"/>
  </p:sldMasterIdLst>
  <p:notesMasterIdLst>
    <p:notesMasterId r:id="rId31"/>
  </p:notesMasterIdLst>
  <p:sldIdLst>
    <p:sldId id="256" r:id="rId3"/>
    <p:sldId id="267" r:id="rId4"/>
    <p:sldId id="258" r:id="rId5"/>
    <p:sldId id="259" r:id="rId6"/>
    <p:sldId id="260" r:id="rId7"/>
    <p:sldId id="278" r:id="rId8"/>
    <p:sldId id="269" r:id="rId9"/>
    <p:sldId id="270" r:id="rId10"/>
    <p:sldId id="284" r:id="rId11"/>
    <p:sldId id="272" r:id="rId12"/>
    <p:sldId id="271" r:id="rId13"/>
    <p:sldId id="262" r:id="rId14"/>
    <p:sldId id="263" r:id="rId15"/>
    <p:sldId id="273" r:id="rId16"/>
    <p:sldId id="274" r:id="rId17"/>
    <p:sldId id="279" r:id="rId18"/>
    <p:sldId id="285" r:id="rId19"/>
    <p:sldId id="280" r:id="rId20"/>
    <p:sldId id="281" r:id="rId21"/>
    <p:sldId id="286" r:id="rId22"/>
    <p:sldId id="282" r:id="rId23"/>
    <p:sldId id="283" r:id="rId24"/>
    <p:sldId id="275" r:id="rId25"/>
    <p:sldId id="264" r:id="rId26"/>
    <p:sldId id="265" r:id="rId27"/>
    <p:sldId id="276" r:id="rId28"/>
    <p:sldId id="277" r:id="rId29"/>
    <p:sldId id="266" r:id="rId30"/>
    <p:sldId id="287" r:id="rId57"/>
  </p:sldIdLst>
  <p:sldSz cx="12192000" cy="6858000"/>
  <p:notesSz cx="6858000" cy="9144000"/>
  <p:embeddedFontLst>
    <p:embeddedFont>
      <p:font typeface="Corbel" panose="020B0503020204020204" pitchFamily="34" charset="0"/>
      <p:regular r:id="rId32"/>
      <p:bold r:id="rId33"/>
      <p:italic r:id="rId34"/>
      <p:boldItalic r:id="rId35"/>
    </p:embeddedFont>
    <p:embeddedFont>
      <p:font typeface="NVIDIA Sans" panose="020B0604020202020204" charset="0"/>
      <p:regular r:id="rId36"/>
      <p:bold r:id="rId37"/>
      <p:italic r:id="rId38"/>
      <p:boldItalic r:id="rId39"/>
    </p:embeddedFont>
    <p:embeddedFont>
      <p:font typeface="NVIDIA Sans Light" panose="020B0604020202020204" charset="0"/>
      <p:regular r:id="rId40"/>
      <p:bold r:id="rId41"/>
      <p:italic r:id="rId42"/>
      <p:boldItalic r:id="rId43"/>
    </p:embeddedFont>
    <p:embeddedFont>
      <p:font typeface="NVIDIA Sans Medium" panose="020B0604020202020204" charset="0"/>
      <p:regular r:id="rId44"/>
      <p:bold r:id="rId45"/>
      <p:italic r:id="rId46"/>
      <p:boldItalic r:id="rId47"/>
    </p:embeddedFont>
    <p:embeddedFont>
      <p:font typeface="Roboto Mono" panose="00000009000000000000" pitchFamily="49" charset="0"/>
      <p:regular r:id="rId48"/>
      <p:bold r:id="rId49"/>
      <p:italic r:id="rId50"/>
      <p:boldItalic r:id="rId51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  <p:ext uri="GoogleSlidesCustomDataVersion2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52" roundtripDataSignature="AMtx7mjghv931YB61QTuEPt4dJZuYIlS0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D3FFA9B-246F-4C0F-8591-A0DC39B6F5D1}">
  <a:tblStyle styleId="{5D3FFA9B-246F-4C0F-8591-A0DC39B6F5D1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98" d="100"/>
          <a:sy n="98" d="100"/>
        </p:scale>
        <p:origin x="68" y="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Master" Target="slideMasters/slideMaster2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slide" Target="slides/slide8.xml"/><Relationship Id="rId11" Type="http://schemas.openxmlformats.org/officeDocument/2006/relationships/slide" Target="slides/slide9.xml"/><Relationship Id="rId12" Type="http://schemas.openxmlformats.org/officeDocument/2006/relationships/slide" Target="slides/slide10.xml"/><Relationship Id="rId13" Type="http://schemas.openxmlformats.org/officeDocument/2006/relationships/slide" Target="slides/slide11.xml"/><Relationship Id="rId14" Type="http://schemas.openxmlformats.org/officeDocument/2006/relationships/slide" Target="slides/slide12.xml"/><Relationship Id="rId15" Type="http://schemas.openxmlformats.org/officeDocument/2006/relationships/slide" Target="slides/slide13.xml"/><Relationship Id="rId16" Type="http://schemas.openxmlformats.org/officeDocument/2006/relationships/slide" Target="slides/slide14.xml"/><Relationship Id="rId17" Type="http://schemas.openxmlformats.org/officeDocument/2006/relationships/slide" Target="slides/slide15.xml"/><Relationship Id="rId18" Type="http://schemas.openxmlformats.org/officeDocument/2006/relationships/slide" Target="slides/slide16.xml"/><Relationship Id="rId19" Type="http://schemas.openxmlformats.org/officeDocument/2006/relationships/slide" Target="slides/slide17.xml"/><Relationship Id="rId20" Type="http://schemas.openxmlformats.org/officeDocument/2006/relationships/slide" Target="slides/slide18.xml"/><Relationship Id="rId21" Type="http://schemas.openxmlformats.org/officeDocument/2006/relationships/slide" Target="slides/slide19.xml"/><Relationship Id="rId22" Type="http://schemas.openxmlformats.org/officeDocument/2006/relationships/slide" Target="slides/slide20.xml"/><Relationship Id="rId23" Type="http://schemas.openxmlformats.org/officeDocument/2006/relationships/slide" Target="slides/slide21.xml"/><Relationship Id="rId24" Type="http://schemas.openxmlformats.org/officeDocument/2006/relationships/slide" Target="slides/slide22.xml"/><Relationship Id="rId25" Type="http://schemas.openxmlformats.org/officeDocument/2006/relationships/slide" Target="slides/slide23.xml"/><Relationship Id="rId26" Type="http://schemas.openxmlformats.org/officeDocument/2006/relationships/slide" Target="slides/slide24.xml"/><Relationship Id="rId27" Type="http://schemas.openxmlformats.org/officeDocument/2006/relationships/slide" Target="slides/slide25.xml"/><Relationship Id="rId28" Type="http://schemas.openxmlformats.org/officeDocument/2006/relationships/slide" Target="slides/slide26.xml"/><Relationship Id="rId29" Type="http://schemas.openxmlformats.org/officeDocument/2006/relationships/slide" Target="slides/slide27.xml"/><Relationship Id="rId30" Type="http://schemas.openxmlformats.org/officeDocument/2006/relationships/slide" Target="slides/slide28.xml"/><Relationship Id="rId31" Type="http://schemas.openxmlformats.org/officeDocument/2006/relationships/notesMaster" Target="notesMasters/notesMaster1.xml"/><Relationship Id="rId32" Type="http://schemas.openxmlformats.org/officeDocument/2006/relationships/font" Target="fonts/font1.fntdata"/><Relationship Id="rId33" Type="http://schemas.openxmlformats.org/officeDocument/2006/relationships/font" Target="fonts/font2.fntdata"/><Relationship Id="rId34" Type="http://schemas.openxmlformats.org/officeDocument/2006/relationships/font" Target="fonts/font3.fntdata"/><Relationship Id="rId35" Type="http://schemas.openxmlformats.org/officeDocument/2006/relationships/font" Target="fonts/font4.fntdata"/><Relationship Id="rId36" Type="http://schemas.openxmlformats.org/officeDocument/2006/relationships/font" Target="fonts/font5.fntdata"/><Relationship Id="rId37" Type="http://schemas.openxmlformats.org/officeDocument/2006/relationships/font" Target="fonts/font6.fntdata"/><Relationship Id="rId38" Type="http://schemas.openxmlformats.org/officeDocument/2006/relationships/font" Target="fonts/font7.fntdata"/><Relationship Id="rId39" Type="http://schemas.openxmlformats.org/officeDocument/2006/relationships/font" Target="fonts/font8.fntdata"/><Relationship Id="rId40" Type="http://schemas.openxmlformats.org/officeDocument/2006/relationships/font" Target="fonts/font9.fntdata"/><Relationship Id="rId41" Type="http://schemas.openxmlformats.org/officeDocument/2006/relationships/font" Target="fonts/font10.fntdata"/><Relationship Id="rId42" Type="http://schemas.openxmlformats.org/officeDocument/2006/relationships/font" Target="fonts/font11.fntdata"/><Relationship Id="rId43" Type="http://schemas.openxmlformats.org/officeDocument/2006/relationships/font" Target="fonts/font12.fntdata"/><Relationship Id="rId44" Type="http://schemas.openxmlformats.org/officeDocument/2006/relationships/font" Target="fonts/font13.fntdata"/><Relationship Id="rId45" Type="http://schemas.openxmlformats.org/officeDocument/2006/relationships/font" Target="fonts/font14.fntdata"/><Relationship Id="rId46" Type="http://schemas.openxmlformats.org/officeDocument/2006/relationships/font" Target="fonts/font15.fntdata"/><Relationship Id="rId47" Type="http://schemas.openxmlformats.org/officeDocument/2006/relationships/font" Target="fonts/font16.fntdata"/><Relationship Id="rId48" Type="http://schemas.openxmlformats.org/officeDocument/2006/relationships/font" Target="fonts/font17.fntdata"/><Relationship Id="rId49" Type="http://schemas.openxmlformats.org/officeDocument/2006/relationships/font" Target="fonts/font18.fntdata"/><Relationship Id="rId50" Type="http://schemas.openxmlformats.org/officeDocument/2006/relationships/font" Target="fonts/font19.fntdata"/><Relationship Id="rId51" Type="http://schemas.openxmlformats.org/officeDocument/2006/relationships/font" Target="fonts/font20.fntdata"/><Relationship Id="rId52" Type="http://customschemas.google.com/relationships/presentationmetadata" Target="metadata"/><Relationship Id="rId53" Type="http://schemas.openxmlformats.org/officeDocument/2006/relationships/presProps" Target="presProps.xml"/><Relationship Id="rId54" Type="http://schemas.openxmlformats.org/officeDocument/2006/relationships/viewProps" Target="viewProps.xml"/><Relationship Id="rId55" Type="http://schemas.openxmlformats.org/officeDocument/2006/relationships/theme" Target="theme/theme1.xml"/><Relationship Id="rId56" Type="http://schemas.openxmlformats.org/officeDocument/2006/relationships/tableStyles" Target="tableStyles.xml"/><Relationship Id="rId57" Type="http://schemas.openxmlformats.org/officeDocument/2006/relationships/slide" Target="slides/slide29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8" name="Google Shape;478;g3e23138d502_0_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79" name="Google Shape;479;g3e23138d502_0_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80" name="Google Shape;480;g3e23138d502_0_3:notes"/>
          <p:cNvSpPr txBox="1">
            <a:spLocks noGrp="1"/>
          </p:cNvSpPr>
          <p:nvPr>
            <p:ph type="sldNum" idx="12"/>
          </p:nvPr>
        </p:nvSpPr>
        <p:spPr>
          <a:xfrm>
            <a:off x="0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85">
          <a:extLst>
            <a:ext uri="{FF2B5EF4-FFF2-40B4-BE49-F238E27FC236}">
              <a16:creationId xmlns:a16="http://schemas.microsoft.com/office/drawing/2014/main" id="{B6AE06D2-01D0-60E3-0C43-18CAFBA861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6" name="Google Shape;486;g3e23138d502_0_846:notes">
            <a:extLst>
              <a:ext uri="{FF2B5EF4-FFF2-40B4-BE49-F238E27FC236}">
                <a16:creationId xmlns:a16="http://schemas.microsoft.com/office/drawing/2014/main" id="{2D406D48-1FF8-E522-50F8-7E6111A8CE3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87" name="Google Shape;487;g3e23138d502_0_846:notes">
            <a:extLst>
              <a:ext uri="{FF2B5EF4-FFF2-40B4-BE49-F238E27FC236}">
                <a16:creationId xmlns:a16="http://schemas.microsoft.com/office/drawing/2014/main" id="{8355792A-DBDA-6D88-4C48-48D84ED3EFF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88" name="Google Shape;488;g3e23138d502_0_846:notes">
            <a:extLst>
              <a:ext uri="{FF2B5EF4-FFF2-40B4-BE49-F238E27FC236}">
                <a16:creationId xmlns:a16="http://schemas.microsoft.com/office/drawing/2014/main" id="{CA0CBAE9-2D6F-4019-DC8C-F3197A688C1A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0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2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17074115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3" name="Google Shape;493;g3e23138d502_0_13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94" name="Google Shape;494;g3e23138d502_0_131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95" name="Google Shape;495;g3e23138d502_0_1314:notes"/>
          <p:cNvSpPr txBox="1">
            <a:spLocks noGrp="1"/>
          </p:cNvSpPr>
          <p:nvPr>
            <p:ph type="sldNum" idx="12"/>
          </p:nvPr>
        </p:nvSpPr>
        <p:spPr>
          <a:xfrm>
            <a:off x="0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3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" name="Google Shape;501;g3e23138d502_0_127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02" name="Google Shape;502;g3e23138d502_0_127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03" name="Google Shape;503;g3e23138d502_0_1272:notes"/>
          <p:cNvSpPr txBox="1">
            <a:spLocks noGrp="1"/>
          </p:cNvSpPr>
          <p:nvPr>
            <p:ph type="sldNum" idx="12"/>
          </p:nvPr>
        </p:nvSpPr>
        <p:spPr>
          <a:xfrm>
            <a:off x="0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4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0" name="Google Shape;510;g3e23138d502_0_132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11" name="Google Shape;511;g3e23138d502_0_132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12" name="Google Shape;512;g3e23138d502_0_1321:notes"/>
          <p:cNvSpPr txBox="1">
            <a:spLocks noGrp="1"/>
          </p:cNvSpPr>
          <p:nvPr>
            <p:ph type="sldNum" idx="12"/>
          </p:nvPr>
        </p:nvSpPr>
        <p:spPr>
          <a:xfrm>
            <a:off x="0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5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17">
          <a:extLst>
            <a:ext uri="{FF2B5EF4-FFF2-40B4-BE49-F238E27FC236}">
              <a16:creationId xmlns:a16="http://schemas.microsoft.com/office/drawing/2014/main" id="{6C74D164-31BA-C442-66DB-B30AFBFB4D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8" name="Google Shape;518;g3e23138d502_0_1283:notes">
            <a:extLst>
              <a:ext uri="{FF2B5EF4-FFF2-40B4-BE49-F238E27FC236}">
                <a16:creationId xmlns:a16="http://schemas.microsoft.com/office/drawing/2014/main" id="{786C9D9F-3935-4483-69FF-4FB12D5153F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19" name="Google Shape;519;g3e23138d502_0_1283:notes">
            <a:extLst>
              <a:ext uri="{FF2B5EF4-FFF2-40B4-BE49-F238E27FC236}">
                <a16:creationId xmlns:a16="http://schemas.microsoft.com/office/drawing/2014/main" id="{0B4E772C-6080-591B-BE8D-75D2837C2BD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lang="en-US"/>
              <a:t>Teams are recommended to be as much descriptive as possible and highlight the methodology clearly. 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lang="en-US"/>
              <a:t>Teams are recommended to expand on this topic and use as many slides as you prefer.</a:t>
            </a:r>
            <a:endParaRPr/>
          </a:p>
        </p:txBody>
      </p:sp>
      <p:sp>
        <p:nvSpPr>
          <p:cNvPr id="520" name="Google Shape;520;g3e23138d502_0_1283:notes">
            <a:extLst>
              <a:ext uri="{FF2B5EF4-FFF2-40B4-BE49-F238E27FC236}">
                <a16:creationId xmlns:a16="http://schemas.microsoft.com/office/drawing/2014/main" id="{F437AACB-58CD-7BE7-8F0D-DC02A5AC7794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0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7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60870132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17">
          <a:extLst>
            <a:ext uri="{FF2B5EF4-FFF2-40B4-BE49-F238E27FC236}">
              <a16:creationId xmlns:a16="http://schemas.microsoft.com/office/drawing/2014/main" id="{44600C26-85B2-FDE6-C432-33F6B26FE5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8" name="Google Shape;518;g3e23138d502_0_1283:notes">
            <a:extLst>
              <a:ext uri="{FF2B5EF4-FFF2-40B4-BE49-F238E27FC236}">
                <a16:creationId xmlns:a16="http://schemas.microsoft.com/office/drawing/2014/main" id="{4DED3401-9C89-C213-F1B8-E1371179153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19" name="Google Shape;519;g3e23138d502_0_1283:notes">
            <a:extLst>
              <a:ext uri="{FF2B5EF4-FFF2-40B4-BE49-F238E27FC236}">
                <a16:creationId xmlns:a16="http://schemas.microsoft.com/office/drawing/2014/main" id="{6BE85423-7D62-2465-6190-231EC9CC6DD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lang="en-US"/>
              <a:t>Teams are recommended to be as much descriptive as possible and highlight the methodology clearly. 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lang="en-US"/>
              <a:t>Teams are recommended to expand on this topic and use as many slides as you prefer.</a:t>
            </a:r>
            <a:endParaRPr/>
          </a:p>
        </p:txBody>
      </p:sp>
      <p:sp>
        <p:nvSpPr>
          <p:cNvPr id="520" name="Google Shape;520;g3e23138d502_0_1283:notes">
            <a:extLst>
              <a:ext uri="{FF2B5EF4-FFF2-40B4-BE49-F238E27FC236}">
                <a16:creationId xmlns:a16="http://schemas.microsoft.com/office/drawing/2014/main" id="{97D4E996-9947-8339-BBC7-BE893B991435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0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8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88026678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17">
          <a:extLst>
            <a:ext uri="{FF2B5EF4-FFF2-40B4-BE49-F238E27FC236}">
              <a16:creationId xmlns:a16="http://schemas.microsoft.com/office/drawing/2014/main" id="{A17C3834-CB7D-DD43-11C6-BA262A6EBD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8" name="Google Shape;518;g3e23138d502_0_1283:notes">
            <a:extLst>
              <a:ext uri="{FF2B5EF4-FFF2-40B4-BE49-F238E27FC236}">
                <a16:creationId xmlns:a16="http://schemas.microsoft.com/office/drawing/2014/main" id="{1C7AFE07-8800-F5A4-E11E-337D8A8F6C4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19" name="Google Shape;519;g3e23138d502_0_1283:notes">
            <a:extLst>
              <a:ext uri="{FF2B5EF4-FFF2-40B4-BE49-F238E27FC236}">
                <a16:creationId xmlns:a16="http://schemas.microsoft.com/office/drawing/2014/main" id="{5FE21A76-2A1B-1A22-A225-E67887B6749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lang="en-US"/>
              <a:t>Teams are recommended to be as much descriptive as possible and highlight the methodology clearly. 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lang="en-US"/>
              <a:t>Teams are recommended to expand on this topic and use as many slides as you prefer.</a:t>
            </a:r>
            <a:endParaRPr/>
          </a:p>
        </p:txBody>
      </p:sp>
      <p:sp>
        <p:nvSpPr>
          <p:cNvPr id="520" name="Google Shape;520;g3e23138d502_0_1283:notes">
            <a:extLst>
              <a:ext uri="{FF2B5EF4-FFF2-40B4-BE49-F238E27FC236}">
                <a16:creationId xmlns:a16="http://schemas.microsoft.com/office/drawing/2014/main" id="{D549E1F4-E9BB-EAA3-6FB9-21C279194442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0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10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691383543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17">
          <a:extLst>
            <a:ext uri="{FF2B5EF4-FFF2-40B4-BE49-F238E27FC236}">
              <a16:creationId xmlns:a16="http://schemas.microsoft.com/office/drawing/2014/main" id="{0CABEBDE-D151-9746-36BF-589AB66FFF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8" name="Google Shape;518;g3e23138d502_0_1283:notes">
            <a:extLst>
              <a:ext uri="{FF2B5EF4-FFF2-40B4-BE49-F238E27FC236}">
                <a16:creationId xmlns:a16="http://schemas.microsoft.com/office/drawing/2014/main" id="{B9F61486-43D8-F033-1E81-1E115091569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19" name="Google Shape;519;g3e23138d502_0_1283:notes">
            <a:extLst>
              <a:ext uri="{FF2B5EF4-FFF2-40B4-BE49-F238E27FC236}">
                <a16:creationId xmlns:a16="http://schemas.microsoft.com/office/drawing/2014/main" id="{9E1935B0-8553-2A0F-F71B-FAB379E30DE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lang="en-US"/>
              <a:t>Teams are recommended to be as much descriptive as possible and highlight the methodology clearly. 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lang="en-US"/>
              <a:t>Teams are recommended to expand on this topic and use as many slides as you prefer.</a:t>
            </a:r>
            <a:endParaRPr/>
          </a:p>
        </p:txBody>
      </p:sp>
      <p:sp>
        <p:nvSpPr>
          <p:cNvPr id="520" name="Google Shape;520;g3e23138d502_0_1283:notes">
            <a:extLst>
              <a:ext uri="{FF2B5EF4-FFF2-40B4-BE49-F238E27FC236}">
                <a16:creationId xmlns:a16="http://schemas.microsoft.com/office/drawing/2014/main" id="{98F2AFA8-44E9-ACA5-72F5-F14D3191D4AB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0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11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674678943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8" name="Google Shape;528;g3e23138d502_0_132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29" name="Google Shape;529;g3e23138d502_0_132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30" name="Google Shape;530;g3e23138d502_0_1328:notes"/>
          <p:cNvSpPr txBox="1">
            <a:spLocks noGrp="1"/>
          </p:cNvSpPr>
          <p:nvPr>
            <p:ph type="sldNum" idx="12"/>
          </p:nvPr>
        </p:nvSpPr>
        <p:spPr>
          <a:xfrm>
            <a:off x="0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12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6" name="Google Shape;536;g3e23138d502_0_129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37" name="Google Shape;537;g3e23138d502_0_129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38" name="Google Shape;538;g3e23138d502_0_1296:notes"/>
          <p:cNvSpPr txBox="1">
            <a:spLocks noGrp="1"/>
          </p:cNvSpPr>
          <p:nvPr>
            <p:ph type="sldNum" idx="12"/>
          </p:nvPr>
        </p:nvSpPr>
        <p:spPr>
          <a:xfrm>
            <a:off x="0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13</a:t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35">
          <a:extLst>
            <a:ext uri="{FF2B5EF4-FFF2-40B4-BE49-F238E27FC236}">
              <a16:creationId xmlns:a16="http://schemas.microsoft.com/office/drawing/2014/main" id="{34EAE762-1B9A-860D-50BC-65440CCA78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6" name="Google Shape;536;g3e23138d502_0_1296:notes">
            <a:extLst>
              <a:ext uri="{FF2B5EF4-FFF2-40B4-BE49-F238E27FC236}">
                <a16:creationId xmlns:a16="http://schemas.microsoft.com/office/drawing/2014/main" id="{FB663FF0-4CD9-FC5E-2D42-36E43E0AEBC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37" name="Google Shape;537;g3e23138d502_0_1296:notes">
            <a:extLst>
              <a:ext uri="{FF2B5EF4-FFF2-40B4-BE49-F238E27FC236}">
                <a16:creationId xmlns:a16="http://schemas.microsoft.com/office/drawing/2014/main" id="{A783201F-A6A0-231B-E397-CFF0A0AC35F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38" name="Google Shape;538;g3e23138d502_0_1296:notes">
            <a:extLst>
              <a:ext uri="{FF2B5EF4-FFF2-40B4-BE49-F238E27FC236}">
                <a16:creationId xmlns:a16="http://schemas.microsoft.com/office/drawing/2014/main" id="{6F503040-5F32-762F-4893-6B649F065F56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0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14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115401792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35">
          <a:extLst>
            <a:ext uri="{FF2B5EF4-FFF2-40B4-BE49-F238E27FC236}">
              <a16:creationId xmlns:a16="http://schemas.microsoft.com/office/drawing/2014/main" id="{B821F5DC-42C9-6564-AC18-1470CF6D16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6" name="Google Shape;536;g3e23138d502_0_1296:notes">
            <a:extLst>
              <a:ext uri="{FF2B5EF4-FFF2-40B4-BE49-F238E27FC236}">
                <a16:creationId xmlns:a16="http://schemas.microsoft.com/office/drawing/2014/main" id="{39641BEC-9885-F31E-6BB4-7DD98944392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37" name="Google Shape;537;g3e23138d502_0_1296:notes">
            <a:extLst>
              <a:ext uri="{FF2B5EF4-FFF2-40B4-BE49-F238E27FC236}">
                <a16:creationId xmlns:a16="http://schemas.microsoft.com/office/drawing/2014/main" id="{7FBC5DF8-EE6F-867D-1FB7-1C41C167FE7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38" name="Google Shape;538;g3e23138d502_0_1296:notes">
            <a:extLst>
              <a:ext uri="{FF2B5EF4-FFF2-40B4-BE49-F238E27FC236}">
                <a16:creationId xmlns:a16="http://schemas.microsoft.com/office/drawing/2014/main" id="{5D431D98-BA83-BBBB-ECDE-3C1C5406DD6E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0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15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448102357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35">
          <a:extLst>
            <a:ext uri="{FF2B5EF4-FFF2-40B4-BE49-F238E27FC236}">
              <a16:creationId xmlns:a16="http://schemas.microsoft.com/office/drawing/2014/main" id="{DCE5F476-48C3-C52E-E9C5-E06B8D2043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6" name="Google Shape;536;g3e23138d502_0_1296:notes">
            <a:extLst>
              <a:ext uri="{FF2B5EF4-FFF2-40B4-BE49-F238E27FC236}">
                <a16:creationId xmlns:a16="http://schemas.microsoft.com/office/drawing/2014/main" id="{6B5979AE-B68E-F98A-C011-EB376AD84E6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37" name="Google Shape;537;g3e23138d502_0_1296:notes">
            <a:extLst>
              <a:ext uri="{FF2B5EF4-FFF2-40B4-BE49-F238E27FC236}">
                <a16:creationId xmlns:a16="http://schemas.microsoft.com/office/drawing/2014/main" id="{478236A9-431F-B197-005D-017F06AFADB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38" name="Google Shape;538;g3e23138d502_0_1296:notes">
            <a:extLst>
              <a:ext uri="{FF2B5EF4-FFF2-40B4-BE49-F238E27FC236}">
                <a16:creationId xmlns:a16="http://schemas.microsoft.com/office/drawing/2014/main" id="{22645BB7-4483-6ED8-3196-9ED706F17292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0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23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767372327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4" name="Google Shape;544;g3e23138d502_0_133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45" name="Google Shape;545;g3e23138d502_0_133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46" name="Google Shape;546;g3e23138d502_0_1337:notes"/>
          <p:cNvSpPr txBox="1">
            <a:spLocks noGrp="1"/>
          </p:cNvSpPr>
          <p:nvPr>
            <p:ph type="sldNum" idx="12"/>
          </p:nvPr>
        </p:nvSpPr>
        <p:spPr>
          <a:xfrm>
            <a:off x="0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24</a:t>
            </a:fld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" name="Google Shape;552;g3e23138d502_0_130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53" name="Google Shape;553;g3e23138d502_0_130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lang="en-US"/>
              <a:t>Teams are recommended to be as much descriptive as possible. 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lang="en-US"/>
              <a:t>Teams are recommended to expand on this topic and use as many slides as you prefer.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54" name="Google Shape;554;g3e23138d502_0_1305:notes"/>
          <p:cNvSpPr txBox="1">
            <a:spLocks noGrp="1"/>
          </p:cNvSpPr>
          <p:nvPr>
            <p:ph type="sldNum" idx="12"/>
          </p:nvPr>
        </p:nvSpPr>
        <p:spPr>
          <a:xfrm>
            <a:off x="0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25</a:t>
            </a:fld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51">
          <a:extLst>
            <a:ext uri="{FF2B5EF4-FFF2-40B4-BE49-F238E27FC236}">
              <a16:creationId xmlns:a16="http://schemas.microsoft.com/office/drawing/2014/main" id="{7914DBFB-7141-5F89-3661-FF7B3AF3BB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" name="Google Shape;552;g3e23138d502_0_1305:notes">
            <a:extLst>
              <a:ext uri="{FF2B5EF4-FFF2-40B4-BE49-F238E27FC236}">
                <a16:creationId xmlns:a16="http://schemas.microsoft.com/office/drawing/2014/main" id="{5B6F5015-2230-E562-684E-4AB666E25F4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53" name="Google Shape;553;g3e23138d502_0_1305:notes">
            <a:extLst>
              <a:ext uri="{FF2B5EF4-FFF2-40B4-BE49-F238E27FC236}">
                <a16:creationId xmlns:a16="http://schemas.microsoft.com/office/drawing/2014/main" id="{DA8097E6-004D-6EDE-0FB1-3CB9F86254C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lang="en-US"/>
              <a:t>Teams are recommended to be as much descriptive as possible. 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lang="en-US"/>
              <a:t>Teams are recommended to expand on this topic and use as many slides as you prefer.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54" name="Google Shape;554;g3e23138d502_0_1305:notes">
            <a:extLst>
              <a:ext uri="{FF2B5EF4-FFF2-40B4-BE49-F238E27FC236}">
                <a16:creationId xmlns:a16="http://schemas.microsoft.com/office/drawing/2014/main" id="{7DB817F2-725F-D1EE-A516-A021797A1C45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0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26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896248069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51">
          <a:extLst>
            <a:ext uri="{FF2B5EF4-FFF2-40B4-BE49-F238E27FC236}">
              <a16:creationId xmlns:a16="http://schemas.microsoft.com/office/drawing/2014/main" id="{83F5CC7B-A7EE-0E52-4D4B-E392187CE4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" name="Google Shape;552;g3e23138d502_0_1305:notes">
            <a:extLst>
              <a:ext uri="{FF2B5EF4-FFF2-40B4-BE49-F238E27FC236}">
                <a16:creationId xmlns:a16="http://schemas.microsoft.com/office/drawing/2014/main" id="{873AF073-9B4F-F7DF-E236-28880834106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53" name="Google Shape;553;g3e23138d502_0_1305:notes">
            <a:extLst>
              <a:ext uri="{FF2B5EF4-FFF2-40B4-BE49-F238E27FC236}">
                <a16:creationId xmlns:a16="http://schemas.microsoft.com/office/drawing/2014/main" id="{C9573E1B-789B-BAA6-E2DA-B1C94C9CA98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lang="en-US"/>
              <a:t>Teams are recommended to be as much descriptive as possible. 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lang="en-US"/>
              <a:t>Teams are recommended to expand on this topic and use as many slides as you prefer.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54" name="Google Shape;554;g3e23138d502_0_1305:notes">
            <a:extLst>
              <a:ext uri="{FF2B5EF4-FFF2-40B4-BE49-F238E27FC236}">
                <a16:creationId xmlns:a16="http://schemas.microsoft.com/office/drawing/2014/main" id="{E3876B95-8FD7-EC07-04F4-1A2F07D8E54C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0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27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854522693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0" name="Google Shape;560;g3e23138d502_0_134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61" name="Google Shape;561;g3e23138d502_0_134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62" name="Google Shape;562;g3e23138d502_0_1344:notes"/>
          <p:cNvSpPr txBox="1">
            <a:spLocks noGrp="1"/>
          </p:cNvSpPr>
          <p:nvPr>
            <p:ph type="sldNum" idx="12"/>
          </p:nvPr>
        </p:nvSpPr>
        <p:spPr>
          <a:xfrm>
            <a:off x="0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28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g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jpg"/><Relationship Id="rId3" Type="http://schemas.openxmlformats.org/officeDocument/2006/relationships/image" Target="../media/image5.png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6.jpg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7.png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5.png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5.png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4.jpg"/><Relationship Id="rId3" Type="http://schemas.openxmlformats.org/officeDocument/2006/relationships/image" Target="../media/image5.png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8.jpg"/></Relationships>
</file>

<file path=ppt/slideLayouts/_rels/slideLayout2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9.jpg"/></Relationships>
</file>

<file path=ppt/slideLayouts/_rels/slideLayout2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9.jpg"/></Relationships>
</file>

<file path=ppt/slideLayouts/_rels/slideLayout2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5.png"/></Relationships>
</file>

<file path=ppt/slideLayouts/_rels/slideLayout4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5.png"/></Relationships>
</file>

<file path=ppt/slideLayouts/_rels/slideLayout4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5.png"/></Relationships>
</file>

<file path=ppt/slideLayouts/_rels/slideLayout4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0.jpg"/></Relationships>
</file>

<file path=ppt/slideLayouts/_rels/slideLayout4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1.png"/></Relationships>
</file>

<file path=ppt/slideLayouts/_rels/slideLayout4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2.jpg"/></Relationships>
</file>

<file path=ppt/slideLayouts/_rels/slideLayout4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2.jpg"/></Relationships>
</file>

<file path=ppt/slideLayouts/_rels/slideLayout4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2.jpg"/></Relationships>
</file>

<file path=ppt/slideLayouts/_rels/slideLayout4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0.jpg"/></Relationships>
</file>

<file path=ppt/slideLayouts/_rels/slideLayout5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4.jpg"/><Relationship Id="rId3" Type="http://schemas.openxmlformats.org/officeDocument/2006/relationships/image" Target="../media/image5.png"/></Relationships>
</file>

<file path=ppt/slideLayouts/_rels/slideLayout5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11_Title Slide ">
  <p:cSld name="11_Title Slide 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Google Shape;14;g279cdef50ac_0_45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1998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5" name="Google Shape;15;g279cdef50ac_0_45"/>
          <p:cNvSpPr txBox="1">
            <a:spLocks noGrp="1"/>
          </p:cNvSpPr>
          <p:nvPr>
            <p:ph type="subTitle" idx="1"/>
          </p:nvPr>
        </p:nvSpPr>
        <p:spPr>
          <a:xfrm>
            <a:off x="481821" y="2611098"/>
            <a:ext cx="9969600" cy="41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1575" tIns="50775" rIns="101575" bIns="50775" anchor="t" anchorCtr="0">
            <a:noAutofit/>
          </a:bodyPr>
          <a:lstStyle>
            <a:lvl1pPr lvl="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2200"/>
              <a:buFont typeface="Arial"/>
              <a:buNone/>
              <a:defRPr sz="2200" b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000"/>
              <a:buChar char="▪"/>
              <a:defRPr/>
            </a:lvl2pPr>
            <a:lvl3pPr lvl="2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000"/>
              <a:buChar char="▪"/>
              <a:defRPr/>
            </a:lvl3pPr>
            <a:lvl4pPr lvl="3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2000"/>
              <a:buChar char="–"/>
              <a:defRPr/>
            </a:lvl4pPr>
            <a:lvl5pPr lvl="4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2000"/>
              <a:buChar char="»"/>
              <a:defRPr/>
            </a:lvl5pPr>
            <a:lvl6pPr lvl="5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2000"/>
              <a:buChar char="»"/>
              <a:defRPr/>
            </a:lvl6pPr>
            <a:lvl7pPr lvl="6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2000"/>
              <a:buChar char="»"/>
              <a:defRPr/>
            </a:lvl7pPr>
            <a:lvl8pPr lvl="7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2000"/>
              <a:buChar char="»"/>
              <a:defRPr/>
            </a:lvl8pPr>
            <a:lvl9pPr lvl="8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2000"/>
              <a:buChar char="»"/>
              <a:defRPr/>
            </a:lvl9pPr>
          </a:lstStyle>
          <a:p>
            <a:endParaRPr/>
          </a:p>
        </p:txBody>
      </p:sp>
      <p:sp>
        <p:nvSpPr>
          <p:cNvPr id="16" name="Google Shape;16;g279cdef50ac_0_45"/>
          <p:cNvSpPr txBox="1">
            <a:spLocks noGrp="1"/>
          </p:cNvSpPr>
          <p:nvPr>
            <p:ph type="title"/>
          </p:nvPr>
        </p:nvSpPr>
        <p:spPr>
          <a:xfrm>
            <a:off x="481821" y="1019091"/>
            <a:ext cx="9969600" cy="157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1575" tIns="50775" rIns="101575" bIns="50775" anchor="b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5800" b="0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9pPr>
          </a:lstStyle>
          <a:p>
            <a:endParaRPr/>
          </a:p>
        </p:txBody>
      </p:sp>
      <p:grpSp>
        <p:nvGrpSpPr>
          <p:cNvPr id="17" name="Google Shape;17;g279cdef50ac_0_45"/>
          <p:cNvGrpSpPr/>
          <p:nvPr/>
        </p:nvGrpSpPr>
        <p:grpSpPr>
          <a:xfrm>
            <a:off x="-31192" y="0"/>
            <a:ext cx="207765" cy="6857939"/>
            <a:chOff x="311342" y="0"/>
            <a:chExt cx="401400" cy="6172207"/>
          </a:xfrm>
        </p:grpSpPr>
        <p:sp>
          <p:nvSpPr>
            <p:cNvPr id="18" name="Google Shape;18;g279cdef50ac_0_45"/>
            <p:cNvSpPr/>
            <p:nvPr/>
          </p:nvSpPr>
          <p:spPr>
            <a:xfrm>
              <a:off x="311342" y="4638907"/>
              <a:ext cx="401400" cy="1533300"/>
            </a:xfrm>
            <a:prstGeom prst="rect">
              <a:avLst/>
            </a:prstGeom>
            <a:solidFill>
              <a:srgbClr val="F1562D"/>
            </a:solidFill>
            <a:ln>
              <a:noFill/>
            </a:ln>
          </p:spPr>
          <p:txBody>
            <a:bodyPr spcFirstLastPara="1" wrap="square" lIns="101575" tIns="50775" rIns="101575" bIns="5077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None/>
              </a:pPr>
              <a:endParaRPr sz="20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" name="Google Shape;19;g279cdef50ac_0_45"/>
            <p:cNvSpPr/>
            <p:nvPr/>
          </p:nvSpPr>
          <p:spPr>
            <a:xfrm>
              <a:off x="311342" y="0"/>
              <a:ext cx="401400" cy="5346300"/>
            </a:xfrm>
            <a:prstGeom prst="rect">
              <a:avLst/>
            </a:prstGeom>
            <a:solidFill>
              <a:srgbClr val="298EC2"/>
            </a:solidFill>
            <a:ln>
              <a:noFill/>
            </a:ln>
          </p:spPr>
          <p:txBody>
            <a:bodyPr spcFirstLastPara="1" wrap="square" lIns="101575" tIns="50775" rIns="101575" bIns="5077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None/>
              </a:pPr>
              <a:endParaRPr sz="20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pic>
        <p:nvPicPr>
          <p:cNvPr id="20" name="Google Shape;20;g279cdef50ac_0_45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25379" y="5885384"/>
            <a:ext cx="1926036" cy="714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g279cdef50ac_0_4"/>
          <p:cNvSpPr txBox="1">
            <a:spLocks noGrp="1"/>
          </p:cNvSpPr>
          <p:nvPr>
            <p:ph type="ctrTitle"/>
          </p:nvPr>
        </p:nvSpPr>
        <p:spPr>
          <a:xfrm>
            <a:off x="415611" y="992767"/>
            <a:ext cx="11360700" cy="273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b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900"/>
              <a:buNone/>
              <a:defRPr sz="69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900"/>
              <a:buNone/>
              <a:defRPr sz="69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900"/>
              <a:buNone/>
              <a:defRPr sz="69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900"/>
              <a:buNone/>
              <a:defRPr sz="69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900"/>
              <a:buNone/>
              <a:defRPr sz="69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900"/>
              <a:buNone/>
              <a:defRPr sz="69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900"/>
              <a:buNone/>
              <a:defRPr sz="69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900"/>
              <a:buNone/>
              <a:defRPr sz="69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900"/>
              <a:buNone/>
              <a:defRPr sz="6900"/>
            </a:lvl9pPr>
          </a:lstStyle>
          <a:p>
            <a:endParaRPr/>
          </a:p>
        </p:txBody>
      </p:sp>
      <p:sp>
        <p:nvSpPr>
          <p:cNvPr id="23" name="Google Shape;23;g279cdef50ac_0_4"/>
          <p:cNvSpPr txBox="1">
            <a:spLocks noGrp="1"/>
          </p:cNvSpPr>
          <p:nvPr>
            <p:ph type="subTitle" idx="1"/>
          </p:nvPr>
        </p:nvSpPr>
        <p:spPr>
          <a:xfrm>
            <a:off x="415600" y="3778833"/>
            <a:ext cx="11360700" cy="105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9pPr>
          </a:lstStyle>
          <a:p>
            <a:endParaRPr/>
          </a:p>
        </p:txBody>
      </p:sp>
      <p:sp>
        <p:nvSpPr>
          <p:cNvPr id="24" name="Google Shape;24;g279cdef50ac_0_4"/>
          <p:cNvSpPr txBox="1">
            <a:spLocks noGrp="1"/>
          </p:cNvSpPr>
          <p:nvPr>
            <p:ph type="sldNum" idx="12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g279cdef50ac_0_8"/>
          <p:cNvSpPr txBox="1">
            <a:spLocks noGrp="1"/>
          </p:cNvSpPr>
          <p:nvPr>
            <p:ph type="title"/>
          </p:nvPr>
        </p:nvSpPr>
        <p:spPr>
          <a:xfrm>
            <a:off x="415600" y="2867800"/>
            <a:ext cx="11360700" cy="112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ctr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27" name="Google Shape;27;g279cdef50ac_0_8"/>
          <p:cNvSpPr txBox="1">
            <a:spLocks noGrp="1"/>
          </p:cNvSpPr>
          <p:nvPr>
            <p:ph type="sldNum" idx="12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g279cdef50ac_0_11"/>
          <p:cNvSpPr txBox="1">
            <a:spLocks noGrp="1"/>
          </p:cNvSpPr>
          <p:nvPr>
            <p:ph type="title"/>
          </p:nvPr>
        </p:nvSpPr>
        <p:spPr>
          <a:xfrm>
            <a:off x="415600" y="593367"/>
            <a:ext cx="11360700" cy="76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9pPr>
          </a:lstStyle>
          <a:p>
            <a:endParaRPr/>
          </a:p>
        </p:txBody>
      </p:sp>
      <p:sp>
        <p:nvSpPr>
          <p:cNvPr id="30" name="Google Shape;30;g279cdef50ac_0_11"/>
          <p:cNvSpPr txBox="1">
            <a:spLocks noGrp="1"/>
          </p:cNvSpPr>
          <p:nvPr>
            <p:ph type="body" idx="1"/>
          </p:nvPr>
        </p:nvSpPr>
        <p:spPr>
          <a:xfrm>
            <a:off x="415600" y="1536633"/>
            <a:ext cx="11360700" cy="455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rmAutofit/>
          </a:bodyPr>
          <a:lstStyle>
            <a:lvl1pPr marL="457200" lvl="0" indent="-381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Char char="●"/>
              <a:defRPr/>
            </a:lvl1pPr>
            <a:lvl2pPr marL="914400" lvl="1" indent="-3492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Char char="○"/>
              <a:defRPr/>
            </a:lvl2pPr>
            <a:lvl3pPr marL="1371600" lvl="2" indent="-3492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Char char="■"/>
              <a:defRPr/>
            </a:lvl3pPr>
            <a:lvl4pPr marL="1828800" lvl="3" indent="-3492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Char char="●"/>
              <a:defRPr/>
            </a:lvl4pPr>
            <a:lvl5pPr marL="2286000" lvl="4" indent="-3492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Char char="○"/>
              <a:defRPr/>
            </a:lvl5pPr>
            <a:lvl6pPr marL="2743200" lvl="5" indent="-3492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Char char="■"/>
              <a:defRPr/>
            </a:lvl6pPr>
            <a:lvl7pPr marL="3200400" lvl="6" indent="-3492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Char char="●"/>
              <a:defRPr/>
            </a:lvl7pPr>
            <a:lvl8pPr marL="3657600" lvl="7" indent="-3492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Char char="○"/>
              <a:defRPr/>
            </a:lvl8pPr>
            <a:lvl9pPr marL="4114800" lvl="8" indent="-3492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Char char="■"/>
              <a:defRPr/>
            </a:lvl9pPr>
          </a:lstStyle>
          <a:p>
            <a:endParaRPr/>
          </a:p>
        </p:txBody>
      </p:sp>
      <p:sp>
        <p:nvSpPr>
          <p:cNvPr id="31" name="Google Shape;31;g279cdef50ac_0_11"/>
          <p:cNvSpPr txBox="1">
            <a:spLocks noGrp="1"/>
          </p:cNvSpPr>
          <p:nvPr>
            <p:ph type="sldNum" idx="12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g279cdef50ac_0_15"/>
          <p:cNvSpPr txBox="1">
            <a:spLocks noGrp="1"/>
          </p:cNvSpPr>
          <p:nvPr>
            <p:ph type="title"/>
          </p:nvPr>
        </p:nvSpPr>
        <p:spPr>
          <a:xfrm>
            <a:off x="415600" y="593367"/>
            <a:ext cx="11360700" cy="76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9pPr>
          </a:lstStyle>
          <a:p>
            <a:endParaRPr/>
          </a:p>
        </p:txBody>
      </p:sp>
      <p:sp>
        <p:nvSpPr>
          <p:cNvPr id="34" name="Google Shape;34;g279cdef50ac_0_15"/>
          <p:cNvSpPr txBox="1">
            <a:spLocks noGrp="1"/>
          </p:cNvSpPr>
          <p:nvPr>
            <p:ph type="body" idx="1"/>
          </p:nvPr>
        </p:nvSpPr>
        <p:spPr>
          <a:xfrm>
            <a:off x="415600" y="1536633"/>
            <a:ext cx="5333100" cy="455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rmAutofit/>
          </a:bodyPr>
          <a:lstStyle>
            <a:lvl1pPr marL="457200" lvl="0" indent="-3492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Char char="●"/>
              <a:defRPr sz="1900"/>
            </a:lvl1pPr>
            <a:lvl2pPr marL="914400" lvl="1" indent="-330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2pPr>
            <a:lvl3pPr marL="1371600" lvl="2" indent="-330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3pPr>
            <a:lvl4pPr marL="1828800" lvl="3" indent="-330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4pPr>
            <a:lvl5pPr marL="2286000" lvl="4" indent="-330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5pPr>
            <a:lvl6pPr marL="2743200" lvl="5" indent="-330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6pPr>
            <a:lvl7pPr marL="3200400" lvl="6" indent="-330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7pPr>
            <a:lvl8pPr marL="3657600" lvl="7" indent="-330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8pPr>
            <a:lvl9pPr marL="4114800" lvl="8" indent="-330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9pPr>
          </a:lstStyle>
          <a:p>
            <a:endParaRPr/>
          </a:p>
        </p:txBody>
      </p:sp>
      <p:sp>
        <p:nvSpPr>
          <p:cNvPr id="35" name="Google Shape;35;g279cdef50ac_0_15"/>
          <p:cNvSpPr txBox="1">
            <a:spLocks noGrp="1"/>
          </p:cNvSpPr>
          <p:nvPr>
            <p:ph type="body" idx="2"/>
          </p:nvPr>
        </p:nvSpPr>
        <p:spPr>
          <a:xfrm>
            <a:off x="6443200" y="1536633"/>
            <a:ext cx="5333100" cy="455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rmAutofit/>
          </a:bodyPr>
          <a:lstStyle>
            <a:lvl1pPr marL="457200" lvl="0" indent="-3492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Char char="●"/>
              <a:defRPr sz="1900"/>
            </a:lvl1pPr>
            <a:lvl2pPr marL="914400" lvl="1" indent="-330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2pPr>
            <a:lvl3pPr marL="1371600" lvl="2" indent="-330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3pPr>
            <a:lvl4pPr marL="1828800" lvl="3" indent="-330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4pPr>
            <a:lvl5pPr marL="2286000" lvl="4" indent="-330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5pPr>
            <a:lvl6pPr marL="2743200" lvl="5" indent="-330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6pPr>
            <a:lvl7pPr marL="3200400" lvl="6" indent="-330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7pPr>
            <a:lvl8pPr marL="3657600" lvl="7" indent="-330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8pPr>
            <a:lvl9pPr marL="4114800" lvl="8" indent="-330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9pPr>
          </a:lstStyle>
          <a:p>
            <a:endParaRPr/>
          </a:p>
        </p:txBody>
      </p:sp>
      <p:sp>
        <p:nvSpPr>
          <p:cNvPr id="36" name="Google Shape;36;g279cdef50ac_0_15"/>
          <p:cNvSpPr txBox="1">
            <a:spLocks noGrp="1"/>
          </p:cNvSpPr>
          <p:nvPr>
            <p:ph type="sldNum" idx="12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g279cdef50ac_0_20"/>
          <p:cNvSpPr txBox="1">
            <a:spLocks noGrp="1"/>
          </p:cNvSpPr>
          <p:nvPr>
            <p:ph type="title"/>
          </p:nvPr>
        </p:nvSpPr>
        <p:spPr>
          <a:xfrm>
            <a:off x="415600" y="593367"/>
            <a:ext cx="11360700" cy="76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g279cdef50ac_0_20"/>
          <p:cNvSpPr txBox="1">
            <a:spLocks noGrp="1"/>
          </p:cNvSpPr>
          <p:nvPr>
            <p:ph type="sldNum" idx="12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g279cdef50ac_0_23"/>
          <p:cNvSpPr txBox="1">
            <a:spLocks noGrp="1"/>
          </p:cNvSpPr>
          <p:nvPr>
            <p:ph type="title"/>
          </p:nvPr>
        </p:nvSpPr>
        <p:spPr>
          <a:xfrm>
            <a:off x="415600" y="740800"/>
            <a:ext cx="3744000" cy="100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b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9pPr>
          </a:lstStyle>
          <a:p>
            <a:endParaRPr/>
          </a:p>
        </p:txBody>
      </p:sp>
      <p:sp>
        <p:nvSpPr>
          <p:cNvPr id="42" name="Google Shape;42;g279cdef50ac_0_23"/>
          <p:cNvSpPr txBox="1">
            <a:spLocks noGrp="1"/>
          </p:cNvSpPr>
          <p:nvPr>
            <p:ph type="body" idx="1"/>
          </p:nvPr>
        </p:nvSpPr>
        <p:spPr>
          <a:xfrm>
            <a:off x="415600" y="1852800"/>
            <a:ext cx="3744000" cy="423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rmAutofit/>
          </a:bodyPr>
          <a:lstStyle>
            <a:lvl1pPr marL="457200" lvl="0" indent="-330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1pPr>
            <a:lvl2pPr marL="914400" lvl="1" indent="-330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2pPr>
            <a:lvl3pPr marL="1371600" lvl="2" indent="-330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3pPr>
            <a:lvl4pPr marL="1828800" lvl="3" indent="-330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4pPr>
            <a:lvl5pPr marL="2286000" lvl="4" indent="-330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5pPr>
            <a:lvl6pPr marL="2743200" lvl="5" indent="-330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6pPr>
            <a:lvl7pPr marL="3200400" lvl="6" indent="-330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7pPr>
            <a:lvl8pPr marL="3657600" lvl="7" indent="-330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8pPr>
            <a:lvl9pPr marL="4114800" lvl="8" indent="-330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9pPr>
          </a:lstStyle>
          <a:p>
            <a:endParaRPr/>
          </a:p>
        </p:txBody>
      </p:sp>
      <p:sp>
        <p:nvSpPr>
          <p:cNvPr id="43" name="Google Shape;43;g279cdef50ac_0_23"/>
          <p:cNvSpPr txBox="1">
            <a:spLocks noGrp="1"/>
          </p:cNvSpPr>
          <p:nvPr>
            <p:ph type="sldNum" idx="12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g279cdef50ac_0_27"/>
          <p:cNvSpPr txBox="1">
            <a:spLocks noGrp="1"/>
          </p:cNvSpPr>
          <p:nvPr>
            <p:ph type="title"/>
          </p:nvPr>
        </p:nvSpPr>
        <p:spPr>
          <a:xfrm>
            <a:off x="653667" y="600200"/>
            <a:ext cx="8490300" cy="545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ctr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9pPr>
          </a:lstStyle>
          <a:p>
            <a:endParaRPr/>
          </a:p>
        </p:txBody>
      </p:sp>
      <p:sp>
        <p:nvSpPr>
          <p:cNvPr id="46" name="Google Shape;46;g279cdef50ac_0_27"/>
          <p:cNvSpPr txBox="1">
            <a:spLocks noGrp="1"/>
          </p:cNvSpPr>
          <p:nvPr>
            <p:ph type="sldNum" idx="12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g279cdef50ac_0_30"/>
          <p:cNvSpPr/>
          <p:nvPr/>
        </p:nvSpPr>
        <p:spPr>
          <a:xfrm>
            <a:off x="6096000" y="-167"/>
            <a:ext cx="6096000" cy="68580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" name="Google Shape;49;g279cdef50ac_0_30"/>
          <p:cNvSpPr txBox="1">
            <a:spLocks noGrp="1"/>
          </p:cNvSpPr>
          <p:nvPr>
            <p:ph type="title"/>
          </p:nvPr>
        </p:nvSpPr>
        <p:spPr>
          <a:xfrm>
            <a:off x="354000" y="1644233"/>
            <a:ext cx="5393700" cy="197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b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9pPr>
          </a:lstStyle>
          <a:p>
            <a:endParaRPr/>
          </a:p>
        </p:txBody>
      </p:sp>
      <p:sp>
        <p:nvSpPr>
          <p:cNvPr id="50" name="Google Shape;50;g279cdef50ac_0_30"/>
          <p:cNvSpPr txBox="1">
            <a:spLocks noGrp="1"/>
          </p:cNvSpPr>
          <p:nvPr>
            <p:ph type="subTitle" idx="1"/>
          </p:nvPr>
        </p:nvSpPr>
        <p:spPr>
          <a:xfrm>
            <a:off x="354000" y="3737433"/>
            <a:ext cx="5393700" cy="164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51" name="Google Shape;51;g279cdef50ac_0_30"/>
          <p:cNvSpPr txBox="1">
            <a:spLocks noGrp="1"/>
          </p:cNvSpPr>
          <p:nvPr>
            <p:ph type="body" idx="2"/>
          </p:nvPr>
        </p:nvSpPr>
        <p:spPr>
          <a:xfrm>
            <a:off x="6586000" y="965433"/>
            <a:ext cx="5115900" cy="492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ctr" anchorCtr="0">
            <a:normAutofit/>
          </a:bodyPr>
          <a:lstStyle>
            <a:lvl1pPr marL="457200" lvl="0" indent="-381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Char char="●"/>
              <a:defRPr/>
            </a:lvl1pPr>
            <a:lvl2pPr marL="914400" lvl="1" indent="-3492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Char char="○"/>
              <a:defRPr/>
            </a:lvl2pPr>
            <a:lvl3pPr marL="1371600" lvl="2" indent="-3492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Char char="■"/>
              <a:defRPr/>
            </a:lvl3pPr>
            <a:lvl4pPr marL="1828800" lvl="3" indent="-3492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Char char="●"/>
              <a:defRPr/>
            </a:lvl4pPr>
            <a:lvl5pPr marL="2286000" lvl="4" indent="-3492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Char char="○"/>
              <a:defRPr/>
            </a:lvl5pPr>
            <a:lvl6pPr marL="2743200" lvl="5" indent="-3492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Char char="■"/>
              <a:defRPr/>
            </a:lvl6pPr>
            <a:lvl7pPr marL="3200400" lvl="6" indent="-3492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Char char="●"/>
              <a:defRPr/>
            </a:lvl7pPr>
            <a:lvl8pPr marL="3657600" lvl="7" indent="-3492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Char char="○"/>
              <a:defRPr/>
            </a:lvl8pPr>
            <a:lvl9pPr marL="4114800" lvl="8" indent="-3492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Char char="■"/>
              <a:defRPr/>
            </a:lvl9pPr>
          </a:lstStyle>
          <a:p>
            <a:endParaRPr/>
          </a:p>
        </p:txBody>
      </p:sp>
      <p:sp>
        <p:nvSpPr>
          <p:cNvPr id="52" name="Google Shape;52;g279cdef50ac_0_30"/>
          <p:cNvSpPr txBox="1">
            <a:spLocks noGrp="1"/>
          </p:cNvSpPr>
          <p:nvPr>
            <p:ph type="sldNum" idx="12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g279cdef50ac_0_36"/>
          <p:cNvSpPr txBox="1">
            <a:spLocks noGrp="1"/>
          </p:cNvSpPr>
          <p:nvPr>
            <p:ph type="body" idx="1"/>
          </p:nvPr>
        </p:nvSpPr>
        <p:spPr>
          <a:xfrm>
            <a:off x="415600" y="5640767"/>
            <a:ext cx="7998300" cy="80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ctr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1pPr>
          </a:lstStyle>
          <a:p>
            <a:endParaRPr/>
          </a:p>
        </p:txBody>
      </p:sp>
      <p:sp>
        <p:nvSpPr>
          <p:cNvPr id="55" name="Google Shape;55;g279cdef50ac_0_36"/>
          <p:cNvSpPr txBox="1">
            <a:spLocks noGrp="1"/>
          </p:cNvSpPr>
          <p:nvPr>
            <p:ph type="sldNum" idx="12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279cdef50ac_0_39"/>
          <p:cNvSpPr txBox="1">
            <a:spLocks noGrp="1"/>
          </p:cNvSpPr>
          <p:nvPr>
            <p:ph type="title" hasCustomPrompt="1"/>
          </p:nvPr>
        </p:nvSpPr>
        <p:spPr>
          <a:xfrm>
            <a:off x="415600" y="1474833"/>
            <a:ext cx="11360700" cy="261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b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0"/>
              <a:buNone/>
              <a:defRPr sz="16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0"/>
              <a:buNone/>
              <a:defRPr sz="16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0"/>
              <a:buNone/>
              <a:defRPr sz="16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0"/>
              <a:buNone/>
              <a:defRPr sz="16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0"/>
              <a:buNone/>
              <a:defRPr sz="16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0"/>
              <a:buNone/>
              <a:defRPr sz="16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0"/>
              <a:buNone/>
              <a:defRPr sz="16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0"/>
              <a:buNone/>
              <a:defRPr sz="16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0"/>
              <a:buNone/>
              <a:defRPr sz="16000"/>
            </a:lvl9pPr>
          </a:lstStyle>
          <a:p>
            <a:r>
              <a:t>xx%</a:t>
            </a:r>
          </a:p>
        </p:txBody>
      </p:sp>
      <p:sp>
        <p:nvSpPr>
          <p:cNvPr id="58" name="Google Shape;58;g279cdef50ac_0_39"/>
          <p:cNvSpPr txBox="1">
            <a:spLocks noGrp="1"/>
          </p:cNvSpPr>
          <p:nvPr>
            <p:ph type="body" idx="1"/>
          </p:nvPr>
        </p:nvSpPr>
        <p:spPr>
          <a:xfrm>
            <a:off x="415600" y="4202967"/>
            <a:ext cx="11360700" cy="173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rmAutofit/>
          </a:bodyPr>
          <a:lstStyle>
            <a:lvl1pPr marL="457200" lvl="0" indent="-3810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Char char="●"/>
              <a:defRPr/>
            </a:lvl1pPr>
            <a:lvl2pPr marL="914400" lvl="1" indent="-34925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Char char="○"/>
              <a:defRPr/>
            </a:lvl2pPr>
            <a:lvl3pPr marL="1371600" lvl="2" indent="-34925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Char char="■"/>
              <a:defRPr/>
            </a:lvl3pPr>
            <a:lvl4pPr marL="1828800" lvl="3" indent="-34925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Char char="●"/>
              <a:defRPr/>
            </a:lvl4pPr>
            <a:lvl5pPr marL="2286000" lvl="4" indent="-34925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Char char="○"/>
              <a:defRPr/>
            </a:lvl5pPr>
            <a:lvl6pPr marL="2743200" lvl="5" indent="-34925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Char char="■"/>
              <a:defRPr/>
            </a:lvl6pPr>
            <a:lvl7pPr marL="3200400" lvl="6" indent="-34925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Char char="●"/>
              <a:defRPr/>
            </a:lvl7pPr>
            <a:lvl8pPr marL="3657600" lvl="7" indent="-34925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Char char="○"/>
              <a:defRPr/>
            </a:lvl8pPr>
            <a:lvl9pPr marL="4114800" lvl="8" indent="-34925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Char char="■"/>
              <a:defRPr/>
            </a:lvl9pPr>
          </a:lstStyle>
          <a:p>
            <a:endParaRPr/>
          </a:p>
        </p:txBody>
      </p:sp>
      <p:sp>
        <p:nvSpPr>
          <p:cNvPr id="59" name="Google Shape;59;g279cdef50ac_0_39"/>
          <p:cNvSpPr txBox="1">
            <a:spLocks noGrp="1"/>
          </p:cNvSpPr>
          <p:nvPr>
            <p:ph type="sldNum" idx="12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>
  <p:cSld name="Title Slide">
    <p:spTree>
      <p:nvGrpSpPr>
        <p:cNvPr id="1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3" name="Google Shape;63;g3e23138d502_0_420" descr="A green and white background  Description automatically generated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12191998" cy="6857999"/>
          </a:xfrm>
          <a:prstGeom prst="rect">
            <a:avLst/>
          </a:prstGeom>
          <a:noFill/>
          <a:ln>
            <a:noFill/>
          </a:ln>
        </p:spPr>
      </p:pic>
      <p:pic>
        <p:nvPicPr>
          <p:cNvPr id="64" name="Google Shape;64;g3e23138d502_0_420" descr="A picture containing graphics, logo, symbol, graphic design  Description automatically generated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72042" y="257844"/>
            <a:ext cx="2788663" cy="960771"/>
          </a:xfrm>
          <a:prstGeom prst="rect">
            <a:avLst/>
          </a:prstGeom>
          <a:noFill/>
          <a:ln>
            <a:noFill/>
          </a:ln>
        </p:spPr>
      </p:pic>
      <p:sp>
        <p:nvSpPr>
          <p:cNvPr id="65" name="Google Shape;65;g3e23138d502_0_420"/>
          <p:cNvSpPr txBox="1">
            <a:spLocks noGrp="1"/>
          </p:cNvSpPr>
          <p:nvPr>
            <p:ph type="ctrTitle"/>
          </p:nvPr>
        </p:nvSpPr>
        <p:spPr>
          <a:xfrm>
            <a:off x="504337" y="994526"/>
            <a:ext cx="6427500" cy="164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0475" tIns="15225" rIns="30475" bIns="1522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900"/>
              <a:buFont typeface="NVIDIA Sans"/>
              <a:buNone/>
              <a:defRPr sz="2900" b="1" cap="none">
                <a:latin typeface="NVIDIA Sans"/>
                <a:ea typeface="NVIDIA Sans"/>
                <a:cs typeface="NVIDIA Sans"/>
                <a:sym typeface="NVIDIA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g3e23138d502_0_420"/>
          <p:cNvSpPr txBox="1">
            <a:spLocks noGrp="1"/>
          </p:cNvSpPr>
          <p:nvPr>
            <p:ph type="subTitle" idx="1"/>
          </p:nvPr>
        </p:nvSpPr>
        <p:spPr>
          <a:xfrm>
            <a:off x="504337" y="2647242"/>
            <a:ext cx="6427500" cy="56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0475" tIns="15225" rIns="30475" bIns="15225" anchor="t" anchorCtr="0">
            <a:normAutofit/>
          </a:bodyPr>
          <a:lstStyle>
            <a:lvl1pPr marR="0" lv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NVIDIA Sans"/>
              <a:buNone/>
              <a:defRPr sz="1500" b="0" i="0" u="none" strike="noStrike" cap="none">
                <a:solidFill>
                  <a:schemeClr val="lt1"/>
                </a:solidFill>
                <a:latin typeface="NVIDIA Sans"/>
                <a:ea typeface="NVIDIA Sans"/>
                <a:cs typeface="NVIDIA Sans"/>
                <a:sym typeface="NVIDIA Sans"/>
              </a:defRPr>
            </a:lvl1pPr>
            <a:lvl2pPr marR="0"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VIDIA Sans"/>
              <a:buNone/>
              <a:defRPr sz="20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2pPr>
            <a:lvl3pPr marR="0"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VIDIA Sans"/>
              <a:buNone/>
              <a:defRPr sz="18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3pPr>
            <a:lvl4pPr marR="0"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NVIDIA Sans"/>
              <a:buNone/>
              <a:defRPr sz="16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4pPr>
            <a:lvl5pPr marR="0"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NVIDIA Sans"/>
              <a:buNone/>
              <a:defRPr sz="16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5pPr>
            <a:lvl6pPr marR="0"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NVIDIA Sans"/>
              <a:buNone/>
              <a:defRPr sz="16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6pPr>
            <a:lvl7pPr marR="0"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NVIDIA Sans"/>
              <a:buNone/>
              <a:defRPr sz="16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7pPr>
            <a:lvl8pPr marR="0"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NVIDIA Sans"/>
              <a:buNone/>
              <a:defRPr sz="16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8pPr>
            <a:lvl9pPr marR="0"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NVIDIA Sans"/>
              <a:buNone/>
              <a:defRPr sz="16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ransition">
  <p:cSld name="Transition">
    <p:spTree>
      <p:nvGrpSpPr>
        <p:cNvPr id="1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3" name="Google Shape;73;g3e23138d502_0_858" descr="A close-up of green and white  Description automatically generated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12191998" cy="6857999"/>
          </a:xfrm>
          <a:prstGeom prst="rect">
            <a:avLst/>
          </a:prstGeom>
          <a:noFill/>
          <a:ln>
            <a:noFill/>
          </a:ln>
        </p:spPr>
      </p:pic>
      <p:sp>
        <p:nvSpPr>
          <p:cNvPr id="74" name="Google Shape;74;g3e23138d502_0_858"/>
          <p:cNvSpPr txBox="1">
            <a:spLocks noGrp="1"/>
          </p:cNvSpPr>
          <p:nvPr>
            <p:ph type="body" idx="1"/>
          </p:nvPr>
        </p:nvSpPr>
        <p:spPr>
          <a:xfrm>
            <a:off x="491289" y="621745"/>
            <a:ext cx="6159000" cy="198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0475" tIns="15225" rIns="30475" bIns="15225" anchor="b" anchorCtr="0">
            <a:noAutofit/>
          </a:bodyPr>
          <a:lstStyle>
            <a:lvl1pPr marL="457200" marR="0" lvl="0" indent="-2286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NVIDIA Sans"/>
              <a:buNone/>
              <a:defRPr sz="3000" b="1" i="0" u="none" strike="noStrike" cap="none">
                <a:solidFill>
                  <a:schemeClr val="lt1"/>
                </a:solidFill>
                <a:latin typeface="NVIDIA Sans"/>
                <a:ea typeface="NVIDIA Sans"/>
                <a:cs typeface="NVIDIA Sans"/>
                <a:sym typeface="NVIDIA Sans"/>
              </a:defRPr>
            </a:lvl1pPr>
            <a:lvl2pPr marL="914400" marR="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NVIDIA Sans"/>
              <a:buNone/>
              <a:defRPr sz="2700" b="1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2pPr>
            <a:lvl3pPr marL="1371600" marR="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NVIDIA Sans"/>
              <a:buNone/>
              <a:defRPr sz="2700" b="1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3pPr>
            <a:lvl4pPr marL="1828800" marR="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NVIDIA Sans"/>
              <a:buNone/>
              <a:defRPr sz="2700" b="1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4pPr>
            <a:lvl5pPr marL="2286000" marR="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NVIDIA Sans"/>
              <a:buNone/>
              <a:defRPr sz="2700" b="1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5pPr>
            <a:lvl6pPr marL="2743200" marR="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VIDIA Sans"/>
              <a:buChar char="•"/>
              <a:defRPr sz="18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6pPr>
            <a:lvl7pPr marL="3200400" marR="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VIDIA Sans"/>
              <a:buChar char="•"/>
              <a:defRPr sz="18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7pPr>
            <a:lvl8pPr marL="3657600" marR="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VIDIA Sans"/>
              <a:buChar char="•"/>
              <a:defRPr sz="18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8pPr>
            <a:lvl9pPr marL="4114800" marR="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VIDIA Sans"/>
              <a:buChar char="•"/>
              <a:defRPr sz="18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9pPr>
          </a:lstStyle>
          <a:p>
            <a:endParaRPr/>
          </a:p>
        </p:txBody>
      </p:sp>
      <p:sp>
        <p:nvSpPr>
          <p:cNvPr id="75" name="Google Shape;75;g3e23138d502_0_858"/>
          <p:cNvSpPr/>
          <p:nvPr/>
        </p:nvSpPr>
        <p:spPr>
          <a:xfrm>
            <a:off x="0" y="0"/>
            <a:ext cx="189000" cy="24993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30475" tIns="15225" rIns="30475" bIns="15225" anchor="ctr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300" b="0" i="0" u="none" strike="noStrike" cap="none">
              <a:solidFill>
                <a:schemeClr val="dk1"/>
              </a:solidFill>
              <a:latin typeface="NVIDIA Sans"/>
              <a:ea typeface="NVIDIA Sans"/>
              <a:cs typeface="NVIDIA Sans"/>
              <a:sym typeface="NVIDIA Sans"/>
            </a:endParaRP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Font Testing Layout">
  <p:cSld name="Font Testing Layout">
    <p:spTree>
      <p:nvGrpSpPr>
        <p:cNvPr id="1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g3e23138d502_0_862"/>
          <p:cNvSpPr txBox="1">
            <a:spLocks noGrp="1"/>
          </p:cNvSpPr>
          <p:nvPr>
            <p:ph type="title"/>
          </p:nvPr>
        </p:nvSpPr>
        <p:spPr>
          <a:xfrm>
            <a:off x="838200" y="0"/>
            <a:ext cx="10515600" cy="83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0475" tIns="15225" rIns="30475" bIns="15225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NVIDIA Sans"/>
              <a:buNone/>
              <a:defRPr sz="2400" b="1" cap="none">
                <a:latin typeface="NVIDIA Sans"/>
                <a:ea typeface="NVIDIA Sans"/>
                <a:cs typeface="NVIDIA Sans"/>
                <a:sym typeface="NVIDIA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g3e23138d502_0_862"/>
          <p:cNvSpPr txBox="1">
            <a:spLocks noGrp="1"/>
          </p:cNvSpPr>
          <p:nvPr>
            <p:ph type="body" idx="1"/>
          </p:nvPr>
        </p:nvSpPr>
        <p:spPr>
          <a:xfrm>
            <a:off x="838200" y="829056"/>
            <a:ext cx="10515600" cy="46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0475" tIns="15225" rIns="30475" bIns="15225" anchor="t" anchorCtr="0">
            <a:noAutofit/>
          </a:bodyPr>
          <a:lstStyle>
            <a:lvl1pPr marL="457200" marR="0" lvl="0" indent="-22860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NVIDIA Sans"/>
              <a:buNone/>
              <a:defRPr sz="1600" b="0" i="0" u="none" strike="noStrike" cap="none">
                <a:solidFill>
                  <a:schemeClr val="dk2"/>
                </a:solidFill>
                <a:latin typeface="NVIDIA Sans"/>
                <a:ea typeface="NVIDIA Sans"/>
                <a:cs typeface="NVIDIA Sans"/>
                <a:sym typeface="NVIDIA Sans"/>
              </a:defRPr>
            </a:lvl1pPr>
            <a:lvl2pPr marL="914400" marR="0" lvl="1" indent="-22860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NVIDIA Sans"/>
              <a:buNone/>
              <a:defRPr sz="15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2pPr>
            <a:lvl3pPr marL="1371600" marR="0" lvl="2" indent="-22860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NVIDIA Sans"/>
              <a:buNone/>
              <a:defRPr sz="15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3pPr>
            <a:lvl4pPr marL="1828800" marR="0" lvl="3" indent="-22860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NVIDIA Sans"/>
              <a:buNone/>
              <a:defRPr sz="15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4pPr>
            <a:lvl5pPr marL="2286000" marR="0" lvl="4" indent="-22860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NVIDIA Sans"/>
              <a:buNone/>
              <a:defRPr sz="15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5pPr>
            <a:lvl6pPr marL="2743200" marR="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VIDIA Sans"/>
              <a:buChar char="•"/>
              <a:defRPr sz="18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6pPr>
            <a:lvl7pPr marL="3200400" marR="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VIDIA Sans"/>
              <a:buChar char="•"/>
              <a:defRPr sz="18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7pPr>
            <a:lvl8pPr marL="3657600" marR="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VIDIA Sans"/>
              <a:buChar char="•"/>
              <a:defRPr sz="18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8pPr>
            <a:lvl9pPr marL="4114800" marR="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VIDIA Sans"/>
              <a:buChar char="•"/>
              <a:defRPr sz="18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9pPr>
          </a:lstStyle>
          <a:p>
            <a:endParaRPr/>
          </a:p>
        </p:txBody>
      </p:sp>
      <p:sp>
        <p:nvSpPr>
          <p:cNvPr id="79" name="Google Shape;79;g3e23138d502_0_862"/>
          <p:cNvSpPr txBox="1">
            <a:spLocks noGrp="1"/>
          </p:cNvSpPr>
          <p:nvPr>
            <p:ph type="body" idx="2"/>
          </p:nvPr>
        </p:nvSpPr>
        <p:spPr>
          <a:xfrm>
            <a:off x="838200" y="1615440"/>
            <a:ext cx="10515600" cy="455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0475" tIns="15225" rIns="30475" bIns="15225" anchor="t" anchorCtr="0">
            <a:noAutofit/>
          </a:bodyPr>
          <a:lstStyle>
            <a:lvl1pPr marL="457200" marR="0" lvl="0" indent="-32385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1500"/>
              <a:buFont typeface="NVIDIA Sans"/>
              <a:buChar char="•"/>
              <a:defRPr sz="1500" b="0" i="0" u="none" strike="noStrike" cap="none">
                <a:solidFill>
                  <a:schemeClr val="lt1"/>
                </a:solidFill>
                <a:latin typeface="NVIDIA Sans"/>
                <a:ea typeface="NVIDIA Sans"/>
                <a:cs typeface="NVIDIA Sans"/>
                <a:sym typeface="NVIDIA Sans"/>
              </a:defRPr>
            </a:lvl1pPr>
            <a:lvl2pPr marL="914400" marR="0" lvl="1" indent="-31115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NVIDIA Sans"/>
              <a:buChar char="•"/>
              <a:defRPr sz="1300" b="0" i="0" u="none" strike="noStrike" cap="none">
                <a:solidFill>
                  <a:schemeClr val="lt1"/>
                </a:solidFill>
                <a:latin typeface="NVIDIA Sans"/>
                <a:ea typeface="NVIDIA Sans"/>
                <a:cs typeface="NVIDIA Sans"/>
                <a:sym typeface="NVIDIA Sans"/>
              </a:defRPr>
            </a:lvl2pPr>
            <a:lvl3pPr marL="1371600" marR="0" lvl="2" indent="-30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NVIDIA Sans"/>
              <a:buChar char="•"/>
              <a:defRPr sz="1200" b="0" i="0" u="none" strike="noStrike" cap="none">
                <a:solidFill>
                  <a:schemeClr val="lt1"/>
                </a:solidFill>
                <a:latin typeface="NVIDIA Sans"/>
                <a:ea typeface="NVIDIA Sans"/>
                <a:cs typeface="NVIDIA Sans"/>
                <a:sym typeface="NVIDIA Sans"/>
              </a:defRPr>
            </a:lvl3pPr>
            <a:lvl4pPr marL="1828800" marR="0" lvl="3" indent="-29845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NVIDIA Sans"/>
              <a:buChar char="•"/>
              <a:defRPr sz="1100" b="0" i="0" u="none" strike="noStrike" cap="none">
                <a:solidFill>
                  <a:schemeClr val="lt1"/>
                </a:solidFill>
                <a:latin typeface="NVIDIA Sans"/>
                <a:ea typeface="NVIDIA Sans"/>
                <a:cs typeface="NVIDIA Sans"/>
                <a:sym typeface="NVIDIA Sans"/>
              </a:defRPr>
            </a:lvl4pPr>
            <a:lvl5pPr marL="2286000" marR="0" lvl="4" indent="-28575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900"/>
              <a:buFont typeface="NVIDIA Sans"/>
              <a:buChar char="•"/>
              <a:defRPr sz="900" b="0" i="0" u="none" strike="noStrike" cap="none">
                <a:solidFill>
                  <a:schemeClr val="lt1"/>
                </a:solidFill>
                <a:latin typeface="NVIDIA Sans"/>
                <a:ea typeface="NVIDIA Sans"/>
                <a:cs typeface="NVIDIA Sans"/>
                <a:sym typeface="NVIDIA Sans"/>
              </a:defRPr>
            </a:lvl5pPr>
            <a:lvl6pPr marL="2743200" marR="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VIDIA Sans"/>
              <a:buChar char="•"/>
              <a:defRPr sz="18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6pPr>
            <a:lvl7pPr marL="3200400" marR="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VIDIA Sans"/>
              <a:buChar char="•"/>
              <a:defRPr sz="18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7pPr>
            <a:lvl8pPr marL="3657600" marR="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VIDIA Sans"/>
              <a:buChar char="•"/>
              <a:defRPr sz="18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8pPr>
            <a:lvl9pPr marL="4114800" marR="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VIDIA Sans"/>
              <a:buChar char="•"/>
              <a:defRPr sz="18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9pPr>
          </a:lstStyle>
          <a:p>
            <a:endParaRPr/>
          </a:p>
        </p:txBody>
      </p:sp>
      <p:sp>
        <p:nvSpPr>
          <p:cNvPr id="80" name="Google Shape;80;g3e23138d502_0_862"/>
          <p:cNvSpPr/>
          <p:nvPr/>
        </p:nvSpPr>
        <p:spPr>
          <a:xfrm>
            <a:off x="5000307" y="3518841"/>
            <a:ext cx="3673500" cy="24975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30475" tIns="15225" rIns="30475" bIns="15225" anchor="b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3200" b="1" i="0" u="none" strike="noStrike" cap="none">
              <a:solidFill>
                <a:schemeClr val="dk1"/>
              </a:solidFill>
              <a:latin typeface="NVIDIA Sans"/>
              <a:ea typeface="NVIDIA Sans"/>
              <a:cs typeface="NVIDIA Sans"/>
              <a:sym typeface="NVIDIA Sans"/>
            </a:endParaRPr>
          </a:p>
        </p:txBody>
      </p:sp>
      <p:pic>
        <p:nvPicPr>
          <p:cNvPr id="81" name="Google Shape;81;g3e23138d502_0_862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029141" y="3518841"/>
            <a:ext cx="3674172" cy="2621506"/>
          </a:xfrm>
          <a:prstGeom prst="rect">
            <a:avLst/>
          </a:prstGeom>
          <a:noFill/>
          <a:ln>
            <a:noFill/>
          </a:ln>
        </p:spPr>
      </p:pic>
      <p:sp>
        <p:nvSpPr>
          <p:cNvPr id="82" name="Google Shape;82;g3e23138d502_0_862"/>
          <p:cNvSpPr txBox="1">
            <a:spLocks noGrp="1"/>
          </p:cNvSpPr>
          <p:nvPr>
            <p:ph type="body" idx="3"/>
          </p:nvPr>
        </p:nvSpPr>
        <p:spPr>
          <a:xfrm>
            <a:off x="5317265" y="3713813"/>
            <a:ext cx="3090900" cy="85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0475" tIns="15225" rIns="30475" bIns="15225" anchor="t" anchorCtr="0">
            <a:noAutofit/>
          </a:bodyPr>
          <a:lstStyle>
            <a:lvl1pPr marL="457200" marR="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3200"/>
              <a:buFont typeface="NVIDIA Sans"/>
              <a:buNone/>
              <a:defRPr sz="3200" b="1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1pPr>
            <a:lvl2pPr marL="914400" marR="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3200"/>
              <a:buFont typeface="NVIDIA Sans"/>
              <a:buNone/>
              <a:defRPr sz="3200" b="1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2pPr>
            <a:lvl3pPr marL="1371600" marR="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3200"/>
              <a:buFont typeface="NVIDIA Sans"/>
              <a:buNone/>
              <a:defRPr sz="3200" b="1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3pPr>
            <a:lvl4pPr marL="1828800" marR="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3200"/>
              <a:buFont typeface="NVIDIA Sans"/>
              <a:buNone/>
              <a:defRPr sz="3200" b="1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4pPr>
            <a:lvl5pPr marL="2286000" marR="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3200"/>
              <a:buFont typeface="NVIDIA Sans"/>
              <a:buNone/>
              <a:defRPr sz="3200" b="1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5pPr>
            <a:lvl6pPr marL="2743200" marR="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VIDIA Sans"/>
              <a:buChar char="•"/>
              <a:defRPr sz="18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6pPr>
            <a:lvl7pPr marL="3200400" marR="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VIDIA Sans"/>
              <a:buChar char="•"/>
              <a:defRPr sz="18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7pPr>
            <a:lvl8pPr marL="3657600" marR="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VIDIA Sans"/>
              <a:buChar char="•"/>
              <a:defRPr sz="18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8pPr>
            <a:lvl9pPr marL="4114800" marR="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VIDIA Sans"/>
              <a:buChar char="•"/>
              <a:defRPr sz="18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9pPr>
          </a:lstStyle>
          <a:p>
            <a:endParaRPr/>
          </a:p>
        </p:txBody>
      </p:sp>
      <p:sp>
        <p:nvSpPr>
          <p:cNvPr id="83" name="Google Shape;83;g3e23138d502_0_862"/>
          <p:cNvSpPr txBox="1">
            <a:spLocks noGrp="1"/>
          </p:cNvSpPr>
          <p:nvPr>
            <p:ph type="body" idx="4"/>
          </p:nvPr>
        </p:nvSpPr>
        <p:spPr>
          <a:xfrm>
            <a:off x="5317265" y="4576671"/>
            <a:ext cx="3090900" cy="85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0475" tIns="15225" rIns="30475" bIns="15225" anchor="t" anchorCtr="0">
            <a:noAutofit/>
          </a:bodyPr>
          <a:lstStyle>
            <a:lvl1pPr marL="457200" marR="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3200"/>
              <a:buFont typeface="NVIDIA Sans"/>
              <a:buNone/>
              <a:defRPr sz="3200" b="0" i="0" u="none" strike="noStrike" cap="none">
                <a:solidFill>
                  <a:schemeClr val="lt1"/>
                </a:solidFill>
                <a:latin typeface="NVIDIA Sans"/>
                <a:ea typeface="NVIDIA Sans"/>
                <a:cs typeface="NVIDIA Sans"/>
                <a:sym typeface="NVIDIA Sans"/>
              </a:defRPr>
            </a:lvl1pPr>
            <a:lvl2pPr marL="914400" marR="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3200"/>
              <a:buFont typeface="NVIDIA Sans"/>
              <a:buNone/>
              <a:defRPr sz="3200" b="1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2pPr>
            <a:lvl3pPr marL="1371600" marR="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3200"/>
              <a:buFont typeface="NVIDIA Sans"/>
              <a:buNone/>
              <a:defRPr sz="3200" b="1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3pPr>
            <a:lvl4pPr marL="1828800" marR="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3200"/>
              <a:buFont typeface="NVIDIA Sans"/>
              <a:buNone/>
              <a:defRPr sz="3200" b="1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4pPr>
            <a:lvl5pPr marL="2286000" marR="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3200"/>
              <a:buFont typeface="NVIDIA Sans"/>
              <a:buNone/>
              <a:defRPr sz="3200" b="1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5pPr>
            <a:lvl6pPr marL="2743200" marR="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VIDIA Sans"/>
              <a:buChar char="•"/>
              <a:defRPr sz="18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6pPr>
            <a:lvl7pPr marL="3200400" marR="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VIDIA Sans"/>
              <a:buChar char="•"/>
              <a:defRPr sz="18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7pPr>
            <a:lvl8pPr marL="3657600" marR="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VIDIA Sans"/>
              <a:buChar char="•"/>
              <a:defRPr sz="18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8pPr>
            <a:lvl9pPr marL="4114800" marR="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VIDIA Sans"/>
              <a:buChar char="•"/>
              <a:defRPr sz="18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, Subtitle, Bullets">
  <p:cSld name="Title, Subtitle, Bullets"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g3e23138d502_0_870"/>
          <p:cNvSpPr txBox="1">
            <a:spLocks noGrp="1"/>
          </p:cNvSpPr>
          <p:nvPr>
            <p:ph type="title"/>
          </p:nvPr>
        </p:nvSpPr>
        <p:spPr>
          <a:xfrm>
            <a:off x="838200" y="0"/>
            <a:ext cx="10515600" cy="83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0475" tIns="15225" rIns="30475" bIns="15225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NVIDIA Sans"/>
              <a:buNone/>
              <a:defRPr sz="2400" b="1" cap="none">
                <a:latin typeface="NVIDIA Sans"/>
                <a:ea typeface="NVIDIA Sans"/>
                <a:cs typeface="NVIDIA Sans"/>
                <a:sym typeface="NVIDIA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9pPr>
          </a:lstStyle>
          <a:p>
            <a:endParaRPr/>
          </a:p>
        </p:txBody>
      </p:sp>
      <p:sp>
        <p:nvSpPr>
          <p:cNvPr id="86" name="Google Shape;86;g3e23138d502_0_870"/>
          <p:cNvSpPr txBox="1">
            <a:spLocks noGrp="1"/>
          </p:cNvSpPr>
          <p:nvPr>
            <p:ph type="body" idx="1"/>
          </p:nvPr>
        </p:nvSpPr>
        <p:spPr>
          <a:xfrm>
            <a:off x="838200" y="829056"/>
            <a:ext cx="10515600" cy="46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0475" tIns="15225" rIns="30475" bIns="15225" anchor="t" anchorCtr="0">
            <a:noAutofit/>
          </a:bodyPr>
          <a:lstStyle>
            <a:lvl1pPr marL="457200" marR="0" lvl="0" indent="-22860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NVIDIA Sans"/>
              <a:buNone/>
              <a:defRPr sz="1600" b="0" i="0" u="none" strike="noStrike" cap="none">
                <a:solidFill>
                  <a:schemeClr val="dk2"/>
                </a:solidFill>
                <a:latin typeface="NVIDIA Sans"/>
                <a:ea typeface="NVIDIA Sans"/>
                <a:cs typeface="NVIDIA Sans"/>
                <a:sym typeface="NVIDIA Sans"/>
              </a:defRPr>
            </a:lvl1pPr>
            <a:lvl2pPr marL="914400" marR="0" lvl="1" indent="-22860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NVIDIA Sans"/>
              <a:buNone/>
              <a:defRPr sz="15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2pPr>
            <a:lvl3pPr marL="1371600" marR="0" lvl="2" indent="-22860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NVIDIA Sans"/>
              <a:buNone/>
              <a:defRPr sz="15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3pPr>
            <a:lvl4pPr marL="1828800" marR="0" lvl="3" indent="-22860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NVIDIA Sans"/>
              <a:buNone/>
              <a:defRPr sz="15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4pPr>
            <a:lvl5pPr marL="2286000" marR="0" lvl="4" indent="-22860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NVIDIA Sans"/>
              <a:buNone/>
              <a:defRPr sz="15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5pPr>
            <a:lvl6pPr marL="2743200" marR="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VIDIA Sans"/>
              <a:buChar char="•"/>
              <a:defRPr sz="18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6pPr>
            <a:lvl7pPr marL="3200400" marR="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VIDIA Sans"/>
              <a:buChar char="•"/>
              <a:defRPr sz="18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7pPr>
            <a:lvl8pPr marL="3657600" marR="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VIDIA Sans"/>
              <a:buChar char="•"/>
              <a:defRPr sz="18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8pPr>
            <a:lvl9pPr marL="4114800" marR="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VIDIA Sans"/>
              <a:buChar char="•"/>
              <a:defRPr sz="18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9pPr>
          </a:lstStyle>
          <a:p>
            <a:endParaRPr/>
          </a:p>
        </p:txBody>
      </p:sp>
      <p:sp>
        <p:nvSpPr>
          <p:cNvPr id="87" name="Google Shape;87;g3e23138d502_0_870"/>
          <p:cNvSpPr txBox="1">
            <a:spLocks noGrp="1"/>
          </p:cNvSpPr>
          <p:nvPr>
            <p:ph type="body" idx="2"/>
          </p:nvPr>
        </p:nvSpPr>
        <p:spPr>
          <a:xfrm>
            <a:off x="838200" y="1615440"/>
            <a:ext cx="10515600" cy="455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0475" tIns="15225" rIns="30475" bIns="15225" anchor="t" anchorCtr="0">
            <a:noAutofit/>
          </a:bodyPr>
          <a:lstStyle>
            <a:lvl1pPr marL="457200" marR="0" lvl="0" indent="-32385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1500"/>
              <a:buFont typeface="NVIDIA Sans"/>
              <a:buChar char="•"/>
              <a:defRPr sz="1500" b="0" i="0" u="none" strike="noStrike" cap="none">
                <a:solidFill>
                  <a:schemeClr val="lt1"/>
                </a:solidFill>
                <a:latin typeface="NVIDIA Sans"/>
                <a:ea typeface="NVIDIA Sans"/>
                <a:cs typeface="NVIDIA Sans"/>
                <a:sym typeface="NVIDIA Sans"/>
              </a:defRPr>
            </a:lvl1pPr>
            <a:lvl2pPr marL="914400" marR="0" lvl="1" indent="-31115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NVIDIA Sans"/>
              <a:buChar char="•"/>
              <a:defRPr sz="1300" b="0" i="0" u="none" strike="noStrike" cap="none">
                <a:solidFill>
                  <a:schemeClr val="lt1"/>
                </a:solidFill>
                <a:latin typeface="NVIDIA Sans"/>
                <a:ea typeface="NVIDIA Sans"/>
                <a:cs typeface="NVIDIA Sans"/>
                <a:sym typeface="NVIDIA Sans"/>
              </a:defRPr>
            </a:lvl2pPr>
            <a:lvl3pPr marL="1371600" marR="0" lvl="2" indent="-30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NVIDIA Sans"/>
              <a:buChar char="•"/>
              <a:defRPr sz="1200" b="0" i="0" u="none" strike="noStrike" cap="none">
                <a:solidFill>
                  <a:schemeClr val="lt1"/>
                </a:solidFill>
                <a:latin typeface="NVIDIA Sans"/>
                <a:ea typeface="NVIDIA Sans"/>
                <a:cs typeface="NVIDIA Sans"/>
                <a:sym typeface="NVIDIA Sans"/>
              </a:defRPr>
            </a:lvl3pPr>
            <a:lvl4pPr marL="1828800" marR="0" lvl="3" indent="-29845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NVIDIA Sans"/>
              <a:buChar char="•"/>
              <a:defRPr sz="1100" b="0" i="0" u="none" strike="noStrike" cap="none">
                <a:solidFill>
                  <a:schemeClr val="lt1"/>
                </a:solidFill>
                <a:latin typeface="NVIDIA Sans"/>
                <a:ea typeface="NVIDIA Sans"/>
                <a:cs typeface="NVIDIA Sans"/>
                <a:sym typeface="NVIDIA Sans"/>
              </a:defRPr>
            </a:lvl4pPr>
            <a:lvl5pPr marL="2286000" marR="0" lvl="4" indent="-28575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900"/>
              <a:buFont typeface="NVIDIA Sans"/>
              <a:buChar char="•"/>
              <a:defRPr sz="900" b="0" i="0" u="none" strike="noStrike" cap="none">
                <a:solidFill>
                  <a:schemeClr val="lt1"/>
                </a:solidFill>
                <a:latin typeface="NVIDIA Sans"/>
                <a:ea typeface="NVIDIA Sans"/>
                <a:cs typeface="NVIDIA Sans"/>
                <a:sym typeface="NVIDIA Sans"/>
              </a:defRPr>
            </a:lvl5pPr>
            <a:lvl6pPr marL="2743200" marR="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VIDIA Sans"/>
              <a:buChar char="•"/>
              <a:defRPr sz="18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6pPr>
            <a:lvl7pPr marL="3200400" marR="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VIDIA Sans"/>
              <a:buChar char="•"/>
              <a:defRPr sz="18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7pPr>
            <a:lvl8pPr marL="3657600" marR="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VIDIA Sans"/>
              <a:buChar char="•"/>
              <a:defRPr sz="18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8pPr>
            <a:lvl9pPr marL="4114800" marR="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VIDIA Sans"/>
              <a:buChar char="•"/>
              <a:defRPr sz="18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ext Left NO SUBTITLE - Image Right">
  <p:cSld name="Text Left NO SUBTITLE - Image Right">
    <p:spTree>
      <p:nvGrpSpPr>
        <p:cNvPr id="1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g3e23138d502_0_874"/>
          <p:cNvSpPr/>
          <p:nvPr/>
        </p:nvSpPr>
        <p:spPr>
          <a:xfrm>
            <a:off x="10988040" y="6309360"/>
            <a:ext cx="1203900" cy="5487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30475" tIns="15225" rIns="30475" bIns="15225" anchor="ctr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300" b="0" i="0" u="none" strike="noStrike" cap="none">
              <a:solidFill>
                <a:schemeClr val="dk1"/>
              </a:solidFill>
              <a:latin typeface="NVIDIA Sans"/>
              <a:ea typeface="NVIDIA Sans"/>
              <a:cs typeface="NVIDIA Sans"/>
              <a:sym typeface="NVIDIA Sans"/>
            </a:endParaRPr>
          </a:p>
        </p:txBody>
      </p:sp>
      <p:sp>
        <p:nvSpPr>
          <p:cNvPr id="90" name="Google Shape;90;g3e23138d502_0_874"/>
          <p:cNvSpPr txBox="1">
            <a:spLocks noGrp="1"/>
          </p:cNvSpPr>
          <p:nvPr>
            <p:ph type="title"/>
          </p:nvPr>
        </p:nvSpPr>
        <p:spPr>
          <a:xfrm>
            <a:off x="865632" y="406259"/>
            <a:ext cx="4879800" cy="112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0475" tIns="15225" rIns="30475" bIns="1522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NVIDIA Sans"/>
              <a:buNone/>
              <a:defRPr sz="2400" b="1" cap="none">
                <a:latin typeface="NVIDIA Sans"/>
                <a:ea typeface="NVIDIA Sans"/>
                <a:cs typeface="NVIDIA Sans"/>
                <a:sym typeface="NVIDIA Sans"/>
              </a:defRPr>
            </a:lvl1pPr>
            <a:lvl2pPr lvl="1">
              <a:spcBef>
                <a:spcPts val="200"/>
              </a:spcBef>
              <a:spcAft>
                <a:spcPts val="0"/>
              </a:spcAft>
              <a:buSzPts val="5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9pPr>
          </a:lstStyle>
          <a:p>
            <a:endParaRPr/>
          </a:p>
        </p:txBody>
      </p:sp>
      <p:sp>
        <p:nvSpPr>
          <p:cNvPr id="91" name="Google Shape;91;g3e23138d502_0_874"/>
          <p:cNvSpPr txBox="1">
            <a:spLocks noGrp="1"/>
          </p:cNvSpPr>
          <p:nvPr>
            <p:ph type="body" idx="1"/>
          </p:nvPr>
        </p:nvSpPr>
        <p:spPr>
          <a:xfrm>
            <a:off x="865632" y="2329397"/>
            <a:ext cx="4879800" cy="378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0475" tIns="15225" rIns="30475" bIns="15225" anchor="t" anchorCtr="0">
            <a:noAutofit/>
          </a:bodyPr>
          <a:lstStyle>
            <a:lvl1pPr marL="457200" marR="0" lvl="0" indent="-32385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1500"/>
              <a:buFont typeface="NVIDIA Sans"/>
              <a:buChar char="•"/>
              <a:defRPr sz="1500" b="0" i="0" u="none" strike="noStrike" cap="none">
                <a:solidFill>
                  <a:schemeClr val="lt1"/>
                </a:solidFill>
                <a:latin typeface="NVIDIA Sans"/>
                <a:ea typeface="NVIDIA Sans"/>
                <a:cs typeface="NVIDIA Sans"/>
                <a:sym typeface="NVIDIA Sans"/>
              </a:defRPr>
            </a:lvl1pPr>
            <a:lvl2pPr marL="914400" marR="0" lvl="1" indent="-31115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NVIDIA Sans"/>
              <a:buChar char="•"/>
              <a:defRPr sz="1300" b="0" i="0" u="none" strike="noStrike" cap="none">
                <a:solidFill>
                  <a:schemeClr val="lt1"/>
                </a:solidFill>
                <a:latin typeface="NVIDIA Sans"/>
                <a:ea typeface="NVIDIA Sans"/>
                <a:cs typeface="NVIDIA Sans"/>
                <a:sym typeface="NVIDIA Sans"/>
              </a:defRPr>
            </a:lvl2pPr>
            <a:lvl3pPr marL="1371600" marR="0" lvl="2" indent="-30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NVIDIA Sans"/>
              <a:buChar char="•"/>
              <a:defRPr sz="1200" b="0" i="0" u="none" strike="noStrike" cap="none">
                <a:solidFill>
                  <a:schemeClr val="lt1"/>
                </a:solidFill>
                <a:latin typeface="NVIDIA Sans"/>
                <a:ea typeface="NVIDIA Sans"/>
                <a:cs typeface="NVIDIA Sans"/>
                <a:sym typeface="NVIDIA Sans"/>
              </a:defRPr>
            </a:lvl3pPr>
            <a:lvl4pPr marL="1828800" marR="0" lvl="3" indent="-29845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NVIDIA Sans"/>
              <a:buChar char="•"/>
              <a:defRPr sz="1100" b="0" i="0" u="none" strike="noStrike" cap="none">
                <a:solidFill>
                  <a:schemeClr val="lt1"/>
                </a:solidFill>
                <a:latin typeface="NVIDIA Sans"/>
                <a:ea typeface="NVIDIA Sans"/>
                <a:cs typeface="NVIDIA Sans"/>
                <a:sym typeface="NVIDIA Sans"/>
              </a:defRPr>
            </a:lvl4pPr>
            <a:lvl5pPr marL="2286000" marR="0" lvl="4" indent="-28575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900"/>
              <a:buFont typeface="NVIDIA Sans"/>
              <a:buChar char="•"/>
              <a:defRPr sz="900" b="0" i="0" u="none" strike="noStrike" cap="none">
                <a:solidFill>
                  <a:schemeClr val="lt1"/>
                </a:solidFill>
                <a:latin typeface="NVIDIA Sans"/>
                <a:ea typeface="NVIDIA Sans"/>
                <a:cs typeface="NVIDIA Sans"/>
                <a:sym typeface="NVIDIA Sans"/>
              </a:defRPr>
            </a:lvl5pPr>
            <a:lvl6pPr marL="2743200" marR="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VIDIA Sans"/>
              <a:buChar char="•"/>
              <a:defRPr sz="18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6pPr>
            <a:lvl7pPr marL="3200400" marR="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VIDIA Sans"/>
              <a:buChar char="•"/>
              <a:defRPr sz="18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7pPr>
            <a:lvl8pPr marL="3657600" marR="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VIDIA Sans"/>
              <a:buChar char="•"/>
              <a:defRPr sz="18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8pPr>
            <a:lvl9pPr marL="4114800" marR="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VIDIA Sans"/>
              <a:buChar char="•"/>
              <a:defRPr sz="18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9pPr>
          </a:lstStyle>
          <a:p>
            <a:endParaRPr/>
          </a:p>
        </p:txBody>
      </p:sp>
      <p:grpSp>
        <p:nvGrpSpPr>
          <p:cNvPr id="92" name="Google Shape;92;g3e23138d502_0_874"/>
          <p:cNvGrpSpPr/>
          <p:nvPr/>
        </p:nvGrpSpPr>
        <p:grpSpPr>
          <a:xfrm>
            <a:off x="0" y="6500821"/>
            <a:ext cx="776779" cy="360986"/>
            <a:chOff x="0" y="19504414"/>
            <a:chExt cx="2330569" cy="1083065"/>
          </a:xfrm>
        </p:grpSpPr>
        <p:sp>
          <p:nvSpPr>
            <p:cNvPr id="93" name="Google Shape;93;g3e23138d502_0_874"/>
            <p:cNvSpPr/>
            <p:nvPr/>
          </p:nvSpPr>
          <p:spPr>
            <a:xfrm>
              <a:off x="0" y="19697679"/>
              <a:ext cx="155400" cy="889800"/>
            </a:xfrm>
            <a:prstGeom prst="rect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30475" tIns="15225" rIns="30475" bIns="15225" anchor="ctr" anchorCtr="0">
              <a:noAutofit/>
            </a:bodyPr>
            <a:lstStyle/>
            <a:p>
              <a:pPr marL="0" marR="0" lvl="0" indent="0" algn="ctr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3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endParaRPr>
            </a:p>
          </p:txBody>
        </p:sp>
        <p:pic>
          <p:nvPicPr>
            <p:cNvPr id="94" name="Google Shape;94;g3e23138d502_0_874" descr="A picture containing shape  Description automatically generated"/>
            <p:cNvPicPr preferRelativeResize="0"/>
            <p:nvPr/>
          </p:nvPicPr>
          <p:blipFill rotWithShape="1">
            <a:blip r:embed="rId2">
              <a:alphaModFix/>
            </a:blip>
            <a:srcRect/>
            <a:stretch/>
          </p:blipFill>
          <p:spPr>
            <a:xfrm>
              <a:off x="327131" y="19504414"/>
              <a:ext cx="2003438" cy="690237"/>
            </a:xfrm>
            <a:prstGeom prst="rect">
              <a:avLst/>
            </a:prstGeom>
            <a:noFill/>
            <a:ln>
              <a:noFill/>
            </a:ln>
          </p:spPr>
        </p:pic>
      </p:grpSp>
      <p:cxnSp>
        <p:nvCxnSpPr>
          <p:cNvPr id="95" name="Google Shape;95;g3e23138d502_0_874"/>
          <p:cNvCxnSpPr/>
          <p:nvPr/>
        </p:nvCxnSpPr>
        <p:spPr>
          <a:xfrm>
            <a:off x="0" y="1897743"/>
            <a:ext cx="5745600" cy="0"/>
          </a:xfrm>
          <a:prstGeom prst="straightConnector1">
            <a:avLst/>
          </a:prstGeom>
          <a:noFill/>
          <a:ln w="10575" cap="flat" cmpd="sng">
            <a:solidFill>
              <a:schemeClr val="accent5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96" name="Google Shape;96;g3e23138d502_0_874"/>
          <p:cNvSpPr>
            <a:spLocks noGrp="1"/>
          </p:cNvSpPr>
          <p:nvPr>
            <p:ph type="pic" idx="2"/>
          </p:nvPr>
        </p:nvSpPr>
        <p:spPr>
          <a:xfrm>
            <a:off x="6720946" y="0"/>
            <a:ext cx="5471100" cy="6858000"/>
          </a:xfrm>
          <a:prstGeom prst="rect">
            <a:avLst/>
          </a:prstGeom>
          <a:solidFill>
            <a:srgbClr val="F2F2F2">
              <a:alpha val="60780"/>
            </a:srgbClr>
          </a:solidFill>
          <a:ln w="3175" cap="flat" cmpd="sng">
            <a:solidFill>
              <a:schemeClr val="accent5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Image Right - Text Left">
  <p:cSld name="Image Right - Text Left">
    <p:spTree>
      <p:nvGrpSpPr>
        <p:cNvPr id="1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g3e23138d502_0_883"/>
          <p:cNvSpPr/>
          <p:nvPr/>
        </p:nvSpPr>
        <p:spPr>
          <a:xfrm>
            <a:off x="10988040" y="6309360"/>
            <a:ext cx="1203900" cy="5487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30475" tIns="15225" rIns="30475" bIns="15225" anchor="ctr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300" b="0" i="0" u="none" strike="noStrike" cap="none">
              <a:solidFill>
                <a:schemeClr val="dk1"/>
              </a:solidFill>
              <a:latin typeface="NVIDIA Sans"/>
              <a:ea typeface="NVIDIA Sans"/>
              <a:cs typeface="NVIDIA Sans"/>
              <a:sym typeface="NVIDIA Sans"/>
            </a:endParaRPr>
          </a:p>
        </p:txBody>
      </p:sp>
      <p:sp>
        <p:nvSpPr>
          <p:cNvPr id="99" name="Google Shape;99;g3e23138d502_0_883"/>
          <p:cNvSpPr>
            <a:spLocks noGrp="1"/>
          </p:cNvSpPr>
          <p:nvPr>
            <p:ph type="pic" idx="2"/>
          </p:nvPr>
        </p:nvSpPr>
        <p:spPr>
          <a:xfrm>
            <a:off x="6720946" y="0"/>
            <a:ext cx="5471100" cy="6858000"/>
          </a:xfrm>
          <a:prstGeom prst="rect">
            <a:avLst/>
          </a:prstGeom>
          <a:solidFill>
            <a:srgbClr val="F2F2F2">
              <a:alpha val="60780"/>
            </a:srgbClr>
          </a:solidFill>
          <a:ln w="3175" cap="flat" cmpd="sng">
            <a:solidFill>
              <a:schemeClr val="accent5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00" name="Google Shape;100;g3e23138d502_0_883"/>
          <p:cNvSpPr txBox="1">
            <a:spLocks noGrp="1"/>
          </p:cNvSpPr>
          <p:nvPr>
            <p:ph type="title"/>
          </p:nvPr>
        </p:nvSpPr>
        <p:spPr>
          <a:xfrm>
            <a:off x="865632" y="100688"/>
            <a:ext cx="4879800" cy="112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0475" tIns="15225" rIns="30475" bIns="1522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NVIDIA Sans"/>
              <a:buNone/>
              <a:defRPr sz="2400" b="1" cap="none">
                <a:latin typeface="NVIDIA Sans"/>
                <a:ea typeface="NVIDIA Sans"/>
                <a:cs typeface="NVIDIA Sans"/>
                <a:sym typeface="NVIDIA Sans"/>
              </a:defRPr>
            </a:lvl1pPr>
            <a:lvl2pPr lvl="1">
              <a:spcBef>
                <a:spcPts val="200"/>
              </a:spcBef>
              <a:spcAft>
                <a:spcPts val="0"/>
              </a:spcAft>
              <a:buSzPts val="5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9pPr>
          </a:lstStyle>
          <a:p>
            <a:endParaRPr/>
          </a:p>
        </p:txBody>
      </p:sp>
      <p:sp>
        <p:nvSpPr>
          <p:cNvPr id="101" name="Google Shape;101;g3e23138d502_0_883"/>
          <p:cNvSpPr txBox="1">
            <a:spLocks noGrp="1"/>
          </p:cNvSpPr>
          <p:nvPr>
            <p:ph type="body" idx="1"/>
          </p:nvPr>
        </p:nvSpPr>
        <p:spPr>
          <a:xfrm>
            <a:off x="865632" y="2329397"/>
            <a:ext cx="4879800" cy="378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0475" tIns="15225" rIns="30475" bIns="15225" anchor="t" anchorCtr="0">
            <a:noAutofit/>
          </a:bodyPr>
          <a:lstStyle>
            <a:lvl1pPr marL="457200" marR="0" lvl="0" indent="-32385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1500"/>
              <a:buFont typeface="NVIDIA Sans"/>
              <a:buChar char="•"/>
              <a:defRPr sz="1500" b="0" i="0" u="none" strike="noStrike" cap="none">
                <a:solidFill>
                  <a:schemeClr val="lt1"/>
                </a:solidFill>
                <a:latin typeface="NVIDIA Sans"/>
                <a:ea typeface="NVIDIA Sans"/>
                <a:cs typeface="NVIDIA Sans"/>
                <a:sym typeface="NVIDIA Sans"/>
              </a:defRPr>
            </a:lvl1pPr>
            <a:lvl2pPr marL="914400" marR="0" lvl="1" indent="-31115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NVIDIA Sans"/>
              <a:buChar char="•"/>
              <a:defRPr sz="1300" b="0" i="0" u="none" strike="noStrike" cap="none">
                <a:solidFill>
                  <a:schemeClr val="lt1"/>
                </a:solidFill>
                <a:latin typeface="NVIDIA Sans"/>
                <a:ea typeface="NVIDIA Sans"/>
                <a:cs typeface="NVIDIA Sans"/>
                <a:sym typeface="NVIDIA Sans"/>
              </a:defRPr>
            </a:lvl2pPr>
            <a:lvl3pPr marL="1371600" marR="0" lvl="2" indent="-30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NVIDIA Sans"/>
              <a:buChar char="•"/>
              <a:defRPr sz="1200" b="0" i="0" u="none" strike="noStrike" cap="none">
                <a:solidFill>
                  <a:schemeClr val="lt1"/>
                </a:solidFill>
                <a:latin typeface="NVIDIA Sans"/>
                <a:ea typeface="NVIDIA Sans"/>
                <a:cs typeface="NVIDIA Sans"/>
                <a:sym typeface="NVIDIA Sans"/>
              </a:defRPr>
            </a:lvl3pPr>
            <a:lvl4pPr marL="1828800" marR="0" lvl="3" indent="-29845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NVIDIA Sans"/>
              <a:buChar char="•"/>
              <a:defRPr sz="1100" b="0" i="0" u="none" strike="noStrike" cap="none">
                <a:solidFill>
                  <a:schemeClr val="lt1"/>
                </a:solidFill>
                <a:latin typeface="NVIDIA Sans"/>
                <a:ea typeface="NVIDIA Sans"/>
                <a:cs typeface="NVIDIA Sans"/>
                <a:sym typeface="NVIDIA Sans"/>
              </a:defRPr>
            </a:lvl4pPr>
            <a:lvl5pPr marL="2286000" marR="0" lvl="4" indent="-28575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900"/>
              <a:buFont typeface="NVIDIA Sans"/>
              <a:buChar char="•"/>
              <a:defRPr sz="900" b="0" i="0" u="none" strike="noStrike" cap="none">
                <a:solidFill>
                  <a:schemeClr val="lt1"/>
                </a:solidFill>
                <a:latin typeface="NVIDIA Sans"/>
                <a:ea typeface="NVIDIA Sans"/>
                <a:cs typeface="NVIDIA Sans"/>
                <a:sym typeface="NVIDIA Sans"/>
              </a:defRPr>
            </a:lvl5pPr>
            <a:lvl6pPr marL="2743200" marR="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VIDIA Sans"/>
              <a:buChar char="•"/>
              <a:defRPr sz="18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6pPr>
            <a:lvl7pPr marL="3200400" marR="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VIDIA Sans"/>
              <a:buChar char="•"/>
              <a:defRPr sz="18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7pPr>
            <a:lvl8pPr marL="3657600" marR="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VIDIA Sans"/>
              <a:buChar char="•"/>
              <a:defRPr sz="18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8pPr>
            <a:lvl9pPr marL="4114800" marR="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VIDIA Sans"/>
              <a:buChar char="•"/>
              <a:defRPr sz="18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9pPr>
          </a:lstStyle>
          <a:p>
            <a:endParaRPr/>
          </a:p>
        </p:txBody>
      </p:sp>
      <p:sp>
        <p:nvSpPr>
          <p:cNvPr id="102" name="Google Shape;102;g3e23138d502_0_883"/>
          <p:cNvSpPr txBox="1">
            <a:spLocks noGrp="1"/>
          </p:cNvSpPr>
          <p:nvPr>
            <p:ph type="body" idx="3"/>
          </p:nvPr>
        </p:nvSpPr>
        <p:spPr>
          <a:xfrm>
            <a:off x="865632" y="1243923"/>
            <a:ext cx="4879800" cy="46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0475" tIns="15225" rIns="30475" bIns="15225" anchor="t" anchorCtr="0">
            <a:noAutofit/>
          </a:bodyPr>
          <a:lstStyle>
            <a:lvl1pPr marL="457200" marR="0" lvl="0" indent="-2286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NVIDIA Sans"/>
              <a:buNone/>
              <a:defRPr sz="1600" b="0" i="0" u="none" strike="noStrike" cap="none">
                <a:solidFill>
                  <a:schemeClr val="dk2"/>
                </a:solidFill>
                <a:latin typeface="NVIDIA Sans"/>
                <a:ea typeface="NVIDIA Sans"/>
                <a:cs typeface="NVIDIA Sans"/>
                <a:sym typeface="NVIDIA Sans"/>
              </a:defRPr>
            </a:lvl1pPr>
            <a:lvl2pPr marL="914400" marR="0" lvl="1" indent="-22860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NVIDIA Sans"/>
              <a:buNone/>
              <a:defRPr sz="15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2pPr>
            <a:lvl3pPr marL="1371600" marR="0" lvl="2" indent="-22860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NVIDIA Sans"/>
              <a:buNone/>
              <a:defRPr sz="15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3pPr>
            <a:lvl4pPr marL="1828800" marR="0" lvl="3" indent="-22860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NVIDIA Sans"/>
              <a:buNone/>
              <a:defRPr sz="15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4pPr>
            <a:lvl5pPr marL="2286000" marR="0" lvl="4" indent="-22860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NVIDIA Sans"/>
              <a:buNone/>
              <a:defRPr sz="15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5pPr>
            <a:lvl6pPr marL="2743200" marR="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VIDIA Sans"/>
              <a:buChar char="•"/>
              <a:defRPr sz="18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6pPr>
            <a:lvl7pPr marL="3200400" marR="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VIDIA Sans"/>
              <a:buChar char="•"/>
              <a:defRPr sz="18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7pPr>
            <a:lvl8pPr marL="3657600" marR="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VIDIA Sans"/>
              <a:buChar char="•"/>
              <a:defRPr sz="18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8pPr>
            <a:lvl9pPr marL="4114800" marR="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VIDIA Sans"/>
              <a:buChar char="•"/>
              <a:defRPr sz="18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9pPr>
          </a:lstStyle>
          <a:p>
            <a:endParaRPr/>
          </a:p>
        </p:txBody>
      </p:sp>
      <p:grpSp>
        <p:nvGrpSpPr>
          <p:cNvPr id="103" name="Google Shape;103;g3e23138d502_0_883"/>
          <p:cNvGrpSpPr/>
          <p:nvPr/>
        </p:nvGrpSpPr>
        <p:grpSpPr>
          <a:xfrm>
            <a:off x="0" y="6500821"/>
            <a:ext cx="776779" cy="360986"/>
            <a:chOff x="0" y="19504414"/>
            <a:chExt cx="2330569" cy="1083065"/>
          </a:xfrm>
        </p:grpSpPr>
        <p:sp>
          <p:nvSpPr>
            <p:cNvPr id="104" name="Google Shape;104;g3e23138d502_0_883"/>
            <p:cNvSpPr/>
            <p:nvPr/>
          </p:nvSpPr>
          <p:spPr>
            <a:xfrm>
              <a:off x="0" y="19697679"/>
              <a:ext cx="155400" cy="889800"/>
            </a:xfrm>
            <a:prstGeom prst="rect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30475" tIns="15225" rIns="30475" bIns="15225" anchor="ctr" anchorCtr="0">
              <a:noAutofit/>
            </a:bodyPr>
            <a:lstStyle/>
            <a:p>
              <a:pPr marL="0" marR="0" lvl="0" indent="0" algn="ctr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3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endParaRPr>
            </a:p>
          </p:txBody>
        </p:sp>
        <p:pic>
          <p:nvPicPr>
            <p:cNvPr id="105" name="Google Shape;105;g3e23138d502_0_883" descr="A picture containing shape  Description automatically generated"/>
            <p:cNvPicPr preferRelativeResize="0"/>
            <p:nvPr/>
          </p:nvPicPr>
          <p:blipFill rotWithShape="1">
            <a:blip r:embed="rId2">
              <a:alphaModFix/>
            </a:blip>
            <a:srcRect/>
            <a:stretch/>
          </p:blipFill>
          <p:spPr>
            <a:xfrm>
              <a:off x="327131" y="19504414"/>
              <a:ext cx="2003438" cy="690237"/>
            </a:xfrm>
            <a:prstGeom prst="rect">
              <a:avLst/>
            </a:prstGeom>
            <a:noFill/>
            <a:ln>
              <a:noFill/>
            </a:ln>
          </p:spPr>
        </p:pic>
      </p:grpSp>
      <p:cxnSp>
        <p:nvCxnSpPr>
          <p:cNvPr id="106" name="Google Shape;106;g3e23138d502_0_883"/>
          <p:cNvCxnSpPr/>
          <p:nvPr/>
        </p:nvCxnSpPr>
        <p:spPr>
          <a:xfrm>
            <a:off x="0" y="1897743"/>
            <a:ext cx="5745600" cy="0"/>
          </a:xfrm>
          <a:prstGeom prst="straightConnector1">
            <a:avLst/>
          </a:prstGeom>
          <a:noFill/>
          <a:ln w="10575" cap="flat" cmpd="sng">
            <a:solidFill>
              <a:schemeClr val="accent5"/>
            </a:solidFill>
            <a:prstDash val="solid"/>
            <a:round/>
            <a:headEnd type="none" w="sm" len="sm"/>
            <a:tailEnd type="none" w="sm" len="sm"/>
          </a:ln>
        </p:spPr>
      </p:cxn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>
  <p:cSld name="Title Slide">
    <p:spTree>
      <p:nvGrpSpPr>
        <p:cNvPr id="1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8" name="Google Shape;108;g3e23138d502_0_893" descr="A green and white background  Description automatically generated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12191998" cy="6857999"/>
          </a:xfrm>
          <a:prstGeom prst="rect">
            <a:avLst/>
          </a:prstGeom>
          <a:noFill/>
          <a:ln>
            <a:noFill/>
          </a:ln>
        </p:spPr>
      </p:pic>
      <p:pic>
        <p:nvPicPr>
          <p:cNvPr id="109" name="Google Shape;109;g3e23138d502_0_893" descr="A picture containing graphics, logo, symbol, graphic design  Description automatically generated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72042" y="257844"/>
            <a:ext cx="2788663" cy="960771"/>
          </a:xfrm>
          <a:prstGeom prst="rect">
            <a:avLst/>
          </a:prstGeom>
          <a:noFill/>
          <a:ln>
            <a:noFill/>
          </a:ln>
        </p:spPr>
      </p:pic>
      <p:sp>
        <p:nvSpPr>
          <p:cNvPr id="110" name="Google Shape;110;g3e23138d502_0_893"/>
          <p:cNvSpPr txBox="1">
            <a:spLocks noGrp="1"/>
          </p:cNvSpPr>
          <p:nvPr>
            <p:ph type="ctrTitle"/>
          </p:nvPr>
        </p:nvSpPr>
        <p:spPr>
          <a:xfrm>
            <a:off x="504337" y="994526"/>
            <a:ext cx="6427500" cy="164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0475" tIns="15225" rIns="30475" bIns="1522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900"/>
              <a:buFont typeface="NVIDIA Sans"/>
              <a:buNone/>
              <a:defRPr sz="2900" b="1" cap="none">
                <a:latin typeface="NVIDIA Sans"/>
                <a:ea typeface="NVIDIA Sans"/>
                <a:cs typeface="NVIDIA Sans"/>
                <a:sym typeface="NVIDIA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9pPr>
          </a:lstStyle>
          <a:p>
            <a:endParaRPr/>
          </a:p>
        </p:txBody>
      </p:sp>
      <p:sp>
        <p:nvSpPr>
          <p:cNvPr id="111" name="Google Shape;111;g3e23138d502_0_893"/>
          <p:cNvSpPr txBox="1">
            <a:spLocks noGrp="1"/>
          </p:cNvSpPr>
          <p:nvPr>
            <p:ph type="subTitle" idx="1"/>
          </p:nvPr>
        </p:nvSpPr>
        <p:spPr>
          <a:xfrm>
            <a:off x="504337" y="2647242"/>
            <a:ext cx="6427500" cy="56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0475" tIns="15225" rIns="30475" bIns="15225" anchor="t" anchorCtr="0">
            <a:normAutofit/>
          </a:bodyPr>
          <a:lstStyle>
            <a:lvl1pPr marR="0" lv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NVIDIA Sans"/>
              <a:buNone/>
              <a:defRPr sz="1500" b="0" i="0" u="none" strike="noStrike" cap="none">
                <a:solidFill>
                  <a:schemeClr val="lt1"/>
                </a:solidFill>
                <a:latin typeface="NVIDIA Sans"/>
                <a:ea typeface="NVIDIA Sans"/>
                <a:cs typeface="NVIDIA Sans"/>
                <a:sym typeface="NVIDIA Sans"/>
              </a:defRPr>
            </a:lvl1pPr>
            <a:lvl2pPr marR="0"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VIDIA Sans"/>
              <a:buNone/>
              <a:defRPr sz="20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2pPr>
            <a:lvl3pPr marR="0"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VIDIA Sans"/>
              <a:buNone/>
              <a:defRPr sz="18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3pPr>
            <a:lvl4pPr marR="0"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NVIDIA Sans"/>
              <a:buNone/>
              <a:defRPr sz="16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4pPr>
            <a:lvl5pPr marR="0"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NVIDIA Sans"/>
              <a:buNone/>
              <a:defRPr sz="16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5pPr>
            <a:lvl6pPr marR="0"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NVIDIA Sans"/>
              <a:buNone/>
              <a:defRPr sz="16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6pPr>
            <a:lvl7pPr marR="0"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NVIDIA Sans"/>
              <a:buNone/>
              <a:defRPr sz="16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7pPr>
            <a:lvl8pPr marR="0"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NVIDIA Sans"/>
              <a:buNone/>
              <a:defRPr sz="16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8pPr>
            <a:lvl9pPr marR="0"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NVIDIA Sans"/>
              <a:buNone/>
              <a:defRPr sz="16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FIDENTIAL">
  <p:cSld name="CONFIDENTIAL">
    <p:spTree>
      <p:nvGrpSpPr>
        <p:cNvPr id="1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g3e23138d502_0_898"/>
          <p:cNvSpPr txBox="1">
            <a:spLocks noGrp="1"/>
          </p:cNvSpPr>
          <p:nvPr>
            <p:ph type="title"/>
          </p:nvPr>
        </p:nvSpPr>
        <p:spPr>
          <a:xfrm>
            <a:off x="838200" y="0"/>
            <a:ext cx="10515600" cy="83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0475" tIns="15225" rIns="30475" bIns="15225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NVIDIA Sans"/>
              <a:buNone/>
              <a:defRPr sz="2400" b="1" cap="none">
                <a:latin typeface="NVIDIA Sans"/>
                <a:ea typeface="NVIDIA Sans"/>
                <a:cs typeface="NVIDIA Sans"/>
                <a:sym typeface="NVIDIA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9pPr>
          </a:lstStyle>
          <a:p>
            <a:endParaRPr/>
          </a:p>
        </p:txBody>
      </p:sp>
      <p:sp>
        <p:nvSpPr>
          <p:cNvPr id="114" name="Google Shape;114;g3e23138d502_0_898"/>
          <p:cNvSpPr txBox="1">
            <a:spLocks noGrp="1"/>
          </p:cNvSpPr>
          <p:nvPr>
            <p:ph type="body" idx="1"/>
          </p:nvPr>
        </p:nvSpPr>
        <p:spPr>
          <a:xfrm>
            <a:off x="838200" y="829056"/>
            <a:ext cx="10515600" cy="46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0475" tIns="15225" rIns="30475" bIns="15225" anchor="t" anchorCtr="0">
            <a:noAutofit/>
          </a:bodyPr>
          <a:lstStyle>
            <a:lvl1pPr marL="457200" marR="0" lvl="0" indent="-22860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NVIDIA Sans"/>
              <a:buNone/>
              <a:defRPr sz="1600" b="0" i="0" u="none" strike="noStrike" cap="none">
                <a:solidFill>
                  <a:schemeClr val="dk2"/>
                </a:solidFill>
                <a:latin typeface="NVIDIA Sans"/>
                <a:ea typeface="NVIDIA Sans"/>
                <a:cs typeface="NVIDIA Sans"/>
                <a:sym typeface="NVIDIA Sans"/>
              </a:defRPr>
            </a:lvl1pPr>
            <a:lvl2pPr marL="914400" marR="0" lvl="1" indent="-22860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NVIDIA Sans"/>
              <a:buNone/>
              <a:defRPr sz="15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2pPr>
            <a:lvl3pPr marL="1371600" marR="0" lvl="2" indent="-22860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NVIDIA Sans"/>
              <a:buNone/>
              <a:defRPr sz="15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3pPr>
            <a:lvl4pPr marL="1828800" marR="0" lvl="3" indent="-22860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NVIDIA Sans"/>
              <a:buNone/>
              <a:defRPr sz="15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4pPr>
            <a:lvl5pPr marL="2286000" marR="0" lvl="4" indent="-22860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NVIDIA Sans"/>
              <a:buNone/>
              <a:defRPr sz="15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5pPr>
            <a:lvl6pPr marL="2743200" marR="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VIDIA Sans"/>
              <a:buChar char="•"/>
              <a:defRPr sz="18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6pPr>
            <a:lvl7pPr marL="3200400" marR="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VIDIA Sans"/>
              <a:buChar char="•"/>
              <a:defRPr sz="18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7pPr>
            <a:lvl8pPr marL="3657600" marR="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VIDIA Sans"/>
              <a:buChar char="•"/>
              <a:defRPr sz="18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8pPr>
            <a:lvl9pPr marL="4114800" marR="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VIDIA Sans"/>
              <a:buChar char="•"/>
              <a:defRPr sz="18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9pPr>
          </a:lstStyle>
          <a:p>
            <a:endParaRPr/>
          </a:p>
        </p:txBody>
      </p:sp>
      <p:sp>
        <p:nvSpPr>
          <p:cNvPr id="115" name="Google Shape;115;g3e23138d502_0_898"/>
          <p:cNvSpPr txBox="1">
            <a:spLocks noGrp="1"/>
          </p:cNvSpPr>
          <p:nvPr>
            <p:ph type="body" idx="2"/>
          </p:nvPr>
        </p:nvSpPr>
        <p:spPr>
          <a:xfrm>
            <a:off x="838200" y="1615440"/>
            <a:ext cx="10515600" cy="455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0475" tIns="15225" rIns="30475" bIns="15225" anchor="t" anchorCtr="0">
            <a:noAutofit/>
          </a:bodyPr>
          <a:lstStyle>
            <a:lvl1pPr marL="457200" marR="0" lvl="0" indent="-32385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1500"/>
              <a:buFont typeface="NVIDIA Sans"/>
              <a:buChar char="•"/>
              <a:defRPr sz="1500" b="0" i="0" u="none" strike="noStrike" cap="none">
                <a:solidFill>
                  <a:schemeClr val="lt1"/>
                </a:solidFill>
                <a:latin typeface="NVIDIA Sans"/>
                <a:ea typeface="NVIDIA Sans"/>
                <a:cs typeface="NVIDIA Sans"/>
                <a:sym typeface="NVIDIA Sans"/>
              </a:defRPr>
            </a:lvl1pPr>
            <a:lvl2pPr marL="914400" marR="0" lvl="1" indent="-31115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NVIDIA Sans"/>
              <a:buChar char="•"/>
              <a:defRPr sz="1300" b="0" i="0" u="none" strike="noStrike" cap="none">
                <a:solidFill>
                  <a:schemeClr val="lt1"/>
                </a:solidFill>
                <a:latin typeface="NVIDIA Sans"/>
                <a:ea typeface="NVIDIA Sans"/>
                <a:cs typeface="NVIDIA Sans"/>
                <a:sym typeface="NVIDIA Sans"/>
              </a:defRPr>
            </a:lvl2pPr>
            <a:lvl3pPr marL="1371600" marR="0" lvl="2" indent="-30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NVIDIA Sans"/>
              <a:buChar char="•"/>
              <a:defRPr sz="1200" b="0" i="0" u="none" strike="noStrike" cap="none">
                <a:solidFill>
                  <a:schemeClr val="lt1"/>
                </a:solidFill>
                <a:latin typeface="NVIDIA Sans"/>
                <a:ea typeface="NVIDIA Sans"/>
                <a:cs typeface="NVIDIA Sans"/>
                <a:sym typeface="NVIDIA Sans"/>
              </a:defRPr>
            </a:lvl3pPr>
            <a:lvl4pPr marL="1828800" marR="0" lvl="3" indent="-29845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NVIDIA Sans"/>
              <a:buChar char="•"/>
              <a:defRPr sz="1100" b="0" i="0" u="none" strike="noStrike" cap="none">
                <a:solidFill>
                  <a:schemeClr val="lt1"/>
                </a:solidFill>
                <a:latin typeface="NVIDIA Sans"/>
                <a:ea typeface="NVIDIA Sans"/>
                <a:cs typeface="NVIDIA Sans"/>
                <a:sym typeface="NVIDIA Sans"/>
              </a:defRPr>
            </a:lvl4pPr>
            <a:lvl5pPr marL="2286000" marR="0" lvl="4" indent="-28575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900"/>
              <a:buFont typeface="NVIDIA Sans"/>
              <a:buChar char="•"/>
              <a:defRPr sz="900" b="0" i="0" u="none" strike="noStrike" cap="none">
                <a:solidFill>
                  <a:schemeClr val="lt1"/>
                </a:solidFill>
                <a:latin typeface="NVIDIA Sans"/>
                <a:ea typeface="NVIDIA Sans"/>
                <a:cs typeface="NVIDIA Sans"/>
                <a:sym typeface="NVIDIA Sans"/>
              </a:defRPr>
            </a:lvl5pPr>
            <a:lvl6pPr marL="2743200" marR="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VIDIA Sans"/>
              <a:buChar char="•"/>
              <a:defRPr sz="18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6pPr>
            <a:lvl7pPr marL="3200400" marR="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VIDIA Sans"/>
              <a:buChar char="•"/>
              <a:defRPr sz="18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7pPr>
            <a:lvl8pPr marL="3657600" marR="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VIDIA Sans"/>
              <a:buChar char="•"/>
              <a:defRPr sz="18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8pPr>
            <a:lvl9pPr marL="4114800" marR="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VIDIA Sans"/>
              <a:buChar char="•"/>
              <a:defRPr sz="18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9pPr>
          </a:lstStyle>
          <a:p>
            <a:endParaRPr/>
          </a:p>
        </p:txBody>
      </p:sp>
      <p:sp>
        <p:nvSpPr>
          <p:cNvPr id="116" name="Google Shape;116;g3e23138d502_0_898"/>
          <p:cNvSpPr txBox="1"/>
          <p:nvPr/>
        </p:nvSpPr>
        <p:spPr>
          <a:xfrm>
            <a:off x="236162" y="6545262"/>
            <a:ext cx="2168100" cy="27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0475" tIns="15225" rIns="30475" bIns="15225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 b="0" i="0" u="none" strike="noStrike" cap="none">
                <a:solidFill>
                  <a:schemeClr val="lt1"/>
                </a:solidFill>
                <a:latin typeface="NVIDIA Sans Medium"/>
                <a:ea typeface="NVIDIA Sans Medium"/>
                <a:cs typeface="NVIDIA Sans Medium"/>
                <a:sym typeface="NVIDIA Sans Medium"/>
              </a:rPr>
              <a:t>NVIDIA CONFIDENTIAL. DO NOT DISTRIBUTE.</a:t>
            </a:r>
            <a:endParaRPr sz="500"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lumn">
  <p:cSld name="Two Column">
    <p:spTree>
      <p:nvGrpSpPr>
        <p:cNvPr id="1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g3e23138d502_0_903"/>
          <p:cNvSpPr txBox="1">
            <a:spLocks noGrp="1"/>
          </p:cNvSpPr>
          <p:nvPr>
            <p:ph type="title"/>
          </p:nvPr>
        </p:nvSpPr>
        <p:spPr>
          <a:xfrm>
            <a:off x="838200" y="0"/>
            <a:ext cx="10515600" cy="83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0475" tIns="15225" rIns="30475" bIns="15225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NVIDIA Sans"/>
              <a:buNone/>
              <a:defRPr sz="2400" b="1" cap="none">
                <a:latin typeface="NVIDIA Sans"/>
                <a:ea typeface="NVIDIA Sans"/>
                <a:cs typeface="NVIDIA Sans"/>
                <a:sym typeface="NVIDIA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9pPr>
          </a:lstStyle>
          <a:p>
            <a:endParaRPr/>
          </a:p>
        </p:txBody>
      </p:sp>
      <p:sp>
        <p:nvSpPr>
          <p:cNvPr id="119" name="Google Shape;119;g3e23138d502_0_903"/>
          <p:cNvSpPr txBox="1">
            <a:spLocks noGrp="1"/>
          </p:cNvSpPr>
          <p:nvPr>
            <p:ph type="body" idx="1"/>
          </p:nvPr>
        </p:nvSpPr>
        <p:spPr>
          <a:xfrm>
            <a:off x="838200" y="829056"/>
            <a:ext cx="10515600" cy="46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0475" tIns="15225" rIns="30475" bIns="15225" anchor="t" anchorCtr="0">
            <a:noAutofit/>
          </a:bodyPr>
          <a:lstStyle>
            <a:lvl1pPr marL="457200" marR="0" lvl="0" indent="-22860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NVIDIA Sans"/>
              <a:buNone/>
              <a:defRPr sz="1600" b="0" i="0" u="none" strike="noStrike" cap="none">
                <a:solidFill>
                  <a:schemeClr val="dk2"/>
                </a:solidFill>
                <a:latin typeface="NVIDIA Sans"/>
                <a:ea typeface="NVIDIA Sans"/>
                <a:cs typeface="NVIDIA Sans"/>
                <a:sym typeface="NVIDIA Sans"/>
              </a:defRPr>
            </a:lvl1pPr>
            <a:lvl2pPr marL="914400" marR="0" lvl="1" indent="-22860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NVIDIA Sans"/>
              <a:buNone/>
              <a:defRPr sz="15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2pPr>
            <a:lvl3pPr marL="1371600" marR="0" lvl="2" indent="-22860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NVIDIA Sans"/>
              <a:buNone/>
              <a:defRPr sz="15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3pPr>
            <a:lvl4pPr marL="1828800" marR="0" lvl="3" indent="-22860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NVIDIA Sans"/>
              <a:buNone/>
              <a:defRPr sz="15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4pPr>
            <a:lvl5pPr marL="2286000" marR="0" lvl="4" indent="-22860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NVIDIA Sans"/>
              <a:buNone/>
              <a:defRPr sz="15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5pPr>
            <a:lvl6pPr marL="2743200" marR="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VIDIA Sans"/>
              <a:buChar char="•"/>
              <a:defRPr sz="18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6pPr>
            <a:lvl7pPr marL="3200400" marR="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VIDIA Sans"/>
              <a:buChar char="•"/>
              <a:defRPr sz="18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7pPr>
            <a:lvl8pPr marL="3657600" marR="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VIDIA Sans"/>
              <a:buChar char="•"/>
              <a:defRPr sz="18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8pPr>
            <a:lvl9pPr marL="4114800" marR="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VIDIA Sans"/>
              <a:buChar char="•"/>
              <a:defRPr sz="18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9pPr>
          </a:lstStyle>
          <a:p>
            <a:endParaRPr/>
          </a:p>
        </p:txBody>
      </p:sp>
      <p:sp>
        <p:nvSpPr>
          <p:cNvPr id="120" name="Google Shape;120;g3e23138d502_0_903"/>
          <p:cNvSpPr txBox="1">
            <a:spLocks noGrp="1"/>
          </p:cNvSpPr>
          <p:nvPr>
            <p:ph type="body" idx="2"/>
          </p:nvPr>
        </p:nvSpPr>
        <p:spPr>
          <a:xfrm>
            <a:off x="838200" y="1615440"/>
            <a:ext cx="5071800" cy="455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0475" tIns="15225" rIns="30475" bIns="15225" anchor="t" anchorCtr="0">
            <a:noAutofit/>
          </a:bodyPr>
          <a:lstStyle>
            <a:lvl1pPr marL="457200" marR="0" lvl="0" indent="-32385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1500"/>
              <a:buFont typeface="NVIDIA Sans"/>
              <a:buChar char="•"/>
              <a:defRPr sz="1500" b="0" i="0" u="none" strike="noStrike" cap="none">
                <a:solidFill>
                  <a:schemeClr val="lt1"/>
                </a:solidFill>
                <a:latin typeface="NVIDIA Sans"/>
                <a:ea typeface="NVIDIA Sans"/>
                <a:cs typeface="NVIDIA Sans"/>
                <a:sym typeface="NVIDIA Sans"/>
              </a:defRPr>
            </a:lvl1pPr>
            <a:lvl2pPr marL="914400" marR="0" lvl="1" indent="-31115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NVIDIA Sans"/>
              <a:buChar char="•"/>
              <a:defRPr sz="1300" b="0" i="0" u="none" strike="noStrike" cap="none">
                <a:solidFill>
                  <a:schemeClr val="lt1"/>
                </a:solidFill>
                <a:latin typeface="NVIDIA Sans"/>
                <a:ea typeface="NVIDIA Sans"/>
                <a:cs typeface="NVIDIA Sans"/>
                <a:sym typeface="NVIDIA Sans"/>
              </a:defRPr>
            </a:lvl2pPr>
            <a:lvl3pPr marL="1371600" marR="0" lvl="2" indent="-30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NVIDIA Sans"/>
              <a:buChar char="•"/>
              <a:defRPr sz="1200" b="0" i="0" u="none" strike="noStrike" cap="none">
                <a:solidFill>
                  <a:schemeClr val="lt1"/>
                </a:solidFill>
                <a:latin typeface="NVIDIA Sans"/>
                <a:ea typeface="NVIDIA Sans"/>
                <a:cs typeface="NVIDIA Sans"/>
                <a:sym typeface="NVIDIA Sans"/>
              </a:defRPr>
            </a:lvl3pPr>
            <a:lvl4pPr marL="1828800" marR="0" lvl="3" indent="-29845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NVIDIA Sans"/>
              <a:buChar char="•"/>
              <a:defRPr sz="1100" b="0" i="0" u="none" strike="noStrike" cap="none">
                <a:solidFill>
                  <a:schemeClr val="lt1"/>
                </a:solidFill>
                <a:latin typeface="NVIDIA Sans"/>
                <a:ea typeface="NVIDIA Sans"/>
                <a:cs typeface="NVIDIA Sans"/>
                <a:sym typeface="NVIDIA Sans"/>
              </a:defRPr>
            </a:lvl4pPr>
            <a:lvl5pPr marL="2286000" marR="0" lvl="4" indent="-28575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900"/>
              <a:buFont typeface="NVIDIA Sans"/>
              <a:buChar char="•"/>
              <a:defRPr sz="900" b="0" i="0" u="none" strike="noStrike" cap="none">
                <a:solidFill>
                  <a:schemeClr val="lt1"/>
                </a:solidFill>
                <a:latin typeface="NVIDIA Sans"/>
                <a:ea typeface="NVIDIA Sans"/>
                <a:cs typeface="NVIDIA Sans"/>
                <a:sym typeface="NVIDIA Sans"/>
              </a:defRPr>
            </a:lvl5pPr>
            <a:lvl6pPr marL="2743200" marR="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VIDIA Sans"/>
              <a:buChar char="•"/>
              <a:defRPr sz="18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6pPr>
            <a:lvl7pPr marL="3200400" marR="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VIDIA Sans"/>
              <a:buChar char="•"/>
              <a:defRPr sz="18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7pPr>
            <a:lvl8pPr marL="3657600" marR="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VIDIA Sans"/>
              <a:buChar char="•"/>
              <a:defRPr sz="18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8pPr>
            <a:lvl9pPr marL="4114800" marR="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VIDIA Sans"/>
              <a:buChar char="•"/>
              <a:defRPr sz="18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9pPr>
          </a:lstStyle>
          <a:p>
            <a:endParaRPr/>
          </a:p>
        </p:txBody>
      </p:sp>
      <p:sp>
        <p:nvSpPr>
          <p:cNvPr id="121" name="Google Shape;121;g3e23138d502_0_903"/>
          <p:cNvSpPr txBox="1">
            <a:spLocks noGrp="1"/>
          </p:cNvSpPr>
          <p:nvPr>
            <p:ph type="body" idx="3"/>
          </p:nvPr>
        </p:nvSpPr>
        <p:spPr>
          <a:xfrm>
            <a:off x="6281928" y="1615440"/>
            <a:ext cx="5071800" cy="455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0475" tIns="15225" rIns="30475" bIns="15225" anchor="t" anchorCtr="0">
            <a:noAutofit/>
          </a:bodyPr>
          <a:lstStyle>
            <a:lvl1pPr marL="457200" marR="0" lvl="0" indent="-32385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1500"/>
              <a:buFont typeface="NVIDIA Sans"/>
              <a:buChar char="•"/>
              <a:defRPr sz="1500" b="0" i="0" u="none" strike="noStrike" cap="none">
                <a:solidFill>
                  <a:schemeClr val="lt1"/>
                </a:solidFill>
                <a:latin typeface="NVIDIA Sans"/>
                <a:ea typeface="NVIDIA Sans"/>
                <a:cs typeface="NVIDIA Sans"/>
                <a:sym typeface="NVIDIA Sans"/>
              </a:defRPr>
            </a:lvl1pPr>
            <a:lvl2pPr marL="914400" marR="0" lvl="1" indent="-31115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NVIDIA Sans"/>
              <a:buChar char="•"/>
              <a:defRPr sz="1300" b="0" i="0" u="none" strike="noStrike" cap="none">
                <a:solidFill>
                  <a:schemeClr val="lt1"/>
                </a:solidFill>
                <a:latin typeface="NVIDIA Sans"/>
                <a:ea typeface="NVIDIA Sans"/>
                <a:cs typeface="NVIDIA Sans"/>
                <a:sym typeface="NVIDIA Sans"/>
              </a:defRPr>
            </a:lvl2pPr>
            <a:lvl3pPr marL="1371600" marR="0" lvl="2" indent="-30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NVIDIA Sans"/>
              <a:buChar char="•"/>
              <a:defRPr sz="1200" b="0" i="0" u="none" strike="noStrike" cap="none">
                <a:solidFill>
                  <a:schemeClr val="lt1"/>
                </a:solidFill>
                <a:latin typeface="NVIDIA Sans"/>
                <a:ea typeface="NVIDIA Sans"/>
                <a:cs typeface="NVIDIA Sans"/>
                <a:sym typeface="NVIDIA Sans"/>
              </a:defRPr>
            </a:lvl3pPr>
            <a:lvl4pPr marL="1828800" marR="0" lvl="3" indent="-29845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NVIDIA Sans"/>
              <a:buChar char="•"/>
              <a:defRPr sz="1100" b="0" i="0" u="none" strike="noStrike" cap="none">
                <a:solidFill>
                  <a:schemeClr val="lt1"/>
                </a:solidFill>
                <a:latin typeface="NVIDIA Sans"/>
                <a:ea typeface="NVIDIA Sans"/>
                <a:cs typeface="NVIDIA Sans"/>
                <a:sym typeface="NVIDIA Sans"/>
              </a:defRPr>
            </a:lvl4pPr>
            <a:lvl5pPr marL="2286000" marR="0" lvl="4" indent="-28575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900"/>
              <a:buFont typeface="NVIDIA Sans"/>
              <a:buChar char="•"/>
              <a:defRPr sz="900" b="0" i="0" u="none" strike="noStrike" cap="none">
                <a:solidFill>
                  <a:schemeClr val="lt1"/>
                </a:solidFill>
                <a:latin typeface="NVIDIA Sans"/>
                <a:ea typeface="NVIDIA Sans"/>
                <a:cs typeface="NVIDIA Sans"/>
                <a:sym typeface="NVIDIA Sans"/>
              </a:defRPr>
            </a:lvl5pPr>
            <a:lvl6pPr marL="2743200" marR="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VIDIA Sans"/>
              <a:buChar char="•"/>
              <a:defRPr sz="18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6pPr>
            <a:lvl7pPr marL="3200400" marR="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VIDIA Sans"/>
              <a:buChar char="•"/>
              <a:defRPr sz="18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7pPr>
            <a:lvl8pPr marL="3657600" marR="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VIDIA Sans"/>
              <a:buChar char="•"/>
              <a:defRPr sz="18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8pPr>
            <a:lvl9pPr marL="4114800" marR="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VIDIA Sans"/>
              <a:buChar char="•"/>
              <a:defRPr sz="18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FIDENTIAL_Two Column">
  <p:cSld name="CONFIDENTIAL_Two Column">
    <p:spTree>
      <p:nvGrpSpPr>
        <p:cNvPr id="1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g3e23138d502_0_908"/>
          <p:cNvSpPr txBox="1">
            <a:spLocks noGrp="1"/>
          </p:cNvSpPr>
          <p:nvPr>
            <p:ph type="title"/>
          </p:nvPr>
        </p:nvSpPr>
        <p:spPr>
          <a:xfrm>
            <a:off x="838200" y="0"/>
            <a:ext cx="10515600" cy="83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0475" tIns="15225" rIns="30475" bIns="15225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NVIDIA Sans"/>
              <a:buNone/>
              <a:defRPr sz="2400" b="1" cap="none">
                <a:latin typeface="NVIDIA Sans"/>
                <a:ea typeface="NVIDIA Sans"/>
                <a:cs typeface="NVIDIA Sans"/>
                <a:sym typeface="NVIDIA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9pPr>
          </a:lstStyle>
          <a:p>
            <a:endParaRPr/>
          </a:p>
        </p:txBody>
      </p:sp>
      <p:sp>
        <p:nvSpPr>
          <p:cNvPr id="124" name="Google Shape;124;g3e23138d502_0_908"/>
          <p:cNvSpPr txBox="1">
            <a:spLocks noGrp="1"/>
          </p:cNvSpPr>
          <p:nvPr>
            <p:ph type="body" idx="1"/>
          </p:nvPr>
        </p:nvSpPr>
        <p:spPr>
          <a:xfrm>
            <a:off x="838200" y="829056"/>
            <a:ext cx="10515600" cy="46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0475" tIns="15225" rIns="30475" bIns="15225" anchor="t" anchorCtr="0">
            <a:noAutofit/>
          </a:bodyPr>
          <a:lstStyle>
            <a:lvl1pPr marL="457200" marR="0" lvl="0" indent="-22860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NVIDIA Sans"/>
              <a:buNone/>
              <a:defRPr sz="1600" b="0" i="0" u="none" strike="noStrike" cap="none">
                <a:solidFill>
                  <a:schemeClr val="dk2"/>
                </a:solidFill>
                <a:latin typeface="NVIDIA Sans"/>
                <a:ea typeface="NVIDIA Sans"/>
                <a:cs typeface="NVIDIA Sans"/>
                <a:sym typeface="NVIDIA Sans"/>
              </a:defRPr>
            </a:lvl1pPr>
            <a:lvl2pPr marL="914400" marR="0" lvl="1" indent="-22860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NVIDIA Sans"/>
              <a:buNone/>
              <a:defRPr sz="15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2pPr>
            <a:lvl3pPr marL="1371600" marR="0" lvl="2" indent="-22860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NVIDIA Sans"/>
              <a:buNone/>
              <a:defRPr sz="15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3pPr>
            <a:lvl4pPr marL="1828800" marR="0" lvl="3" indent="-22860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NVIDIA Sans"/>
              <a:buNone/>
              <a:defRPr sz="15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4pPr>
            <a:lvl5pPr marL="2286000" marR="0" lvl="4" indent="-22860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NVIDIA Sans"/>
              <a:buNone/>
              <a:defRPr sz="15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5pPr>
            <a:lvl6pPr marL="2743200" marR="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VIDIA Sans"/>
              <a:buChar char="•"/>
              <a:defRPr sz="18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6pPr>
            <a:lvl7pPr marL="3200400" marR="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VIDIA Sans"/>
              <a:buChar char="•"/>
              <a:defRPr sz="18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7pPr>
            <a:lvl8pPr marL="3657600" marR="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VIDIA Sans"/>
              <a:buChar char="•"/>
              <a:defRPr sz="18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8pPr>
            <a:lvl9pPr marL="4114800" marR="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VIDIA Sans"/>
              <a:buChar char="•"/>
              <a:defRPr sz="18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9pPr>
          </a:lstStyle>
          <a:p>
            <a:endParaRPr/>
          </a:p>
        </p:txBody>
      </p:sp>
      <p:sp>
        <p:nvSpPr>
          <p:cNvPr id="125" name="Google Shape;125;g3e23138d502_0_908"/>
          <p:cNvSpPr txBox="1">
            <a:spLocks noGrp="1"/>
          </p:cNvSpPr>
          <p:nvPr>
            <p:ph type="body" idx="2"/>
          </p:nvPr>
        </p:nvSpPr>
        <p:spPr>
          <a:xfrm>
            <a:off x="838200" y="1615440"/>
            <a:ext cx="5071800" cy="455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0475" tIns="15225" rIns="30475" bIns="15225" anchor="t" anchorCtr="0">
            <a:noAutofit/>
          </a:bodyPr>
          <a:lstStyle>
            <a:lvl1pPr marL="457200" marR="0" lvl="0" indent="-32385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1500"/>
              <a:buFont typeface="NVIDIA Sans"/>
              <a:buChar char="•"/>
              <a:defRPr sz="1500" b="0" i="0" u="none" strike="noStrike" cap="none">
                <a:solidFill>
                  <a:schemeClr val="lt1"/>
                </a:solidFill>
                <a:latin typeface="NVIDIA Sans"/>
                <a:ea typeface="NVIDIA Sans"/>
                <a:cs typeface="NVIDIA Sans"/>
                <a:sym typeface="NVIDIA Sans"/>
              </a:defRPr>
            </a:lvl1pPr>
            <a:lvl2pPr marL="914400" marR="0" lvl="1" indent="-31115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NVIDIA Sans"/>
              <a:buChar char="•"/>
              <a:defRPr sz="1300" b="0" i="0" u="none" strike="noStrike" cap="none">
                <a:solidFill>
                  <a:schemeClr val="lt1"/>
                </a:solidFill>
                <a:latin typeface="NVIDIA Sans"/>
                <a:ea typeface="NVIDIA Sans"/>
                <a:cs typeface="NVIDIA Sans"/>
                <a:sym typeface="NVIDIA Sans"/>
              </a:defRPr>
            </a:lvl2pPr>
            <a:lvl3pPr marL="1371600" marR="0" lvl="2" indent="-30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NVIDIA Sans"/>
              <a:buChar char="•"/>
              <a:defRPr sz="1200" b="0" i="0" u="none" strike="noStrike" cap="none">
                <a:solidFill>
                  <a:schemeClr val="lt1"/>
                </a:solidFill>
                <a:latin typeface="NVIDIA Sans"/>
                <a:ea typeface="NVIDIA Sans"/>
                <a:cs typeface="NVIDIA Sans"/>
                <a:sym typeface="NVIDIA Sans"/>
              </a:defRPr>
            </a:lvl3pPr>
            <a:lvl4pPr marL="1828800" marR="0" lvl="3" indent="-29845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NVIDIA Sans"/>
              <a:buChar char="•"/>
              <a:defRPr sz="1100" b="0" i="0" u="none" strike="noStrike" cap="none">
                <a:solidFill>
                  <a:schemeClr val="lt1"/>
                </a:solidFill>
                <a:latin typeface="NVIDIA Sans"/>
                <a:ea typeface="NVIDIA Sans"/>
                <a:cs typeface="NVIDIA Sans"/>
                <a:sym typeface="NVIDIA Sans"/>
              </a:defRPr>
            </a:lvl4pPr>
            <a:lvl5pPr marL="2286000" marR="0" lvl="4" indent="-28575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900"/>
              <a:buFont typeface="NVIDIA Sans"/>
              <a:buChar char="•"/>
              <a:defRPr sz="900" b="0" i="0" u="none" strike="noStrike" cap="none">
                <a:solidFill>
                  <a:schemeClr val="lt1"/>
                </a:solidFill>
                <a:latin typeface="NVIDIA Sans"/>
                <a:ea typeface="NVIDIA Sans"/>
                <a:cs typeface="NVIDIA Sans"/>
                <a:sym typeface="NVIDIA Sans"/>
              </a:defRPr>
            </a:lvl5pPr>
            <a:lvl6pPr marL="2743200" marR="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VIDIA Sans"/>
              <a:buChar char="•"/>
              <a:defRPr sz="18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6pPr>
            <a:lvl7pPr marL="3200400" marR="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VIDIA Sans"/>
              <a:buChar char="•"/>
              <a:defRPr sz="18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7pPr>
            <a:lvl8pPr marL="3657600" marR="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VIDIA Sans"/>
              <a:buChar char="•"/>
              <a:defRPr sz="18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8pPr>
            <a:lvl9pPr marL="4114800" marR="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VIDIA Sans"/>
              <a:buChar char="•"/>
              <a:defRPr sz="18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9pPr>
          </a:lstStyle>
          <a:p>
            <a:endParaRPr/>
          </a:p>
        </p:txBody>
      </p:sp>
      <p:sp>
        <p:nvSpPr>
          <p:cNvPr id="126" name="Google Shape;126;g3e23138d502_0_908"/>
          <p:cNvSpPr txBox="1">
            <a:spLocks noGrp="1"/>
          </p:cNvSpPr>
          <p:nvPr>
            <p:ph type="body" idx="3"/>
          </p:nvPr>
        </p:nvSpPr>
        <p:spPr>
          <a:xfrm>
            <a:off x="6281928" y="1615440"/>
            <a:ext cx="5071800" cy="455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0475" tIns="15225" rIns="30475" bIns="15225" anchor="t" anchorCtr="0">
            <a:noAutofit/>
          </a:bodyPr>
          <a:lstStyle>
            <a:lvl1pPr marL="457200" marR="0" lvl="0" indent="-32385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1500"/>
              <a:buFont typeface="NVIDIA Sans"/>
              <a:buChar char="•"/>
              <a:defRPr sz="1500" b="0" i="0" u="none" strike="noStrike" cap="none">
                <a:solidFill>
                  <a:schemeClr val="lt1"/>
                </a:solidFill>
                <a:latin typeface="NVIDIA Sans"/>
                <a:ea typeface="NVIDIA Sans"/>
                <a:cs typeface="NVIDIA Sans"/>
                <a:sym typeface="NVIDIA Sans"/>
              </a:defRPr>
            </a:lvl1pPr>
            <a:lvl2pPr marL="914400" marR="0" lvl="1" indent="-31115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NVIDIA Sans"/>
              <a:buChar char="•"/>
              <a:defRPr sz="1300" b="0" i="0" u="none" strike="noStrike" cap="none">
                <a:solidFill>
                  <a:schemeClr val="lt1"/>
                </a:solidFill>
                <a:latin typeface="NVIDIA Sans"/>
                <a:ea typeface="NVIDIA Sans"/>
                <a:cs typeface="NVIDIA Sans"/>
                <a:sym typeface="NVIDIA Sans"/>
              </a:defRPr>
            </a:lvl2pPr>
            <a:lvl3pPr marL="1371600" marR="0" lvl="2" indent="-30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NVIDIA Sans"/>
              <a:buChar char="•"/>
              <a:defRPr sz="1200" b="0" i="0" u="none" strike="noStrike" cap="none">
                <a:solidFill>
                  <a:schemeClr val="lt1"/>
                </a:solidFill>
                <a:latin typeface="NVIDIA Sans"/>
                <a:ea typeface="NVIDIA Sans"/>
                <a:cs typeface="NVIDIA Sans"/>
                <a:sym typeface="NVIDIA Sans"/>
              </a:defRPr>
            </a:lvl3pPr>
            <a:lvl4pPr marL="1828800" marR="0" lvl="3" indent="-29845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NVIDIA Sans"/>
              <a:buChar char="•"/>
              <a:defRPr sz="1100" b="0" i="0" u="none" strike="noStrike" cap="none">
                <a:solidFill>
                  <a:schemeClr val="lt1"/>
                </a:solidFill>
                <a:latin typeface="NVIDIA Sans"/>
                <a:ea typeface="NVIDIA Sans"/>
                <a:cs typeface="NVIDIA Sans"/>
                <a:sym typeface="NVIDIA Sans"/>
              </a:defRPr>
            </a:lvl4pPr>
            <a:lvl5pPr marL="2286000" marR="0" lvl="4" indent="-28575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900"/>
              <a:buFont typeface="NVIDIA Sans"/>
              <a:buChar char="•"/>
              <a:defRPr sz="900" b="0" i="0" u="none" strike="noStrike" cap="none">
                <a:solidFill>
                  <a:schemeClr val="lt1"/>
                </a:solidFill>
                <a:latin typeface="NVIDIA Sans"/>
                <a:ea typeface="NVIDIA Sans"/>
                <a:cs typeface="NVIDIA Sans"/>
                <a:sym typeface="NVIDIA Sans"/>
              </a:defRPr>
            </a:lvl5pPr>
            <a:lvl6pPr marL="2743200" marR="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VIDIA Sans"/>
              <a:buChar char="•"/>
              <a:defRPr sz="18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6pPr>
            <a:lvl7pPr marL="3200400" marR="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VIDIA Sans"/>
              <a:buChar char="•"/>
              <a:defRPr sz="18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7pPr>
            <a:lvl8pPr marL="3657600" marR="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VIDIA Sans"/>
              <a:buChar char="•"/>
              <a:defRPr sz="18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8pPr>
            <a:lvl9pPr marL="4114800" marR="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VIDIA Sans"/>
              <a:buChar char="•"/>
              <a:defRPr sz="18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9pPr>
          </a:lstStyle>
          <a:p>
            <a:endParaRPr/>
          </a:p>
        </p:txBody>
      </p:sp>
      <p:sp>
        <p:nvSpPr>
          <p:cNvPr id="127" name="Google Shape;127;g3e23138d502_0_908"/>
          <p:cNvSpPr txBox="1"/>
          <p:nvPr/>
        </p:nvSpPr>
        <p:spPr>
          <a:xfrm>
            <a:off x="236162" y="6545262"/>
            <a:ext cx="2168100" cy="27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0475" tIns="15225" rIns="30475" bIns="15225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chemeClr val="lt1"/>
                </a:solidFill>
                <a:latin typeface="NVIDIA Sans Medium"/>
                <a:ea typeface="NVIDIA Sans Medium"/>
                <a:cs typeface="NVIDIA Sans Medium"/>
                <a:sym typeface="NVIDIA Sans Medium"/>
              </a:rPr>
              <a:t>NVIDIA CONFIDENTIAL. DO NOT DISTRIBUTE.</a:t>
            </a:r>
            <a:endParaRPr sz="500"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DING_Title, Subtitle, Bullets">
  <p:cSld name="CODING_Title, Subtitle, Bullets">
    <p:spTree>
      <p:nvGrpSpPr>
        <p:cNvPr id="1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g3e23138d502_0_914"/>
          <p:cNvSpPr txBox="1">
            <a:spLocks noGrp="1"/>
          </p:cNvSpPr>
          <p:nvPr>
            <p:ph type="title"/>
          </p:nvPr>
        </p:nvSpPr>
        <p:spPr>
          <a:xfrm>
            <a:off x="838200" y="0"/>
            <a:ext cx="10515600" cy="83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0475" tIns="15225" rIns="30475" bIns="15225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Roboto Mono"/>
              <a:buNone/>
              <a:defRPr sz="2400" b="1" cap="none">
                <a:latin typeface="Roboto Mono"/>
                <a:ea typeface="Roboto Mono"/>
                <a:cs typeface="Roboto Mono"/>
                <a:sym typeface="Roboto Mon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9pPr>
          </a:lstStyle>
          <a:p>
            <a:endParaRPr/>
          </a:p>
        </p:txBody>
      </p:sp>
      <p:sp>
        <p:nvSpPr>
          <p:cNvPr id="130" name="Google Shape;130;g3e23138d502_0_914"/>
          <p:cNvSpPr txBox="1">
            <a:spLocks noGrp="1"/>
          </p:cNvSpPr>
          <p:nvPr>
            <p:ph type="body" idx="1"/>
          </p:nvPr>
        </p:nvSpPr>
        <p:spPr>
          <a:xfrm>
            <a:off x="838200" y="1624584"/>
            <a:ext cx="10515600" cy="455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0475" tIns="15225" rIns="30475" bIns="15225" anchor="t" anchorCtr="0">
            <a:noAutofit/>
          </a:bodyPr>
          <a:lstStyle>
            <a:lvl1pPr marL="457200" marR="0" lvl="0" indent="-32385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1500"/>
              <a:buFont typeface="NVIDIA Sans"/>
              <a:buChar char="•"/>
              <a:defRPr sz="1500" b="0" i="0" u="none" strike="noStrike" cap="none">
                <a:solidFill>
                  <a:schemeClr val="lt1"/>
                </a:solidFill>
                <a:latin typeface="Roboto Mono"/>
                <a:ea typeface="Roboto Mono"/>
                <a:cs typeface="Roboto Mono"/>
                <a:sym typeface="Roboto Mono"/>
              </a:defRPr>
            </a:lvl1pPr>
            <a:lvl2pPr marL="914400" marR="0" lvl="1" indent="-31115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NVIDIA Sans"/>
              <a:buChar char="•"/>
              <a:defRPr sz="1300" b="0" i="0" u="none" strike="noStrike" cap="none">
                <a:solidFill>
                  <a:schemeClr val="lt1"/>
                </a:solidFill>
                <a:latin typeface="Roboto Mono"/>
                <a:ea typeface="Roboto Mono"/>
                <a:cs typeface="Roboto Mono"/>
                <a:sym typeface="Roboto Mono"/>
              </a:defRPr>
            </a:lvl2pPr>
            <a:lvl3pPr marL="1371600" marR="0" lvl="2" indent="-30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NVIDIA Sans"/>
              <a:buChar char="•"/>
              <a:defRPr sz="1200" b="0" i="0" u="none" strike="noStrike" cap="none">
                <a:solidFill>
                  <a:schemeClr val="lt1"/>
                </a:solidFill>
                <a:latin typeface="Roboto Mono"/>
                <a:ea typeface="Roboto Mono"/>
                <a:cs typeface="Roboto Mono"/>
                <a:sym typeface="Roboto Mono"/>
              </a:defRPr>
            </a:lvl3pPr>
            <a:lvl4pPr marL="1828800" marR="0" lvl="3" indent="-29845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NVIDIA Sans"/>
              <a:buChar char="•"/>
              <a:defRPr sz="1100" b="0" i="0" u="none" strike="noStrike" cap="none">
                <a:solidFill>
                  <a:schemeClr val="lt1"/>
                </a:solidFill>
                <a:latin typeface="Roboto Mono"/>
                <a:ea typeface="Roboto Mono"/>
                <a:cs typeface="Roboto Mono"/>
                <a:sym typeface="Roboto Mono"/>
              </a:defRPr>
            </a:lvl4pPr>
            <a:lvl5pPr marL="2286000" marR="0" lvl="4" indent="-28575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900"/>
              <a:buFont typeface="NVIDIA Sans"/>
              <a:buChar char="•"/>
              <a:defRPr sz="900" b="0" i="0" u="none" strike="noStrike" cap="none">
                <a:solidFill>
                  <a:schemeClr val="lt1"/>
                </a:solidFill>
                <a:latin typeface="Roboto Mono"/>
                <a:ea typeface="Roboto Mono"/>
                <a:cs typeface="Roboto Mono"/>
                <a:sym typeface="Roboto Mono"/>
              </a:defRPr>
            </a:lvl5pPr>
            <a:lvl6pPr marL="2743200" marR="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VIDIA Sans"/>
              <a:buChar char="•"/>
              <a:defRPr sz="18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6pPr>
            <a:lvl7pPr marL="3200400" marR="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VIDIA Sans"/>
              <a:buChar char="•"/>
              <a:defRPr sz="18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7pPr>
            <a:lvl8pPr marL="3657600" marR="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VIDIA Sans"/>
              <a:buChar char="•"/>
              <a:defRPr sz="18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8pPr>
            <a:lvl9pPr marL="4114800" marR="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VIDIA Sans"/>
              <a:buChar char="•"/>
              <a:defRPr sz="18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9pPr>
          </a:lstStyle>
          <a:p>
            <a:endParaRPr/>
          </a:p>
        </p:txBody>
      </p:sp>
      <p:sp>
        <p:nvSpPr>
          <p:cNvPr id="131" name="Google Shape;131;g3e23138d502_0_914"/>
          <p:cNvSpPr txBox="1">
            <a:spLocks noGrp="1"/>
          </p:cNvSpPr>
          <p:nvPr>
            <p:ph type="body" idx="2"/>
          </p:nvPr>
        </p:nvSpPr>
        <p:spPr>
          <a:xfrm>
            <a:off x="838200" y="829056"/>
            <a:ext cx="10515600" cy="46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0475" tIns="15225" rIns="30475" bIns="15225" anchor="t" anchorCtr="0">
            <a:noAutofit/>
          </a:bodyPr>
          <a:lstStyle>
            <a:lvl1pPr marL="457200" marR="0" lvl="0" indent="-22860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NVIDIA Sans"/>
              <a:buNone/>
              <a:defRPr sz="1600" b="0" i="0" u="none" strike="noStrike" cap="none">
                <a:solidFill>
                  <a:schemeClr val="dk2"/>
                </a:solidFill>
                <a:latin typeface="Roboto Mono"/>
                <a:ea typeface="Roboto Mono"/>
                <a:cs typeface="Roboto Mono"/>
                <a:sym typeface="Roboto Mono"/>
              </a:defRPr>
            </a:lvl1pPr>
            <a:lvl2pPr marL="914400" marR="0" lvl="1" indent="-22860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NVIDIA Sans"/>
              <a:buNone/>
              <a:defRPr sz="15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2pPr>
            <a:lvl3pPr marL="1371600" marR="0" lvl="2" indent="-22860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NVIDIA Sans"/>
              <a:buNone/>
              <a:defRPr sz="15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3pPr>
            <a:lvl4pPr marL="1828800" marR="0" lvl="3" indent="-22860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NVIDIA Sans"/>
              <a:buNone/>
              <a:defRPr sz="15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4pPr>
            <a:lvl5pPr marL="2286000" marR="0" lvl="4" indent="-22860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NVIDIA Sans"/>
              <a:buNone/>
              <a:defRPr sz="15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5pPr>
            <a:lvl6pPr marL="2743200" marR="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VIDIA Sans"/>
              <a:buChar char="•"/>
              <a:defRPr sz="18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6pPr>
            <a:lvl7pPr marL="3200400" marR="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VIDIA Sans"/>
              <a:buChar char="•"/>
              <a:defRPr sz="18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7pPr>
            <a:lvl8pPr marL="3657600" marR="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VIDIA Sans"/>
              <a:buChar char="•"/>
              <a:defRPr sz="18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8pPr>
            <a:lvl9pPr marL="4114800" marR="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VIDIA Sans"/>
              <a:buChar char="•"/>
              <a:defRPr sz="18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FIDENTIAL_Coding">
  <p:cSld name="CONFIDENTIAL_Coding">
    <p:spTree>
      <p:nvGrpSpPr>
        <p:cNvPr id="1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g3e23138d502_0_918"/>
          <p:cNvSpPr txBox="1">
            <a:spLocks noGrp="1"/>
          </p:cNvSpPr>
          <p:nvPr>
            <p:ph type="title"/>
          </p:nvPr>
        </p:nvSpPr>
        <p:spPr>
          <a:xfrm>
            <a:off x="838200" y="0"/>
            <a:ext cx="10515600" cy="83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0475" tIns="15225" rIns="30475" bIns="15225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Roboto Mono"/>
              <a:buNone/>
              <a:defRPr sz="2400" b="1" cap="none">
                <a:latin typeface="Roboto Mono"/>
                <a:ea typeface="Roboto Mono"/>
                <a:cs typeface="Roboto Mono"/>
                <a:sym typeface="Roboto Mon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9pPr>
          </a:lstStyle>
          <a:p>
            <a:endParaRPr/>
          </a:p>
        </p:txBody>
      </p:sp>
      <p:sp>
        <p:nvSpPr>
          <p:cNvPr id="134" name="Google Shape;134;g3e23138d502_0_918"/>
          <p:cNvSpPr txBox="1">
            <a:spLocks noGrp="1"/>
          </p:cNvSpPr>
          <p:nvPr>
            <p:ph type="body" idx="1"/>
          </p:nvPr>
        </p:nvSpPr>
        <p:spPr>
          <a:xfrm>
            <a:off x="838200" y="1624584"/>
            <a:ext cx="10515600" cy="455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0475" tIns="15225" rIns="30475" bIns="15225" anchor="t" anchorCtr="0">
            <a:noAutofit/>
          </a:bodyPr>
          <a:lstStyle>
            <a:lvl1pPr marL="457200" marR="0" lvl="0" indent="-32385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1500"/>
              <a:buFont typeface="NVIDIA Sans"/>
              <a:buChar char="•"/>
              <a:defRPr sz="1500" b="0" i="0" u="none" strike="noStrike" cap="none">
                <a:solidFill>
                  <a:schemeClr val="lt1"/>
                </a:solidFill>
                <a:latin typeface="Roboto Mono"/>
                <a:ea typeface="Roboto Mono"/>
                <a:cs typeface="Roboto Mono"/>
                <a:sym typeface="Roboto Mono"/>
              </a:defRPr>
            </a:lvl1pPr>
            <a:lvl2pPr marL="914400" marR="0" lvl="1" indent="-31115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NVIDIA Sans"/>
              <a:buChar char="•"/>
              <a:defRPr sz="1300" b="0" i="0" u="none" strike="noStrike" cap="none">
                <a:solidFill>
                  <a:schemeClr val="lt1"/>
                </a:solidFill>
                <a:latin typeface="Roboto Mono"/>
                <a:ea typeface="Roboto Mono"/>
                <a:cs typeface="Roboto Mono"/>
                <a:sym typeface="Roboto Mono"/>
              </a:defRPr>
            </a:lvl2pPr>
            <a:lvl3pPr marL="1371600" marR="0" lvl="2" indent="-30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NVIDIA Sans"/>
              <a:buChar char="•"/>
              <a:defRPr sz="1200" b="0" i="0" u="none" strike="noStrike" cap="none">
                <a:solidFill>
                  <a:schemeClr val="lt1"/>
                </a:solidFill>
                <a:latin typeface="Roboto Mono"/>
                <a:ea typeface="Roboto Mono"/>
                <a:cs typeface="Roboto Mono"/>
                <a:sym typeface="Roboto Mono"/>
              </a:defRPr>
            </a:lvl3pPr>
            <a:lvl4pPr marL="1828800" marR="0" lvl="3" indent="-29845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NVIDIA Sans"/>
              <a:buChar char="•"/>
              <a:defRPr sz="1100" b="0" i="0" u="none" strike="noStrike" cap="none">
                <a:solidFill>
                  <a:schemeClr val="lt1"/>
                </a:solidFill>
                <a:latin typeface="Roboto Mono"/>
                <a:ea typeface="Roboto Mono"/>
                <a:cs typeface="Roboto Mono"/>
                <a:sym typeface="Roboto Mono"/>
              </a:defRPr>
            </a:lvl4pPr>
            <a:lvl5pPr marL="2286000" marR="0" lvl="4" indent="-28575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900"/>
              <a:buFont typeface="NVIDIA Sans"/>
              <a:buChar char="•"/>
              <a:defRPr sz="900" b="0" i="0" u="none" strike="noStrike" cap="none">
                <a:solidFill>
                  <a:schemeClr val="lt1"/>
                </a:solidFill>
                <a:latin typeface="Roboto Mono"/>
                <a:ea typeface="Roboto Mono"/>
                <a:cs typeface="Roboto Mono"/>
                <a:sym typeface="Roboto Mono"/>
              </a:defRPr>
            </a:lvl5pPr>
            <a:lvl6pPr marL="2743200" marR="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VIDIA Sans"/>
              <a:buChar char="•"/>
              <a:defRPr sz="18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6pPr>
            <a:lvl7pPr marL="3200400" marR="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VIDIA Sans"/>
              <a:buChar char="•"/>
              <a:defRPr sz="18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7pPr>
            <a:lvl8pPr marL="3657600" marR="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VIDIA Sans"/>
              <a:buChar char="•"/>
              <a:defRPr sz="18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8pPr>
            <a:lvl9pPr marL="4114800" marR="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VIDIA Sans"/>
              <a:buChar char="•"/>
              <a:defRPr sz="18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9pPr>
          </a:lstStyle>
          <a:p>
            <a:endParaRPr/>
          </a:p>
        </p:txBody>
      </p:sp>
      <p:sp>
        <p:nvSpPr>
          <p:cNvPr id="135" name="Google Shape;135;g3e23138d502_0_918"/>
          <p:cNvSpPr txBox="1">
            <a:spLocks noGrp="1"/>
          </p:cNvSpPr>
          <p:nvPr>
            <p:ph type="body" idx="2"/>
          </p:nvPr>
        </p:nvSpPr>
        <p:spPr>
          <a:xfrm>
            <a:off x="838200" y="829056"/>
            <a:ext cx="10515600" cy="46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0475" tIns="15225" rIns="30475" bIns="15225" anchor="t" anchorCtr="0">
            <a:noAutofit/>
          </a:bodyPr>
          <a:lstStyle>
            <a:lvl1pPr marL="457200" marR="0" lvl="0" indent="-22860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NVIDIA Sans"/>
              <a:buNone/>
              <a:defRPr sz="1600" b="0" i="0" u="none" strike="noStrike" cap="none">
                <a:solidFill>
                  <a:schemeClr val="dk2"/>
                </a:solidFill>
                <a:latin typeface="Roboto Mono"/>
                <a:ea typeface="Roboto Mono"/>
                <a:cs typeface="Roboto Mono"/>
                <a:sym typeface="Roboto Mono"/>
              </a:defRPr>
            </a:lvl1pPr>
            <a:lvl2pPr marL="914400" marR="0" lvl="1" indent="-22860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NVIDIA Sans"/>
              <a:buNone/>
              <a:defRPr sz="15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2pPr>
            <a:lvl3pPr marL="1371600" marR="0" lvl="2" indent="-22860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NVIDIA Sans"/>
              <a:buNone/>
              <a:defRPr sz="15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3pPr>
            <a:lvl4pPr marL="1828800" marR="0" lvl="3" indent="-22860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NVIDIA Sans"/>
              <a:buNone/>
              <a:defRPr sz="15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4pPr>
            <a:lvl5pPr marL="2286000" marR="0" lvl="4" indent="-22860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NVIDIA Sans"/>
              <a:buNone/>
              <a:defRPr sz="15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5pPr>
            <a:lvl6pPr marL="2743200" marR="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VIDIA Sans"/>
              <a:buChar char="•"/>
              <a:defRPr sz="18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6pPr>
            <a:lvl7pPr marL="3200400" marR="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VIDIA Sans"/>
              <a:buChar char="•"/>
              <a:defRPr sz="18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7pPr>
            <a:lvl8pPr marL="3657600" marR="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VIDIA Sans"/>
              <a:buChar char="•"/>
              <a:defRPr sz="18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8pPr>
            <a:lvl9pPr marL="4114800" marR="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VIDIA Sans"/>
              <a:buChar char="•"/>
              <a:defRPr sz="18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9pPr>
          </a:lstStyle>
          <a:p>
            <a:endParaRPr/>
          </a:p>
        </p:txBody>
      </p:sp>
      <p:sp>
        <p:nvSpPr>
          <p:cNvPr id="136" name="Google Shape;136;g3e23138d502_0_918"/>
          <p:cNvSpPr txBox="1"/>
          <p:nvPr/>
        </p:nvSpPr>
        <p:spPr>
          <a:xfrm>
            <a:off x="236162" y="6545262"/>
            <a:ext cx="2168100" cy="27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0475" tIns="15225" rIns="30475" bIns="15225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chemeClr val="lt1"/>
                </a:solidFill>
                <a:latin typeface="NVIDIA Sans Medium"/>
                <a:ea typeface="NVIDIA Sans Medium"/>
                <a:cs typeface="NVIDIA Sans Medium"/>
                <a:sym typeface="NVIDIA Sans Medium"/>
              </a:rPr>
              <a:t>NVIDIA CONFIDENTIAL. DO NOT DISTRIBUTE.</a:t>
            </a:r>
            <a:endParaRPr sz="500"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Agenda">
  <p:cSld name="1_Agenda">
    <p:spTree>
      <p:nvGrpSpPr>
        <p:cNvPr id="1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8" name="Google Shape;138;g3e23138d502_0_923" descr="A green curved lines with a bright light behind them  Description automatically generated"/>
          <p:cNvPicPr preferRelativeResize="0"/>
          <p:nvPr/>
        </p:nvPicPr>
        <p:blipFill rotWithShape="1">
          <a:blip r:embed="rId2">
            <a:alphaModFix/>
          </a:blip>
          <a:srcRect l="2406" r="51138" b="921"/>
          <a:stretch/>
        </p:blipFill>
        <p:spPr>
          <a:xfrm>
            <a:off x="0" y="0"/>
            <a:ext cx="5716901" cy="6857999"/>
          </a:xfrm>
          <a:prstGeom prst="rect">
            <a:avLst/>
          </a:prstGeom>
          <a:noFill/>
          <a:ln>
            <a:noFill/>
          </a:ln>
        </p:spPr>
      </p:pic>
      <p:sp>
        <p:nvSpPr>
          <p:cNvPr id="139" name="Google Shape;139;g3e23138d502_0_923"/>
          <p:cNvSpPr/>
          <p:nvPr/>
        </p:nvSpPr>
        <p:spPr>
          <a:xfrm>
            <a:off x="0" y="0"/>
            <a:ext cx="5716800" cy="6858000"/>
          </a:xfrm>
          <a:prstGeom prst="rect">
            <a:avLst/>
          </a:prstGeom>
          <a:solidFill>
            <a:schemeClr val="dk1">
              <a:alpha val="14900"/>
            </a:schemeClr>
          </a:solidFill>
          <a:ln>
            <a:noFill/>
          </a:ln>
        </p:spPr>
        <p:txBody>
          <a:bodyPr spcFirstLastPara="1" wrap="square" lIns="30475" tIns="15225" rIns="30475" bIns="15225" anchor="ctr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300">
              <a:solidFill>
                <a:schemeClr val="dk1"/>
              </a:solidFill>
              <a:latin typeface="NVIDIA Sans"/>
              <a:ea typeface="NVIDIA Sans"/>
              <a:cs typeface="NVIDIA Sans"/>
              <a:sym typeface="NVIDIA Sans"/>
            </a:endParaRPr>
          </a:p>
        </p:txBody>
      </p:sp>
      <p:sp>
        <p:nvSpPr>
          <p:cNvPr id="140" name="Google Shape;140;g3e23138d502_0_923"/>
          <p:cNvSpPr/>
          <p:nvPr/>
        </p:nvSpPr>
        <p:spPr>
          <a:xfrm>
            <a:off x="5734873" y="1798320"/>
            <a:ext cx="189000" cy="50598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30475" tIns="15225" rIns="30475" bIns="15225" anchor="ctr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300">
              <a:solidFill>
                <a:schemeClr val="dk1"/>
              </a:solidFill>
              <a:latin typeface="NVIDIA Sans"/>
              <a:ea typeface="NVIDIA Sans"/>
              <a:cs typeface="NVIDIA Sans"/>
              <a:sym typeface="NVIDIA Sans"/>
            </a:endParaRPr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Quote - LONG Layout">
  <p:cSld name="Quote - LONG Layout">
    <p:spTree>
      <p:nvGrpSpPr>
        <p:cNvPr id="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2" name="Google Shape;142;g3e23138d502_0_927" descr="A green and white background  Description automatically generated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12191998" cy="6857999"/>
          </a:xfrm>
          <a:prstGeom prst="rect">
            <a:avLst/>
          </a:prstGeom>
          <a:noFill/>
          <a:ln>
            <a:noFill/>
          </a:ln>
        </p:spPr>
      </p:pic>
      <p:sp>
        <p:nvSpPr>
          <p:cNvPr id="143" name="Google Shape;143;g3e23138d502_0_927"/>
          <p:cNvSpPr/>
          <p:nvPr/>
        </p:nvSpPr>
        <p:spPr>
          <a:xfrm>
            <a:off x="0" y="1381256"/>
            <a:ext cx="12192000" cy="717300"/>
          </a:xfrm>
          <a:prstGeom prst="rect">
            <a:avLst/>
          </a:prstGeom>
          <a:gradFill>
            <a:gsLst>
              <a:gs pos="0">
                <a:srgbClr val="FFFFFF">
                  <a:alpha val="0"/>
                </a:srgbClr>
              </a:gs>
              <a:gs pos="100000">
                <a:schemeClr val="dk1"/>
              </a:gs>
            </a:gsLst>
            <a:lin ang="5400012" scaled="0"/>
          </a:gradFill>
          <a:ln>
            <a:noFill/>
          </a:ln>
        </p:spPr>
        <p:txBody>
          <a:bodyPr spcFirstLastPara="1" wrap="square" lIns="30475" tIns="15225" rIns="30475" bIns="15225" anchor="ctr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300">
              <a:solidFill>
                <a:schemeClr val="dk1"/>
              </a:solidFill>
              <a:latin typeface="NVIDIA Sans"/>
              <a:ea typeface="NVIDIA Sans"/>
              <a:cs typeface="NVIDIA Sans"/>
              <a:sym typeface="NVIDIA Sans"/>
            </a:endParaRPr>
          </a:p>
        </p:txBody>
      </p:sp>
      <p:sp>
        <p:nvSpPr>
          <p:cNvPr id="144" name="Google Shape;144;g3e23138d502_0_927"/>
          <p:cNvSpPr/>
          <p:nvPr/>
        </p:nvSpPr>
        <p:spPr>
          <a:xfrm rot="10800000" flipH="1">
            <a:off x="0" y="5089950"/>
            <a:ext cx="12192000" cy="1406100"/>
          </a:xfrm>
          <a:prstGeom prst="rect">
            <a:avLst/>
          </a:prstGeom>
          <a:gradFill>
            <a:gsLst>
              <a:gs pos="0">
                <a:srgbClr val="FFFFFF">
                  <a:alpha val="0"/>
                </a:srgbClr>
              </a:gs>
              <a:gs pos="100000">
                <a:schemeClr val="dk1"/>
              </a:gs>
            </a:gsLst>
            <a:lin ang="5400012" scaled="0"/>
          </a:gradFill>
          <a:ln>
            <a:noFill/>
          </a:ln>
        </p:spPr>
        <p:txBody>
          <a:bodyPr spcFirstLastPara="1" wrap="square" lIns="30475" tIns="15225" rIns="30475" bIns="15225" anchor="ctr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300">
              <a:solidFill>
                <a:schemeClr val="dk1"/>
              </a:solidFill>
              <a:latin typeface="NVIDIA Sans"/>
              <a:ea typeface="NVIDIA Sans"/>
              <a:cs typeface="NVIDIA Sans"/>
              <a:sym typeface="NVIDIA Sans"/>
            </a:endParaRPr>
          </a:p>
        </p:txBody>
      </p:sp>
      <p:sp>
        <p:nvSpPr>
          <p:cNvPr id="145" name="Google Shape;145;g3e23138d502_0_927"/>
          <p:cNvSpPr/>
          <p:nvPr/>
        </p:nvSpPr>
        <p:spPr>
          <a:xfrm>
            <a:off x="0" y="356077"/>
            <a:ext cx="12192000" cy="1406100"/>
          </a:xfrm>
          <a:prstGeom prst="rect">
            <a:avLst/>
          </a:prstGeom>
          <a:gradFill>
            <a:gsLst>
              <a:gs pos="0">
                <a:srgbClr val="FFFFFF">
                  <a:alpha val="0"/>
                </a:srgbClr>
              </a:gs>
              <a:gs pos="100000">
                <a:schemeClr val="dk1"/>
              </a:gs>
            </a:gsLst>
            <a:lin ang="5400012" scaled="0"/>
          </a:gradFill>
          <a:ln>
            <a:noFill/>
          </a:ln>
        </p:spPr>
        <p:txBody>
          <a:bodyPr spcFirstLastPara="1" wrap="square" lIns="30475" tIns="15225" rIns="30475" bIns="15225" anchor="ctr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300">
              <a:solidFill>
                <a:schemeClr val="dk1"/>
              </a:solidFill>
              <a:latin typeface="NVIDIA Sans"/>
              <a:ea typeface="NVIDIA Sans"/>
              <a:cs typeface="NVIDIA Sans"/>
              <a:sym typeface="NVIDIA Sans"/>
            </a:endParaRPr>
          </a:p>
        </p:txBody>
      </p:sp>
      <p:sp>
        <p:nvSpPr>
          <p:cNvPr id="146" name="Google Shape;146;g3e23138d502_0_927"/>
          <p:cNvSpPr txBox="1">
            <a:spLocks noGrp="1"/>
          </p:cNvSpPr>
          <p:nvPr>
            <p:ph type="body" idx="1"/>
          </p:nvPr>
        </p:nvSpPr>
        <p:spPr>
          <a:xfrm>
            <a:off x="2052918" y="4478187"/>
            <a:ext cx="8086200" cy="34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0475" tIns="15225" rIns="30475" bIns="15225" anchor="t" anchorCtr="0">
            <a:noAutofit/>
          </a:bodyPr>
          <a:lstStyle>
            <a:lvl1pPr marL="457200" marR="0" lvl="0" indent="-22860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500"/>
              <a:buFont typeface="NVIDIA Sans"/>
              <a:buNone/>
              <a:defRPr sz="1500" b="0" i="1" u="none" strike="noStrike" cap="none">
                <a:solidFill>
                  <a:schemeClr val="dk2"/>
                </a:solidFill>
                <a:latin typeface="NVIDIA Sans"/>
                <a:ea typeface="NVIDIA Sans"/>
                <a:cs typeface="NVIDIA Sans"/>
                <a:sym typeface="NVIDIA Sans"/>
              </a:defRPr>
            </a:lvl1pPr>
            <a:lvl2pPr marL="914400" marR="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2500"/>
              <a:buFont typeface="NVIDIA Sans"/>
              <a:buNone/>
              <a:defRPr sz="2500" b="0" i="0" u="none" strike="noStrike" cap="none">
                <a:solidFill>
                  <a:schemeClr val="dk2"/>
                </a:solidFill>
                <a:latin typeface="NVIDIA Sans"/>
                <a:ea typeface="NVIDIA Sans"/>
                <a:cs typeface="NVIDIA Sans"/>
                <a:sym typeface="NVIDIA Sans"/>
              </a:defRPr>
            </a:lvl2pPr>
            <a:lvl3pPr marL="1371600" marR="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2500"/>
              <a:buFont typeface="NVIDIA Sans"/>
              <a:buNone/>
              <a:defRPr sz="2500" b="0" i="0" u="none" strike="noStrike" cap="none">
                <a:solidFill>
                  <a:schemeClr val="dk2"/>
                </a:solidFill>
                <a:latin typeface="NVIDIA Sans"/>
                <a:ea typeface="NVIDIA Sans"/>
                <a:cs typeface="NVIDIA Sans"/>
                <a:sym typeface="NVIDIA Sans"/>
              </a:defRPr>
            </a:lvl3pPr>
            <a:lvl4pPr marL="1828800" marR="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VIDIA Sans"/>
              <a:buNone/>
              <a:defRPr sz="18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4pPr>
            <a:lvl5pPr marL="2286000" marR="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VIDIA Sans"/>
              <a:buChar char="•"/>
              <a:defRPr sz="18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5pPr>
            <a:lvl6pPr marL="2743200" marR="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VIDIA Sans"/>
              <a:buChar char="•"/>
              <a:defRPr sz="18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6pPr>
            <a:lvl7pPr marL="3200400" marR="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VIDIA Sans"/>
              <a:buChar char="•"/>
              <a:defRPr sz="18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7pPr>
            <a:lvl8pPr marL="3657600" marR="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VIDIA Sans"/>
              <a:buChar char="•"/>
              <a:defRPr sz="18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8pPr>
            <a:lvl9pPr marL="4114800" marR="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VIDIA Sans"/>
              <a:buChar char="•"/>
              <a:defRPr sz="18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9pPr>
          </a:lstStyle>
          <a:p>
            <a:endParaRPr/>
          </a:p>
        </p:txBody>
      </p:sp>
      <p:sp>
        <p:nvSpPr>
          <p:cNvPr id="147" name="Google Shape;147;g3e23138d502_0_927"/>
          <p:cNvSpPr txBox="1">
            <a:spLocks noGrp="1"/>
          </p:cNvSpPr>
          <p:nvPr>
            <p:ph type="body" idx="2"/>
          </p:nvPr>
        </p:nvSpPr>
        <p:spPr>
          <a:xfrm>
            <a:off x="2052918" y="1902069"/>
            <a:ext cx="8086200" cy="243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0475" tIns="15225" rIns="30475" bIns="15225" anchor="ctr" anchorCtr="0">
            <a:noAutofit/>
          </a:bodyPr>
          <a:lstStyle>
            <a:lvl1pPr marL="457200" marR="0" lvl="0" indent="-22860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NVIDIA Sans"/>
              <a:buNone/>
              <a:defRPr sz="4000" b="0" i="0" u="none" strike="noStrike" cap="none">
                <a:solidFill>
                  <a:schemeClr val="lt1"/>
                </a:solidFill>
                <a:latin typeface="NVIDIA Sans Light"/>
                <a:ea typeface="NVIDIA Sans Light"/>
                <a:cs typeface="NVIDIA Sans Light"/>
                <a:sym typeface="NVIDIA Sans Light"/>
              </a:defRPr>
            </a:lvl1pPr>
            <a:lvl2pPr marL="914400" marR="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2500"/>
              <a:buFont typeface="NVIDIA Sans"/>
              <a:buNone/>
              <a:defRPr sz="2500" b="0" i="0" u="none" strike="noStrike" cap="none">
                <a:solidFill>
                  <a:schemeClr val="dk2"/>
                </a:solidFill>
                <a:latin typeface="NVIDIA Sans"/>
                <a:ea typeface="NVIDIA Sans"/>
                <a:cs typeface="NVIDIA Sans"/>
                <a:sym typeface="NVIDIA Sans"/>
              </a:defRPr>
            </a:lvl2pPr>
            <a:lvl3pPr marL="1371600" marR="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2500"/>
              <a:buFont typeface="NVIDIA Sans"/>
              <a:buNone/>
              <a:defRPr sz="2500" b="0" i="0" u="none" strike="noStrike" cap="none">
                <a:solidFill>
                  <a:schemeClr val="dk2"/>
                </a:solidFill>
                <a:latin typeface="NVIDIA Sans"/>
                <a:ea typeface="NVIDIA Sans"/>
                <a:cs typeface="NVIDIA Sans"/>
                <a:sym typeface="NVIDIA Sans"/>
              </a:defRPr>
            </a:lvl3pPr>
            <a:lvl4pPr marL="1828800" marR="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VIDIA Sans"/>
              <a:buNone/>
              <a:defRPr sz="18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4pPr>
            <a:lvl5pPr marL="2286000" marR="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VIDIA Sans"/>
              <a:buChar char="•"/>
              <a:defRPr sz="18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5pPr>
            <a:lvl6pPr marL="2743200" marR="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VIDIA Sans"/>
              <a:buChar char="•"/>
              <a:defRPr sz="18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6pPr>
            <a:lvl7pPr marL="3200400" marR="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VIDIA Sans"/>
              <a:buChar char="•"/>
              <a:defRPr sz="18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7pPr>
            <a:lvl8pPr marL="3657600" marR="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VIDIA Sans"/>
              <a:buChar char="•"/>
              <a:defRPr sz="18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8pPr>
            <a:lvl9pPr marL="4114800" marR="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VIDIA Sans"/>
              <a:buChar char="•"/>
              <a:defRPr sz="18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9pPr>
          </a:lstStyle>
          <a:p>
            <a:endParaRPr/>
          </a:p>
        </p:txBody>
      </p:sp>
      <p:sp>
        <p:nvSpPr>
          <p:cNvPr id="148" name="Google Shape;148;g3e23138d502_0_927"/>
          <p:cNvSpPr txBox="1"/>
          <p:nvPr/>
        </p:nvSpPr>
        <p:spPr>
          <a:xfrm rot="10800000">
            <a:off x="5860717" y="4086797"/>
            <a:ext cx="489600" cy="150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0475" tIns="15225" rIns="30475" bIns="15225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600">
                <a:solidFill>
                  <a:schemeClr val="dk2"/>
                </a:solidFill>
                <a:latin typeface="NVIDIA Sans Light"/>
                <a:ea typeface="NVIDIA Sans Light"/>
                <a:cs typeface="NVIDIA Sans Light"/>
                <a:sym typeface="NVIDIA Sans Light"/>
              </a:rPr>
              <a:t>“</a:t>
            </a:r>
            <a:endParaRPr sz="500"/>
          </a:p>
        </p:txBody>
      </p:sp>
      <p:cxnSp>
        <p:nvCxnSpPr>
          <p:cNvPr id="149" name="Google Shape;149;g3e23138d502_0_927"/>
          <p:cNvCxnSpPr/>
          <p:nvPr/>
        </p:nvCxnSpPr>
        <p:spPr>
          <a:xfrm>
            <a:off x="2052918" y="5174503"/>
            <a:ext cx="3798300" cy="0"/>
          </a:xfrm>
          <a:prstGeom prst="straightConnector1">
            <a:avLst/>
          </a:prstGeom>
          <a:noFill/>
          <a:ln w="10575" cap="flat" cmpd="sng">
            <a:solidFill>
              <a:srgbClr val="588A00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50" name="Google Shape;150;g3e23138d502_0_927"/>
          <p:cNvCxnSpPr/>
          <p:nvPr/>
        </p:nvCxnSpPr>
        <p:spPr>
          <a:xfrm>
            <a:off x="6340779" y="5174503"/>
            <a:ext cx="3798300" cy="0"/>
          </a:xfrm>
          <a:prstGeom prst="straightConnector1">
            <a:avLst/>
          </a:prstGeom>
          <a:noFill/>
          <a:ln w="10575" cap="flat" cmpd="sng">
            <a:solidFill>
              <a:srgbClr val="588A00"/>
            </a:solidFill>
            <a:prstDash val="solid"/>
            <a:round/>
            <a:headEnd type="none" w="sm" len="sm"/>
            <a:tailEnd type="none" w="sm" len="sm"/>
          </a:ln>
        </p:spPr>
      </p:cxnSp>
      <p:grpSp>
        <p:nvGrpSpPr>
          <p:cNvPr id="151" name="Google Shape;151;g3e23138d502_0_927"/>
          <p:cNvGrpSpPr/>
          <p:nvPr/>
        </p:nvGrpSpPr>
        <p:grpSpPr>
          <a:xfrm>
            <a:off x="2052712" y="1265395"/>
            <a:ext cx="8085352" cy="1508449"/>
            <a:chOff x="6158753" y="6234204"/>
            <a:chExt cx="24258483" cy="4525800"/>
          </a:xfrm>
        </p:grpSpPr>
        <p:sp>
          <p:nvSpPr>
            <p:cNvPr id="152" name="Google Shape;152;g3e23138d502_0_927"/>
            <p:cNvSpPr txBox="1"/>
            <p:nvPr/>
          </p:nvSpPr>
          <p:spPr>
            <a:xfrm>
              <a:off x="17553664" y="6234204"/>
              <a:ext cx="1468800" cy="4525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30475" tIns="15225" rIns="30475" bIns="15225" anchor="t" anchorCtr="0">
              <a:sp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9600">
                  <a:solidFill>
                    <a:schemeClr val="dk2"/>
                  </a:solidFill>
                  <a:latin typeface="NVIDIA Sans Light"/>
                  <a:ea typeface="NVIDIA Sans Light"/>
                  <a:cs typeface="NVIDIA Sans Light"/>
                  <a:sym typeface="NVIDIA Sans Light"/>
                </a:rPr>
                <a:t>“</a:t>
              </a:r>
              <a:endParaRPr sz="500"/>
            </a:p>
          </p:txBody>
        </p:sp>
        <p:cxnSp>
          <p:nvCxnSpPr>
            <p:cNvPr id="153" name="Google Shape;153;g3e23138d502_0_927"/>
            <p:cNvCxnSpPr/>
            <p:nvPr/>
          </p:nvCxnSpPr>
          <p:spPr>
            <a:xfrm>
              <a:off x="6158753" y="7454586"/>
              <a:ext cx="11394900" cy="0"/>
            </a:xfrm>
            <a:prstGeom prst="straightConnector1">
              <a:avLst/>
            </a:prstGeom>
            <a:noFill/>
            <a:ln w="10575" cap="flat" cmpd="sng">
              <a:solidFill>
                <a:srgbClr val="588A00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154" name="Google Shape;154;g3e23138d502_0_927"/>
            <p:cNvCxnSpPr/>
            <p:nvPr/>
          </p:nvCxnSpPr>
          <p:spPr>
            <a:xfrm>
              <a:off x="19022336" y="7454586"/>
              <a:ext cx="11394900" cy="0"/>
            </a:xfrm>
            <a:prstGeom prst="straightConnector1">
              <a:avLst/>
            </a:prstGeom>
            <a:noFill/>
            <a:ln w="10575" cap="flat" cmpd="sng">
              <a:solidFill>
                <a:srgbClr val="588A00"/>
              </a:solidFill>
              <a:prstDash val="solid"/>
              <a:round/>
              <a:headEnd type="none" w="sm" len="sm"/>
              <a:tailEnd type="none" w="sm" len="sm"/>
            </a:ln>
          </p:spPr>
        </p:cxnSp>
      </p:grp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Quote - SHORT Layout">
  <p:cSld name="Quote - SHORT Layout">
    <p:spTree>
      <p:nvGrpSpPr>
        <p:cNvPr id="1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6" name="Google Shape;156;g3e23138d502_0_941" descr="A green and white background  Description automatically generated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12191998" cy="6857999"/>
          </a:xfrm>
          <a:prstGeom prst="rect">
            <a:avLst/>
          </a:prstGeom>
          <a:noFill/>
          <a:ln>
            <a:noFill/>
          </a:ln>
        </p:spPr>
      </p:pic>
      <p:sp>
        <p:nvSpPr>
          <p:cNvPr id="157" name="Google Shape;157;g3e23138d502_0_941"/>
          <p:cNvSpPr/>
          <p:nvPr/>
        </p:nvSpPr>
        <p:spPr>
          <a:xfrm>
            <a:off x="0" y="1381256"/>
            <a:ext cx="12192000" cy="717300"/>
          </a:xfrm>
          <a:prstGeom prst="rect">
            <a:avLst/>
          </a:prstGeom>
          <a:gradFill>
            <a:gsLst>
              <a:gs pos="0">
                <a:srgbClr val="FFFFFF">
                  <a:alpha val="0"/>
                </a:srgbClr>
              </a:gs>
              <a:gs pos="100000">
                <a:schemeClr val="dk1"/>
              </a:gs>
            </a:gsLst>
            <a:lin ang="5400012" scaled="0"/>
          </a:gradFill>
          <a:ln>
            <a:noFill/>
          </a:ln>
        </p:spPr>
        <p:txBody>
          <a:bodyPr spcFirstLastPara="1" wrap="square" lIns="30475" tIns="15225" rIns="30475" bIns="15225" anchor="ctr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300">
              <a:solidFill>
                <a:schemeClr val="dk1"/>
              </a:solidFill>
              <a:latin typeface="NVIDIA Sans"/>
              <a:ea typeface="NVIDIA Sans"/>
              <a:cs typeface="NVIDIA Sans"/>
              <a:sym typeface="NVIDIA Sans"/>
            </a:endParaRPr>
          </a:p>
        </p:txBody>
      </p:sp>
      <p:sp>
        <p:nvSpPr>
          <p:cNvPr id="158" name="Google Shape;158;g3e23138d502_0_941"/>
          <p:cNvSpPr/>
          <p:nvPr/>
        </p:nvSpPr>
        <p:spPr>
          <a:xfrm rot="10800000" flipH="1">
            <a:off x="0" y="5089950"/>
            <a:ext cx="12192000" cy="1406100"/>
          </a:xfrm>
          <a:prstGeom prst="rect">
            <a:avLst/>
          </a:prstGeom>
          <a:gradFill>
            <a:gsLst>
              <a:gs pos="0">
                <a:srgbClr val="FFFFFF">
                  <a:alpha val="0"/>
                </a:srgbClr>
              </a:gs>
              <a:gs pos="100000">
                <a:schemeClr val="dk1"/>
              </a:gs>
            </a:gsLst>
            <a:lin ang="5400012" scaled="0"/>
          </a:gradFill>
          <a:ln>
            <a:noFill/>
          </a:ln>
        </p:spPr>
        <p:txBody>
          <a:bodyPr spcFirstLastPara="1" wrap="square" lIns="30475" tIns="15225" rIns="30475" bIns="15225" anchor="ctr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300">
              <a:solidFill>
                <a:schemeClr val="dk1"/>
              </a:solidFill>
              <a:latin typeface="NVIDIA Sans"/>
              <a:ea typeface="NVIDIA Sans"/>
              <a:cs typeface="NVIDIA Sans"/>
              <a:sym typeface="NVIDIA Sans"/>
            </a:endParaRPr>
          </a:p>
        </p:txBody>
      </p:sp>
      <p:sp>
        <p:nvSpPr>
          <p:cNvPr id="159" name="Google Shape;159;g3e23138d502_0_941"/>
          <p:cNvSpPr/>
          <p:nvPr/>
        </p:nvSpPr>
        <p:spPr>
          <a:xfrm>
            <a:off x="0" y="356077"/>
            <a:ext cx="12192000" cy="1406100"/>
          </a:xfrm>
          <a:prstGeom prst="rect">
            <a:avLst/>
          </a:prstGeom>
          <a:gradFill>
            <a:gsLst>
              <a:gs pos="0">
                <a:srgbClr val="FFFFFF">
                  <a:alpha val="0"/>
                </a:srgbClr>
              </a:gs>
              <a:gs pos="100000">
                <a:schemeClr val="dk1"/>
              </a:gs>
            </a:gsLst>
            <a:lin ang="5400012" scaled="0"/>
          </a:gradFill>
          <a:ln>
            <a:noFill/>
          </a:ln>
        </p:spPr>
        <p:txBody>
          <a:bodyPr spcFirstLastPara="1" wrap="square" lIns="30475" tIns="15225" rIns="30475" bIns="15225" anchor="ctr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300">
              <a:solidFill>
                <a:schemeClr val="dk1"/>
              </a:solidFill>
              <a:latin typeface="NVIDIA Sans"/>
              <a:ea typeface="NVIDIA Sans"/>
              <a:cs typeface="NVIDIA Sans"/>
              <a:sym typeface="NVIDIA Sans"/>
            </a:endParaRPr>
          </a:p>
        </p:txBody>
      </p:sp>
      <p:sp>
        <p:nvSpPr>
          <p:cNvPr id="160" name="Google Shape;160;g3e23138d502_0_941"/>
          <p:cNvSpPr/>
          <p:nvPr/>
        </p:nvSpPr>
        <p:spPr>
          <a:xfrm>
            <a:off x="0" y="1381256"/>
            <a:ext cx="12192000" cy="717300"/>
          </a:xfrm>
          <a:prstGeom prst="rect">
            <a:avLst/>
          </a:prstGeom>
          <a:gradFill>
            <a:gsLst>
              <a:gs pos="0">
                <a:srgbClr val="FFFFFF">
                  <a:alpha val="0"/>
                </a:srgbClr>
              </a:gs>
              <a:gs pos="100000">
                <a:schemeClr val="dk1"/>
              </a:gs>
            </a:gsLst>
            <a:lin ang="5400012" scaled="0"/>
          </a:gradFill>
          <a:ln>
            <a:noFill/>
          </a:ln>
        </p:spPr>
        <p:txBody>
          <a:bodyPr spcFirstLastPara="1" wrap="square" lIns="30475" tIns="15225" rIns="30475" bIns="15225" anchor="ctr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300">
              <a:solidFill>
                <a:schemeClr val="dk1"/>
              </a:solidFill>
              <a:latin typeface="NVIDIA Sans"/>
              <a:ea typeface="NVIDIA Sans"/>
              <a:cs typeface="NVIDIA Sans"/>
              <a:sym typeface="NVIDIA Sans"/>
            </a:endParaRPr>
          </a:p>
        </p:txBody>
      </p:sp>
      <p:sp>
        <p:nvSpPr>
          <p:cNvPr id="161" name="Google Shape;161;g3e23138d502_0_941"/>
          <p:cNvSpPr txBox="1">
            <a:spLocks noGrp="1"/>
          </p:cNvSpPr>
          <p:nvPr>
            <p:ph type="body" idx="1"/>
          </p:nvPr>
        </p:nvSpPr>
        <p:spPr>
          <a:xfrm>
            <a:off x="2052918" y="3959443"/>
            <a:ext cx="8086200" cy="34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0475" tIns="15225" rIns="30475" bIns="15225" anchor="t" anchorCtr="0">
            <a:noAutofit/>
          </a:bodyPr>
          <a:lstStyle>
            <a:lvl1pPr marL="457200" marR="0" lvl="0" indent="-22860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500"/>
              <a:buFont typeface="NVIDIA Sans"/>
              <a:buNone/>
              <a:defRPr sz="1500" b="0" i="1" u="none" strike="noStrike" cap="none">
                <a:solidFill>
                  <a:schemeClr val="dk2"/>
                </a:solidFill>
                <a:latin typeface="NVIDIA Sans"/>
                <a:ea typeface="NVIDIA Sans"/>
                <a:cs typeface="NVIDIA Sans"/>
                <a:sym typeface="NVIDIA Sans"/>
              </a:defRPr>
            </a:lvl1pPr>
            <a:lvl2pPr marL="914400" marR="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2500"/>
              <a:buFont typeface="NVIDIA Sans"/>
              <a:buNone/>
              <a:defRPr sz="2500" b="0" i="0" u="none" strike="noStrike" cap="none">
                <a:solidFill>
                  <a:schemeClr val="dk2"/>
                </a:solidFill>
                <a:latin typeface="NVIDIA Sans"/>
                <a:ea typeface="NVIDIA Sans"/>
                <a:cs typeface="NVIDIA Sans"/>
                <a:sym typeface="NVIDIA Sans"/>
              </a:defRPr>
            </a:lvl2pPr>
            <a:lvl3pPr marL="1371600" marR="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2500"/>
              <a:buFont typeface="NVIDIA Sans"/>
              <a:buNone/>
              <a:defRPr sz="2500" b="0" i="0" u="none" strike="noStrike" cap="none">
                <a:solidFill>
                  <a:schemeClr val="dk2"/>
                </a:solidFill>
                <a:latin typeface="NVIDIA Sans"/>
                <a:ea typeface="NVIDIA Sans"/>
                <a:cs typeface="NVIDIA Sans"/>
                <a:sym typeface="NVIDIA Sans"/>
              </a:defRPr>
            </a:lvl3pPr>
            <a:lvl4pPr marL="1828800" marR="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VIDIA Sans"/>
              <a:buNone/>
              <a:defRPr sz="18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4pPr>
            <a:lvl5pPr marL="2286000" marR="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VIDIA Sans"/>
              <a:buChar char="•"/>
              <a:defRPr sz="18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5pPr>
            <a:lvl6pPr marL="2743200" marR="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VIDIA Sans"/>
              <a:buChar char="•"/>
              <a:defRPr sz="18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6pPr>
            <a:lvl7pPr marL="3200400" marR="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VIDIA Sans"/>
              <a:buChar char="•"/>
              <a:defRPr sz="18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7pPr>
            <a:lvl8pPr marL="3657600" marR="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VIDIA Sans"/>
              <a:buChar char="•"/>
              <a:defRPr sz="18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8pPr>
            <a:lvl9pPr marL="4114800" marR="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VIDIA Sans"/>
              <a:buChar char="•"/>
              <a:defRPr sz="18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9pPr>
          </a:lstStyle>
          <a:p>
            <a:endParaRPr/>
          </a:p>
        </p:txBody>
      </p:sp>
      <p:sp>
        <p:nvSpPr>
          <p:cNvPr id="162" name="Google Shape;162;g3e23138d502_0_941"/>
          <p:cNvSpPr txBox="1">
            <a:spLocks noGrp="1"/>
          </p:cNvSpPr>
          <p:nvPr>
            <p:ph type="body" idx="2"/>
          </p:nvPr>
        </p:nvSpPr>
        <p:spPr>
          <a:xfrm>
            <a:off x="2052918" y="2351184"/>
            <a:ext cx="8086200" cy="146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0475" tIns="15225" rIns="30475" bIns="15225" anchor="ctr" anchorCtr="0">
            <a:noAutofit/>
          </a:bodyPr>
          <a:lstStyle>
            <a:lvl1pPr marL="457200" marR="0" lvl="0" indent="-22860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NVIDIA Sans"/>
              <a:buNone/>
              <a:defRPr sz="4000" b="0" i="0" u="none" strike="noStrike" cap="none">
                <a:solidFill>
                  <a:schemeClr val="lt1"/>
                </a:solidFill>
                <a:latin typeface="NVIDIA Sans Light"/>
                <a:ea typeface="NVIDIA Sans Light"/>
                <a:cs typeface="NVIDIA Sans Light"/>
                <a:sym typeface="NVIDIA Sans Light"/>
              </a:defRPr>
            </a:lvl1pPr>
            <a:lvl2pPr marL="914400" marR="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2500"/>
              <a:buFont typeface="NVIDIA Sans"/>
              <a:buNone/>
              <a:defRPr sz="2500" b="0" i="0" u="none" strike="noStrike" cap="none">
                <a:solidFill>
                  <a:schemeClr val="dk2"/>
                </a:solidFill>
                <a:latin typeface="NVIDIA Sans"/>
                <a:ea typeface="NVIDIA Sans"/>
                <a:cs typeface="NVIDIA Sans"/>
                <a:sym typeface="NVIDIA Sans"/>
              </a:defRPr>
            </a:lvl2pPr>
            <a:lvl3pPr marL="1371600" marR="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2500"/>
              <a:buFont typeface="NVIDIA Sans"/>
              <a:buNone/>
              <a:defRPr sz="2500" b="0" i="0" u="none" strike="noStrike" cap="none">
                <a:solidFill>
                  <a:schemeClr val="dk2"/>
                </a:solidFill>
                <a:latin typeface="NVIDIA Sans"/>
                <a:ea typeface="NVIDIA Sans"/>
                <a:cs typeface="NVIDIA Sans"/>
                <a:sym typeface="NVIDIA Sans"/>
              </a:defRPr>
            </a:lvl3pPr>
            <a:lvl4pPr marL="1828800" marR="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VIDIA Sans"/>
              <a:buNone/>
              <a:defRPr sz="18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4pPr>
            <a:lvl5pPr marL="2286000" marR="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VIDIA Sans"/>
              <a:buChar char="•"/>
              <a:defRPr sz="18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5pPr>
            <a:lvl6pPr marL="2743200" marR="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VIDIA Sans"/>
              <a:buChar char="•"/>
              <a:defRPr sz="18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6pPr>
            <a:lvl7pPr marL="3200400" marR="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VIDIA Sans"/>
              <a:buChar char="•"/>
              <a:defRPr sz="18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7pPr>
            <a:lvl8pPr marL="3657600" marR="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VIDIA Sans"/>
              <a:buChar char="•"/>
              <a:defRPr sz="18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8pPr>
            <a:lvl9pPr marL="4114800" marR="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VIDIA Sans"/>
              <a:buChar char="•"/>
              <a:defRPr sz="18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9pPr>
          </a:lstStyle>
          <a:p>
            <a:endParaRPr/>
          </a:p>
        </p:txBody>
      </p:sp>
      <p:grpSp>
        <p:nvGrpSpPr>
          <p:cNvPr id="163" name="Google Shape;163;g3e23138d502_0_941"/>
          <p:cNvGrpSpPr/>
          <p:nvPr/>
        </p:nvGrpSpPr>
        <p:grpSpPr>
          <a:xfrm>
            <a:off x="2052712" y="1755479"/>
            <a:ext cx="8085352" cy="3367281"/>
            <a:chOff x="6158753" y="6264684"/>
            <a:chExt cx="24258483" cy="10102852"/>
          </a:xfrm>
        </p:grpSpPr>
        <p:grpSp>
          <p:nvGrpSpPr>
            <p:cNvPr id="164" name="Google Shape;164;g3e23138d502_0_941"/>
            <p:cNvGrpSpPr/>
            <p:nvPr/>
          </p:nvGrpSpPr>
          <p:grpSpPr>
            <a:xfrm>
              <a:off x="17553664" y="6264684"/>
              <a:ext cx="1497286" cy="10102852"/>
              <a:chOff x="17553664" y="5634063"/>
              <a:chExt cx="1497286" cy="10102852"/>
            </a:xfrm>
          </p:grpSpPr>
          <p:sp>
            <p:nvSpPr>
              <p:cNvPr id="165" name="Google Shape;165;g3e23138d502_0_941"/>
              <p:cNvSpPr txBox="1"/>
              <p:nvPr/>
            </p:nvSpPr>
            <p:spPr>
              <a:xfrm>
                <a:off x="17553664" y="5634063"/>
                <a:ext cx="1468800" cy="4525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30475" tIns="15225" rIns="30475" bIns="15225" anchor="t" anchorCtr="0">
                <a:sp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9600">
                    <a:solidFill>
                      <a:schemeClr val="dk2"/>
                    </a:solidFill>
                    <a:latin typeface="NVIDIA Sans Light"/>
                    <a:ea typeface="NVIDIA Sans Light"/>
                    <a:cs typeface="NVIDIA Sans Light"/>
                    <a:sym typeface="NVIDIA Sans Light"/>
                  </a:rPr>
                  <a:t>“</a:t>
                </a:r>
                <a:endParaRPr sz="500"/>
              </a:p>
            </p:txBody>
          </p:sp>
          <p:sp>
            <p:nvSpPr>
              <p:cNvPr id="166" name="Google Shape;166;g3e23138d502_0_941"/>
              <p:cNvSpPr txBox="1"/>
              <p:nvPr/>
            </p:nvSpPr>
            <p:spPr>
              <a:xfrm rot="10800000">
                <a:off x="17582150" y="11211115"/>
                <a:ext cx="1468800" cy="4525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30475" tIns="15225" rIns="30475" bIns="15225" anchor="t" anchorCtr="0">
                <a:sp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9600">
                    <a:solidFill>
                      <a:schemeClr val="dk2"/>
                    </a:solidFill>
                    <a:latin typeface="NVIDIA Sans Light"/>
                    <a:ea typeface="NVIDIA Sans Light"/>
                    <a:cs typeface="NVIDIA Sans Light"/>
                    <a:sym typeface="NVIDIA Sans Light"/>
                  </a:rPr>
                  <a:t>“</a:t>
                </a:r>
                <a:endParaRPr sz="500"/>
              </a:p>
            </p:txBody>
          </p:sp>
        </p:grpSp>
        <p:cxnSp>
          <p:nvCxnSpPr>
            <p:cNvPr id="167" name="Google Shape;167;g3e23138d502_0_941"/>
            <p:cNvCxnSpPr/>
            <p:nvPr/>
          </p:nvCxnSpPr>
          <p:spPr>
            <a:xfrm>
              <a:off x="6158753" y="7454586"/>
              <a:ext cx="11394900" cy="0"/>
            </a:xfrm>
            <a:prstGeom prst="straightConnector1">
              <a:avLst/>
            </a:prstGeom>
            <a:noFill/>
            <a:ln w="10575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168" name="Google Shape;168;g3e23138d502_0_941"/>
            <p:cNvCxnSpPr/>
            <p:nvPr/>
          </p:nvCxnSpPr>
          <p:spPr>
            <a:xfrm>
              <a:off x="19022336" y="7454586"/>
              <a:ext cx="11394900" cy="0"/>
            </a:xfrm>
            <a:prstGeom prst="straightConnector1">
              <a:avLst/>
            </a:prstGeom>
            <a:noFill/>
            <a:ln w="10575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169" name="Google Shape;169;g3e23138d502_0_941"/>
            <p:cNvCxnSpPr/>
            <p:nvPr/>
          </p:nvCxnSpPr>
          <p:spPr>
            <a:xfrm>
              <a:off x="6158753" y="15144241"/>
              <a:ext cx="11394900" cy="0"/>
            </a:xfrm>
            <a:prstGeom prst="straightConnector1">
              <a:avLst/>
            </a:prstGeom>
            <a:noFill/>
            <a:ln w="10575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170" name="Google Shape;170;g3e23138d502_0_941"/>
            <p:cNvCxnSpPr/>
            <p:nvPr/>
          </p:nvCxnSpPr>
          <p:spPr>
            <a:xfrm>
              <a:off x="19022336" y="15144241"/>
              <a:ext cx="11394900" cy="0"/>
            </a:xfrm>
            <a:prstGeom prst="straightConnector1">
              <a:avLst/>
            </a:prstGeom>
            <a:noFill/>
            <a:ln w="10575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</p:cxnSp>
      </p:grp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ingle Image Layout">
  <p:cSld name="Single Image Layout">
    <p:spTree>
      <p:nvGrpSpPr>
        <p:cNvPr id="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g3e23138d502_0_957"/>
          <p:cNvSpPr txBox="1">
            <a:spLocks noGrp="1"/>
          </p:cNvSpPr>
          <p:nvPr>
            <p:ph type="title"/>
          </p:nvPr>
        </p:nvSpPr>
        <p:spPr>
          <a:xfrm>
            <a:off x="838200" y="0"/>
            <a:ext cx="10515600" cy="83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0475" tIns="15225" rIns="30475" bIns="15225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NVIDIA Sans"/>
              <a:buNone/>
              <a:defRPr sz="2400" b="1" cap="none">
                <a:latin typeface="NVIDIA Sans"/>
                <a:ea typeface="NVIDIA Sans"/>
                <a:cs typeface="NVIDIA Sans"/>
                <a:sym typeface="NVIDIA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9pPr>
          </a:lstStyle>
          <a:p>
            <a:endParaRPr/>
          </a:p>
        </p:txBody>
      </p:sp>
      <p:sp>
        <p:nvSpPr>
          <p:cNvPr id="173" name="Google Shape;173;g3e23138d502_0_957"/>
          <p:cNvSpPr txBox="1">
            <a:spLocks noGrp="1"/>
          </p:cNvSpPr>
          <p:nvPr>
            <p:ph type="body" idx="1"/>
          </p:nvPr>
        </p:nvSpPr>
        <p:spPr>
          <a:xfrm>
            <a:off x="838200" y="829056"/>
            <a:ext cx="10515600" cy="46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0475" tIns="15225" rIns="30475" bIns="15225" anchor="t" anchorCtr="0">
            <a:noAutofit/>
          </a:bodyPr>
          <a:lstStyle>
            <a:lvl1pPr marL="457200" marR="0" lvl="0" indent="-22860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NVIDIA Sans"/>
              <a:buNone/>
              <a:defRPr sz="1600" b="0" i="0" u="none" strike="noStrike" cap="none">
                <a:solidFill>
                  <a:schemeClr val="dk2"/>
                </a:solidFill>
                <a:latin typeface="NVIDIA Sans"/>
                <a:ea typeface="NVIDIA Sans"/>
                <a:cs typeface="NVIDIA Sans"/>
                <a:sym typeface="NVIDIA Sans"/>
              </a:defRPr>
            </a:lvl1pPr>
            <a:lvl2pPr marL="914400" marR="0" lvl="1" indent="-22860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NVIDIA Sans"/>
              <a:buNone/>
              <a:defRPr sz="15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2pPr>
            <a:lvl3pPr marL="1371600" marR="0" lvl="2" indent="-22860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NVIDIA Sans"/>
              <a:buNone/>
              <a:defRPr sz="15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3pPr>
            <a:lvl4pPr marL="1828800" marR="0" lvl="3" indent="-22860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NVIDIA Sans"/>
              <a:buNone/>
              <a:defRPr sz="15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4pPr>
            <a:lvl5pPr marL="2286000" marR="0" lvl="4" indent="-22860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NVIDIA Sans"/>
              <a:buNone/>
              <a:defRPr sz="15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5pPr>
            <a:lvl6pPr marL="2743200" marR="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VIDIA Sans"/>
              <a:buChar char="•"/>
              <a:defRPr sz="18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6pPr>
            <a:lvl7pPr marL="3200400" marR="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VIDIA Sans"/>
              <a:buChar char="•"/>
              <a:defRPr sz="18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7pPr>
            <a:lvl8pPr marL="3657600" marR="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VIDIA Sans"/>
              <a:buChar char="•"/>
              <a:defRPr sz="18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8pPr>
            <a:lvl9pPr marL="4114800" marR="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VIDIA Sans"/>
              <a:buChar char="•"/>
              <a:defRPr sz="18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9pPr>
          </a:lstStyle>
          <a:p>
            <a:endParaRPr/>
          </a:p>
        </p:txBody>
      </p:sp>
      <p:sp>
        <p:nvSpPr>
          <p:cNvPr id="174" name="Google Shape;174;g3e23138d502_0_957"/>
          <p:cNvSpPr>
            <a:spLocks noGrp="1"/>
          </p:cNvSpPr>
          <p:nvPr>
            <p:ph type="pic" idx="2"/>
          </p:nvPr>
        </p:nvSpPr>
        <p:spPr>
          <a:xfrm>
            <a:off x="2020883" y="1616604"/>
            <a:ext cx="8150100" cy="4006500"/>
          </a:xfrm>
          <a:prstGeom prst="rect">
            <a:avLst/>
          </a:prstGeom>
          <a:solidFill>
            <a:srgbClr val="151617">
              <a:alpha val="60780"/>
            </a:srgbClr>
          </a:solidFill>
          <a:ln w="3175" cap="flat" cmpd="sng">
            <a:solidFill>
              <a:schemeClr val="accent5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75" name="Google Shape;175;g3e23138d502_0_957"/>
          <p:cNvSpPr txBox="1">
            <a:spLocks noGrp="1"/>
          </p:cNvSpPr>
          <p:nvPr>
            <p:ph type="body" idx="3"/>
          </p:nvPr>
        </p:nvSpPr>
        <p:spPr>
          <a:xfrm>
            <a:off x="2020883" y="5687987"/>
            <a:ext cx="8150100" cy="25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0475" tIns="15225" rIns="30475" bIns="15225" anchor="b" anchorCtr="0">
            <a:noAutofit/>
          </a:bodyPr>
          <a:lstStyle>
            <a:lvl1pPr marL="457200" marR="0" lvl="0" indent="-22860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NVIDIA Sans"/>
              <a:buNone/>
              <a:defRPr sz="1300" b="0" i="0" u="none" strike="noStrike" cap="none">
                <a:solidFill>
                  <a:schemeClr val="lt1"/>
                </a:solidFill>
                <a:latin typeface="NVIDIA Sans Medium"/>
                <a:ea typeface="NVIDIA Sans Medium"/>
                <a:cs typeface="NVIDIA Sans Medium"/>
                <a:sym typeface="NVIDIA Sans Medium"/>
              </a:defRPr>
            </a:lvl1pPr>
            <a:lvl2pPr marL="914400" marR="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NVIDIA Sans"/>
              <a:buNone/>
              <a:defRPr sz="1300" b="1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2pPr>
            <a:lvl3pPr marL="1371600" marR="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NVIDIA Sans"/>
              <a:buNone/>
              <a:defRPr sz="1300" b="1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3pPr>
            <a:lvl4pPr marL="1828800" marR="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NVIDIA Sans"/>
              <a:buNone/>
              <a:defRPr sz="1300" b="1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4pPr>
            <a:lvl5pPr marL="2286000" marR="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NVIDIA Sans"/>
              <a:buNone/>
              <a:defRPr sz="1300" b="1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5pPr>
            <a:lvl6pPr marL="2743200" marR="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VIDIA Sans"/>
              <a:buChar char="•"/>
              <a:defRPr sz="18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6pPr>
            <a:lvl7pPr marL="3200400" marR="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VIDIA Sans"/>
              <a:buChar char="•"/>
              <a:defRPr sz="18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7pPr>
            <a:lvl8pPr marL="3657600" marR="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VIDIA Sans"/>
              <a:buChar char="•"/>
              <a:defRPr sz="18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8pPr>
            <a:lvl9pPr marL="4114800" marR="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VIDIA Sans"/>
              <a:buChar char="•"/>
              <a:defRPr sz="18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9pPr>
          </a:lstStyle>
          <a:p>
            <a:endParaRPr/>
          </a:p>
        </p:txBody>
      </p:sp>
      <p:sp>
        <p:nvSpPr>
          <p:cNvPr id="176" name="Google Shape;176;g3e23138d502_0_957"/>
          <p:cNvSpPr txBox="1">
            <a:spLocks noGrp="1"/>
          </p:cNvSpPr>
          <p:nvPr>
            <p:ph type="body" idx="4"/>
          </p:nvPr>
        </p:nvSpPr>
        <p:spPr>
          <a:xfrm>
            <a:off x="2020883" y="5917189"/>
            <a:ext cx="8150100" cy="25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0475" tIns="15225" rIns="30475" bIns="15225" anchor="t" anchorCtr="0">
            <a:noAutofit/>
          </a:bodyPr>
          <a:lstStyle>
            <a:lvl1pPr marL="457200" marR="0" lvl="0" indent="-228600" algn="ctr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Clr>
                <a:schemeClr val="lt1"/>
              </a:buClr>
              <a:buSzPts val="900"/>
              <a:buFont typeface="NVIDIA Sans"/>
              <a:buNone/>
              <a:defRPr sz="900" b="0" i="0" u="none" strike="noStrike" cap="none">
                <a:solidFill>
                  <a:schemeClr val="lt1"/>
                </a:solidFill>
                <a:latin typeface="NVIDIA Sans"/>
                <a:ea typeface="NVIDIA Sans"/>
                <a:cs typeface="NVIDIA Sans"/>
                <a:sym typeface="NVIDIA Sans"/>
              </a:defRPr>
            </a:lvl1pPr>
            <a:lvl2pPr marL="914400" marR="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NVIDIA Sans"/>
              <a:buNone/>
              <a:defRPr sz="1300" b="1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2pPr>
            <a:lvl3pPr marL="1371600" marR="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NVIDIA Sans"/>
              <a:buNone/>
              <a:defRPr sz="1300" b="1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3pPr>
            <a:lvl4pPr marL="1828800" marR="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NVIDIA Sans"/>
              <a:buNone/>
              <a:defRPr sz="1300" b="1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4pPr>
            <a:lvl5pPr marL="2286000" marR="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NVIDIA Sans"/>
              <a:buNone/>
              <a:defRPr sz="1300" b="1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5pPr>
            <a:lvl6pPr marL="2743200" marR="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VIDIA Sans"/>
              <a:buChar char="•"/>
              <a:defRPr sz="18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6pPr>
            <a:lvl7pPr marL="3200400" marR="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VIDIA Sans"/>
              <a:buChar char="•"/>
              <a:defRPr sz="18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7pPr>
            <a:lvl8pPr marL="3657600" marR="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VIDIA Sans"/>
              <a:buChar char="•"/>
              <a:defRPr sz="18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8pPr>
            <a:lvl9pPr marL="4114800" marR="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VIDIA Sans"/>
              <a:buChar char="•"/>
              <a:defRPr sz="18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Image w/ Text">
  <p:cSld name="Image w/ Text">
    <p:spTree>
      <p:nvGrpSpPr>
        <p:cNvPr id="1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g3e23138d502_0_963"/>
          <p:cNvSpPr txBox="1">
            <a:spLocks noGrp="1"/>
          </p:cNvSpPr>
          <p:nvPr>
            <p:ph type="body" idx="1"/>
          </p:nvPr>
        </p:nvSpPr>
        <p:spPr>
          <a:xfrm>
            <a:off x="6451600" y="2306656"/>
            <a:ext cx="5194500" cy="262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0475" tIns="15225" rIns="30475" bIns="15225" anchor="ctr" anchorCtr="0">
            <a:noAutofit/>
          </a:bodyPr>
          <a:lstStyle>
            <a:lvl1pPr marL="457200" marR="0" lvl="0" indent="-32385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1500"/>
              <a:buFont typeface="NVIDIA Sans"/>
              <a:buChar char="•"/>
              <a:defRPr sz="1500" b="0" i="0" u="none" strike="noStrike" cap="none">
                <a:solidFill>
                  <a:schemeClr val="lt1"/>
                </a:solidFill>
                <a:latin typeface="NVIDIA Sans"/>
                <a:ea typeface="NVIDIA Sans"/>
                <a:cs typeface="NVIDIA Sans"/>
                <a:sym typeface="NVIDIA Sans"/>
              </a:defRPr>
            </a:lvl1pPr>
            <a:lvl2pPr marL="914400" marR="0" lvl="1" indent="-31115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NVIDIA Sans"/>
              <a:buChar char="•"/>
              <a:defRPr sz="1300" b="0" i="0" u="none" strike="noStrike" cap="none">
                <a:solidFill>
                  <a:schemeClr val="lt1"/>
                </a:solidFill>
                <a:latin typeface="NVIDIA Sans"/>
                <a:ea typeface="NVIDIA Sans"/>
                <a:cs typeface="NVIDIA Sans"/>
                <a:sym typeface="NVIDIA Sans"/>
              </a:defRPr>
            </a:lvl2pPr>
            <a:lvl3pPr marL="1371600" marR="0" lvl="2" indent="-30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NVIDIA Sans"/>
              <a:buChar char="•"/>
              <a:defRPr sz="1200" b="0" i="0" u="none" strike="noStrike" cap="none">
                <a:solidFill>
                  <a:schemeClr val="lt1"/>
                </a:solidFill>
                <a:latin typeface="NVIDIA Sans"/>
                <a:ea typeface="NVIDIA Sans"/>
                <a:cs typeface="NVIDIA Sans"/>
                <a:sym typeface="NVIDIA Sans"/>
              </a:defRPr>
            </a:lvl3pPr>
            <a:lvl4pPr marL="1828800" marR="0" lvl="3" indent="-29845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NVIDIA Sans"/>
              <a:buChar char="•"/>
              <a:defRPr sz="1100" b="0" i="0" u="none" strike="noStrike" cap="none">
                <a:solidFill>
                  <a:schemeClr val="lt1"/>
                </a:solidFill>
                <a:latin typeface="NVIDIA Sans"/>
                <a:ea typeface="NVIDIA Sans"/>
                <a:cs typeface="NVIDIA Sans"/>
                <a:sym typeface="NVIDIA Sans"/>
              </a:defRPr>
            </a:lvl4pPr>
            <a:lvl5pPr marL="2286000" marR="0" lvl="4" indent="-28575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900"/>
              <a:buFont typeface="NVIDIA Sans"/>
              <a:buChar char="•"/>
              <a:defRPr sz="900" b="0" i="0" u="none" strike="noStrike" cap="none">
                <a:solidFill>
                  <a:schemeClr val="lt1"/>
                </a:solidFill>
                <a:latin typeface="NVIDIA Sans"/>
                <a:ea typeface="NVIDIA Sans"/>
                <a:cs typeface="NVIDIA Sans"/>
                <a:sym typeface="NVIDIA Sans"/>
              </a:defRPr>
            </a:lvl5pPr>
            <a:lvl6pPr marL="2743200" marR="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VIDIA Sans"/>
              <a:buChar char="•"/>
              <a:defRPr sz="18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6pPr>
            <a:lvl7pPr marL="3200400" marR="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VIDIA Sans"/>
              <a:buChar char="•"/>
              <a:defRPr sz="18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7pPr>
            <a:lvl8pPr marL="3657600" marR="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VIDIA Sans"/>
              <a:buChar char="•"/>
              <a:defRPr sz="18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8pPr>
            <a:lvl9pPr marL="4114800" marR="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VIDIA Sans"/>
              <a:buChar char="•"/>
              <a:defRPr sz="18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9pPr>
          </a:lstStyle>
          <a:p>
            <a:endParaRPr/>
          </a:p>
        </p:txBody>
      </p:sp>
      <p:sp>
        <p:nvSpPr>
          <p:cNvPr id="179" name="Google Shape;179;g3e23138d502_0_963"/>
          <p:cNvSpPr>
            <a:spLocks noGrp="1"/>
          </p:cNvSpPr>
          <p:nvPr>
            <p:ph type="pic" idx="2"/>
          </p:nvPr>
        </p:nvSpPr>
        <p:spPr>
          <a:xfrm>
            <a:off x="545868" y="1616604"/>
            <a:ext cx="5448600" cy="4006500"/>
          </a:xfrm>
          <a:prstGeom prst="rect">
            <a:avLst/>
          </a:prstGeom>
          <a:solidFill>
            <a:srgbClr val="151617">
              <a:alpha val="60780"/>
            </a:srgbClr>
          </a:solidFill>
          <a:ln w="3175" cap="flat" cmpd="sng">
            <a:solidFill>
              <a:schemeClr val="accent5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80" name="Google Shape;180;g3e23138d502_0_963"/>
          <p:cNvSpPr txBox="1">
            <a:spLocks noGrp="1"/>
          </p:cNvSpPr>
          <p:nvPr>
            <p:ph type="body" idx="3"/>
          </p:nvPr>
        </p:nvSpPr>
        <p:spPr>
          <a:xfrm>
            <a:off x="545868" y="5687987"/>
            <a:ext cx="5448600" cy="25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0475" tIns="15225" rIns="30475" bIns="15225" anchor="b" anchorCtr="0">
            <a:noAutofit/>
          </a:bodyPr>
          <a:lstStyle>
            <a:lvl1pPr marL="457200" marR="0" lvl="0" indent="-22860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NVIDIA Sans"/>
              <a:buNone/>
              <a:defRPr sz="1300" b="0" i="0" u="none" strike="noStrike" cap="none">
                <a:solidFill>
                  <a:schemeClr val="lt1"/>
                </a:solidFill>
                <a:latin typeface="NVIDIA Sans Medium"/>
                <a:ea typeface="NVIDIA Sans Medium"/>
                <a:cs typeface="NVIDIA Sans Medium"/>
                <a:sym typeface="NVIDIA Sans Medium"/>
              </a:defRPr>
            </a:lvl1pPr>
            <a:lvl2pPr marL="914400" marR="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NVIDIA Sans"/>
              <a:buNone/>
              <a:defRPr sz="1300" b="1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2pPr>
            <a:lvl3pPr marL="1371600" marR="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NVIDIA Sans"/>
              <a:buNone/>
              <a:defRPr sz="1300" b="1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3pPr>
            <a:lvl4pPr marL="1828800" marR="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NVIDIA Sans"/>
              <a:buNone/>
              <a:defRPr sz="1300" b="1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4pPr>
            <a:lvl5pPr marL="2286000" marR="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NVIDIA Sans"/>
              <a:buNone/>
              <a:defRPr sz="1300" b="1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5pPr>
            <a:lvl6pPr marL="2743200" marR="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VIDIA Sans"/>
              <a:buChar char="•"/>
              <a:defRPr sz="18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6pPr>
            <a:lvl7pPr marL="3200400" marR="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VIDIA Sans"/>
              <a:buChar char="•"/>
              <a:defRPr sz="18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7pPr>
            <a:lvl8pPr marL="3657600" marR="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VIDIA Sans"/>
              <a:buChar char="•"/>
              <a:defRPr sz="18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8pPr>
            <a:lvl9pPr marL="4114800" marR="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VIDIA Sans"/>
              <a:buChar char="•"/>
              <a:defRPr sz="18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9pPr>
          </a:lstStyle>
          <a:p>
            <a:endParaRPr/>
          </a:p>
        </p:txBody>
      </p:sp>
      <p:sp>
        <p:nvSpPr>
          <p:cNvPr id="181" name="Google Shape;181;g3e23138d502_0_963"/>
          <p:cNvSpPr txBox="1">
            <a:spLocks noGrp="1"/>
          </p:cNvSpPr>
          <p:nvPr>
            <p:ph type="body" idx="4"/>
          </p:nvPr>
        </p:nvSpPr>
        <p:spPr>
          <a:xfrm>
            <a:off x="545868" y="5917189"/>
            <a:ext cx="5448600" cy="25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0475" tIns="15225" rIns="30475" bIns="15225" anchor="t" anchorCtr="0">
            <a:noAutofit/>
          </a:bodyPr>
          <a:lstStyle>
            <a:lvl1pPr marL="457200" marR="0" lvl="0" indent="-228600" algn="ctr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Clr>
                <a:schemeClr val="lt1"/>
              </a:buClr>
              <a:buSzPts val="900"/>
              <a:buFont typeface="NVIDIA Sans"/>
              <a:buNone/>
              <a:defRPr sz="900" b="0" i="0" u="none" strike="noStrike" cap="none">
                <a:solidFill>
                  <a:schemeClr val="lt1"/>
                </a:solidFill>
                <a:latin typeface="NVIDIA Sans"/>
                <a:ea typeface="NVIDIA Sans"/>
                <a:cs typeface="NVIDIA Sans"/>
                <a:sym typeface="NVIDIA Sans"/>
              </a:defRPr>
            </a:lvl1pPr>
            <a:lvl2pPr marL="914400" marR="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NVIDIA Sans"/>
              <a:buNone/>
              <a:defRPr sz="1300" b="1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2pPr>
            <a:lvl3pPr marL="1371600" marR="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NVIDIA Sans"/>
              <a:buNone/>
              <a:defRPr sz="1300" b="1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3pPr>
            <a:lvl4pPr marL="1828800" marR="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NVIDIA Sans"/>
              <a:buNone/>
              <a:defRPr sz="1300" b="1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4pPr>
            <a:lvl5pPr marL="2286000" marR="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NVIDIA Sans"/>
              <a:buNone/>
              <a:defRPr sz="1300" b="1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5pPr>
            <a:lvl6pPr marL="2743200" marR="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VIDIA Sans"/>
              <a:buChar char="•"/>
              <a:defRPr sz="18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6pPr>
            <a:lvl7pPr marL="3200400" marR="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VIDIA Sans"/>
              <a:buChar char="•"/>
              <a:defRPr sz="18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7pPr>
            <a:lvl8pPr marL="3657600" marR="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VIDIA Sans"/>
              <a:buChar char="•"/>
              <a:defRPr sz="18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8pPr>
            <a:lvl9pPr marL="4114800" marR="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VIDIA Sans"/>
              <a:buChar char="•"/>
              <a:defRPr sz="18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9pPr>
          </a:lstStyle>
          <a:p>
            <a:endParaRPr/>
          </a:p>
        </p:txBody>
      </p:sp>
      <p:sp>
        <p:nvSpPr>
          <p:cNvPr id="182" name="Google Shape;182;g3e23138d502_0_963"/>
          <p:cNvSpPr txBox="1">
            <a:spLocks noGrp="1"/>
          </p:cNvSpPr>
          <p:nvPr>
            <p:ph type="title"/>
          </p:nvPr>
        </p:nvSpPr>
        <p:spPr>
          <a:xfrm>
            <a:off x="838200" y="0"/>
            <a:ext cx="10515600" cy="83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0475" tIns="15225" rIns="30475" bIns="15225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NVIDIA Sans"/>
              <a:buNone/>
              <a:defRPr sz="2400" b="1" cap="none">
                <a:latin typeface="NVIDIA Sans"/>
                <a:ea typeface="NVIDIA Sans"/>
                <a:cs typeface="NVIDIA Sans"/>
                <a:sym typeface="NVIDIA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9pPr>
          </a:lstStyle>
          <a:p>
            <a:endParaRPr/>
          </a:p>
        </p:txBody>
      </p:sp>
      <p:sp>
        <p:nvSpPr>
          <p:cNvPr id="183" name="Google Shape;183;g3e23138d502_0_963"/>
          <p:cNvSpPr txBox="1">
            <a:spLocks noGrp="1"/>
          </p:cNvSpPr>
          <p:nvPr>
            <p:ph type="body" idx="5"/>
          </p:nvPr>
        </p:nvSpPr>
        <p:spPr>
          <a:xfrm>
            <a:off x="838200" y="829056"/>
            <a:ext cx="10515600" cy="46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0475" tIns="15225" rIns="30475" bIns="15225" anchor="t" anchorCtr="0">
            <a:noAutofit/>
          </a:bodyPr>
          <a:lstStyle>
            <a:lvl1pPr marL="457200" marR="0" lvl="0" indent="-22860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NVIDIA Sans"/>
              <a:buNone/>
              <a:defRPr sz="1600" b="0" i="0" u="none" strike="noStrike" cap="none">
                <a:solidFill>
                  <a:schemeClr val="dk2"/>
                </a:solidFill>
                <a:latin typeface="NVIDIA Sans"/>
                <a:ea typeface="NVIDIA Sans"/>
                <a:cs typeface="NVIDIA Sans"/>
                <a:sym typeface="NVIDIA Sans"/>
              </a:defRPr>
            </a:lvl1pPr>
            <a:lvl2pPr marL="914400" marR="0" lvl="1" indent="-22860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NVIDIA Sans"/>
              <a:buNone/>
              <a:defRPr sz="15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2pPr>
            <a:lvl3pPr marL="1371600" marR="0" lvl="2" indent="-22860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NVIDIA Sans"/>
              <a:buNone/>
              <a:defRPr sz="15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3pPr>
            <a:lvl4pPr marL="1828800" marR="0" lvl="3" indent="-22860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NVIDIA Sans"/>
              <a:buNone/>
              <a:defRPr sz="15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4pPr>
            <a:lvl5pPr marL="2286000" marR="0" lvl="4" indent="-22860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NVIDIA Sans"/>
              <a:buNone/>
              <a:defRPr sz="15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5pPr>
            <a:lvl6pPr marL="2743200" marR="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VIDIA Sans"/>
              <a:buChar char="•"/>
              <a:defRPr sz="18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6pPr>
            <a:lvl7pPr marL="3200400" marR="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VIDIA Sans"/>
              <a:buChar char="•"/>
              <a:defRPr sz="18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7pPr>
            <a:lvl8pPr marL="3657600" marR="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VIDIA Sans"/>
              <a:buChar char="•"/>
              <a:defRPr sz="18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8pPr>
            <a:lvl9pPr marL="4114800" marR="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VIDIA Sans"/>
              <a:buChar char="•"/>
              <a:defRPr sz="18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2-up Image">
  <p:cSld name="2-up Image">
    <p:spTree>
      <p:nvGrpSpPr>
        <p:cNvPr id="1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g3e23138d502_0_970"/>
          <p:cNvSpPr txBox="1">
            <a:spLocks noGrp="1"/>
          </p:cNvSpPr>
          <p:nvPr>
            <p:ph type="title"/>
          </p:nvPr>
        </p:nvSpPr>
        <p:spPr>
          <a:xfrm>
            <a:off x="838200" y="0"/>
            <a:ext cx="10515600" cy="83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0475" tIns="15225" rIns="30475" bIns="15225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NVIDIA Sans"/>
              <a:buNone/>
              <a:defRPr sz="2400" b="1" cap="none">
                <a:latin typeface="NVIDIA Sans"/>
                <a:ea typeface="NVIDIA Sans"/>
                <a:cs typeface="NVIDIA Sans"/>
                <a:sym typeface="NVIDIA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9pPr>
          </a:lstStyle>
          <a:p>
            <a:endParaRPr/>
          </a:p>
        </p:txBody>
      </p:sp>
      <p:sp>
        <p:nvSpPr>
          <p:cNvPr id="186" name="Google Shape;186;g3e23138d502_0_970"/>
          <p:cNvSpPr txBox="1">
            <a:spLocks noGrp="1"/>
          </p:cNvSpPr>
          <p:nvPr>
            <p:ph type="body" idx="1"/>
          </p:nvPr>
        </p:nvSpPr>
        <p:spPr>
          <a:xfrm>
            <a:off x="838200" y="829056"/>
            <a:ext cx="10515600" cy="46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0475" tIns="15225" rIns="30475" bIns="15225" anchor="t" anchorCtr="0">
            <a:noAutofit/>
          </a:bodyPr>
          <a:lstStyle>
            <a:lvl1pPr marL="457200" marR="0" lvl="0" indent="-22860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NVIDIA Sans"/>
              <a:buNone/>
              <a:defRPr sz="1600" b="0" i="0" u="none" strike="noStrike" cap="none">
                <a:solidFill>
                  <a:schemeClr val="dk2"/>
                </a:solidFill>
                <a:latin typeface="NVIDIA Sans"/>
                <a:ea typeface="NVIDIA Sans"/>
                <a:cs typeface="NVIDIA Sans"/>
                <a:sym typeface="NVIDIA Sans"/>
              </a:defRPr>
            </a:lvl1pPr>
            <a:lvl2pPr marL="914400" marR="0" lvl="1" indent="-22860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NVIDIA Sans"/>
              <a:buNone/>
              <a:defRPr sz="15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2pPr>
            <a:lvl3pPr marL="1371600" marR="0" lvl="2" indent="-22860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NVIDIA Sans"/>
              <a:buNone/>
              <a:defRPr sz="15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3pPr>
            <a:lvl4pPr marL="1828800" marR="0" lvl="3" indent="-22860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NVIDIA Sans"/>
              <a:buNone/>
              <a:defRPr sz="15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4pPr>
            <a:lvl5pPr marL="2286000" marR="0" lvl="4" indent="-22860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NVIDIA Sans"/>
              <a:buNone/>
              <a:defRPr sz="15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5pPr>
            <a:lvl6pPr marL="2743200" marR="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VIDIA Sans"/>
              <a:buChar char="•"/>
              <a:defRPr sz="18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6pPr>
            <a:lvl7pPr marL="3200400" marR="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VIDIA Sans"/>
              <a:buChar char="•"/>
              <a:defRPr sz="18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7pPr>
            <a:lvl8pPr marL="3657600" marR="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VIDIA Sans"/>
              <a:buChar char="•"/>
              <a:defRPr sz="18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8pPr>
            <a:lvl9pPr marL="4114800" marR="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VIDIA Sans"/>
              <a:buChar char="•"/>
              <a:defRPr sz="18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9pPr>
          </a:lstStyle>
          <a:p>
            <a:endParaRPr/>
          </a:p>
        </p:txBody>
      </p:sp>
      <p:sp>
        <p:nvSpPr>
          <p:cNvPr id="187" name="Google Shape;187;g3e23138d502_0_970"/>
          <p:cNvSpPr>
            <a:spLocks noGrp="1"/>
          </p:cNvSpPr>
          <p:nvPr>
            <p:ph type="pic" idx="2"/>
          </p:nvPr>
        </p:nvSpPr>
        <p:spPr>
          <a:xfrm>
            <a:off x="545868" y="1616604"/>
            <a:ext cx="5448600" cy="4006500"/>
          </a:xfrm>
          <a:prstGeom prst="rect">
            <a:avLst/>
          </a:prstGeom>
          <a:solidFill>
            <a:srgbClr val="151617">
              <a:alpha val="60780"/>
            </a:srgbClr>
          </a:solidFill>
          <a:ln w="3175" cap="flat" cmpd="sng">
            <a:solidFill>
              <a:schemeClr val="accent5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88" name="Google Shape;188;g3e23138d502_0_970"/>
          <p:cNvSpPr>
            <a:spLocks noGrp="1"/>
          </p:cNvSpPr>
          <p:nvPr>
            <p:ph type="pic" idx="3"/>
          </p:nvPr>
        </p:nvSpPr>
        <p:spPr>
          <a:xfrm>
            <a:off x="6197600" y="1616604"/>
            <a:ext cx="5448600" cy="4006500"/>
          </a:xfrm>
          <a:prstGeom prst="rect">
            <a:avLst/>
          </a:prstGeom>
          <a:solidFill>
            <a:srgbClr val="151617">
              <a:alpha val="60780"/>
            </a:srgbClr>
          </a:solidFill>
          <a:ln w="3175" cap="flat" cmpd="sng">
            <a:solidFill>
              <a:schemeClr val="accent5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89" name="Google Shape;189;g3e23138d502_0_970"/>
          <p:cNvSpPr txBox="1">
            <a:spLocks noGrp="1"/>
          </p:cNvSpPr>
          <p:nvPr>
            <p:ph type="body" idx="4"/>
          </p:nvPr>
        </p:nvSpPr>
        <p:spPr>
          <a:xfrm>
            <a:off x="545868" y="5687987"/>
            <a:ext cx="5448600" cy="25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0475" tIns="15225" rIns="30475" bIns="15225" anchor="b" anchorCtr="0">
            <a:noAutofit/>
          </a:bodyPr>
          <a:lstStyle>
            <a:lvl1pPr marL="457200" marR="0" lvl="0" indent="-22860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NVIDIA Sans"/>
              <a:buNone/>
              <a:defRPr sz="1300" b="0" i="0" u="none" strike="noStrike" cap="none">
                <a:solidFill>
                  <a:schemeClr val="lt1"/>
                </a:solidFill>
                <a:latin typeface="NVIDIA Sans Medium"/>
                <a:ea typeface="NVIDIA Sans Medium"/>
                <a:cs typeface="NVIDIA Sans Medium"/>
                <a:sym typeface="NVIDIA Sans Medium"/>
              </a:defRPr>
            </a:lvl1pPr>
            <a:lvl2pPr marL="914400" marR="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NVIDIA Sans"/>
              <a:buNone/>
              <a:defRPr sz="1300" b="1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2pPr>
            <a:lvl3pPr marL="1371600" marR="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NVIDIA Sans"/>
              <a:buNone/>
              <a:defRPr sz="1300" b="1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3pPr>
            <a:lvl4pPr marL="1828800" marR="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NVIDIA Sans"/>
              <a:buNone/>
              <a:defRPr sz="1300" b="1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4pPr>
            <a:lvl5pPr marL="2286000" marR="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NVIDIA Sans"/>
              <a:buNone/>
              <a:defRPr sz="1300" b="1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5pPr>
            <a:lvl6pPr marL="2743200" marR="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VIDIA Sans"/>
              <a:buChar char="•"/>
              <a:defRPr sz="18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6pPr>
            <a:lvl7pPr marL="3200400" marR="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VIDIA Sans"/>
              <a:buChar char="•"/>
              <a:defRPr sz="18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7pPr>
            <a:lvl8pPr marL="3657600" marR="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VIDIA Sans"/>
              <a:buChar char="•"/>
              <a:defRPr sz="18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8pPr>
            <a:lvl9pPr marL="4114800" marR="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VIDIA Sans"/>
              <a:buChar char="•"/>
              <a:defRPr sz="18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9pPr>
          </a:lstStyle>
          <a:p>
            <a:endParaRPr/>
          </a:p>
        </p:txBody>
      </p:sp>
      <p:sp>
        <p:nvSpPr>
          <p:cNvPr id="190" name="Google Shape;190;g3e23138d502_0_970"/>
          <p:cNvSpPr txBox="1">
            <a:spLocks noGrp="1"/>
          </p:cNvSpPr>
          <p:nvPr>
            <p:ph type="body" idx="5"/>
          </p:nvPr>
        </p:nvSpPr>
        <p:spPr>
          <a:xfrm>
            <a:off x="545868" y="5917189"/>
            <a:ext cx="5448600" cy="25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0475" tIns="15225" rIns="30475" bIns="15225" anchor="t" anchorCtr="0">
            <a:noAutofit/>
          </a:bodyPr>
          <a:lstStyle>
            <a:lvl1pPr marL="457200" marR="0" lvl="0" indent="-228600" algn="ctr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Clr>
                <a:schemeClr val="lt1"/>
              </a:buClr>
              <a:buSzPts val="900"/>
              <a:buFont typeface="NVIDIA Sans"/>
              <a:buNone/>
              <a:defRPr sz="900" b="0" i="0" u="none" strike="noStrike" cap="none">
                <a:solidFill>
                  <a:schemeClr val="lt1"/>
                </a:solidFill>
                <a:latin typeface="NVIDIA Sans"/>
                <a:ea typeface="NVIDIA Sans"/>
                <a:cs typeface="NVIDIA Sans"/>
                <a:sym typeface="NVIDIA Sans"/>
              </a:defRPr>
            </a:lvl1pPr>
            <a:lvl2pPr marL="914400" marR="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NVIDIA Sans"/>
              <a:buNone/>
              <a:defRPr sz="1300" b="1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2pPr>
            <a:lvl3pPr marL="1371600" marR="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NVIDIA Sans"/>
              <a:buNone/>
              <a:defRPr sz="1300" b="1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3pPr>
            <a:lvl4pPr marL="1828800" marR="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NVIDIA Sans"/>
              <a:buNone/>
              <a:defRPr sz="1300" b="1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4pPr>
            <a:lvl5pPr marL="2286000" marR="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NVIDIA Sans"/>
              <a:buNone/>
              <a:defRPr sz="1300" b="1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5pPr>
            <a:lvl6pPr marL="2743200" marR="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VIDIA Sans"/>
              <a:buChar char="•"/>
              <a:defRPr sz="18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6pPr>
            <a:lvl7pPr marL="3200400" marR="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VIDIA Sans"/>
              <a:buChar char="•"/>
              <a:defRPr sz="18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7pPr>
            <a:lvl8pPr marL="3657600" marR="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VIDIA Sans"/>
              <a:buChar char="•"/>
              <a:defRPr sz="18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8pPr>
            <a:lvl9pPr marL="4114800" marR="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VIDIA Sans"/>
              <a:buChar char="•"/>
              <a:defRPr sz="18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9pPr>
          </a:lstStyle>
          <a:p>
            <a:endParaRPr/>
          </a:p>
        </p:txBody>
      </p:sp>
      <p:sp>
        <p:nvSpPr>
          <p:cNvPr id="191" name="Google Shape;191;g3e23138d502_0_970"/>
          <p:cNvSpPr txBox="1">
            <a:spLocks noGrp="1"/>
          </p:cNvSpPr>
          <p:nvPr>
            <p:ph type="body" idx="6"/>
          </p:nvPr>
        </p:nvSpPr>
        <p:spPr>
          <a:xfrm>
            <a:off x="6197602" y="5687987"/>
            <a:ext cx="5448900" cy="25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0475" tIns="15225" rIns="30475" bIns="15225" anchor="b" anchorCtr="0">
            <a:noAutofit/>
          </a:bodyPr>
          <a:lstStyle>
            <a:lvl1pPr marL="457200" marR="0" lvl="0" indent="-22860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NVIDIA Sans"/>
              <a:buNone/>
              <a:defRPr sz="1300" b="0" i="0" u="none" strike="noStrike" cap="none">
                <a:solidFill>
                  <a:schemeClr val="lt1"/>
                </a:solidFill>
                <a:latin typeface="NVIDIA Sans Medium"/>
                <a:ea typeface="NVIDIA Sans Medium"/>
                <a:cs typeface="NVIDIA Sans Medium"/>
                <a:sym typeface="NVIDIA Sans Medium"/>
              </a:defRPr>
            </a:lvl1pPr>
            <a:lvl2pPr marL="914400" marR="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NVIDIA Sans"/>
              <a:buNone/>
              <a:defRPr sz="1300" b="1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2pPr>
            <a:lvl3pPr marL="1371600" marR="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NVIDIA Sans"/>
              <a:buNone/>
              <a:defRPr sz="1300" b="1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3pPr>
            <a:lvl4pPr marL="1828800" marR="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NVIDIA Sans"/>
              <a:buNone/>
              <a:defRPr sz="1300" b="1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4pPr>
            <a:lvl5pPr marL="2286000" marR="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NVIDIA Sans"/>
              <a:buNone/>
              <a:defRPr sz="1300" b="1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5pPr>
            <a:lvl6pPr marL="2743200" marR="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VIDIA Sans"/>
              <a:buChar char="•"/>
              <a:defRPr sz="18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6pPr>
            <a:lvl7pPr marL="3200400" marR="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VIDIA Sans"/>
              <a:buChar char="•"/>
              <a:defRPr sz="18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7pPr>
            <a:lvl8pPr marL="3657600" marR="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VIDIA Sans"/>
              <a:buChar char="•"/>
              <a:defRPr sz="18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8pPr>
            <a:lvl9pPr marL="4114800" marR="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VIDIA Sans"/>
              <a:buChar char="•"/>
              <a:defRPr sz="18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9pPr>
          </a:lstStyle>
          <a:p>
            <a:endParaRPr/>
          </a:p>
        </p:txBody>
      </p:sp>
      <p:sp>
        <p:nvSpPr>
          <p:cNvPr id="192" name="Google Shape;192;g3e23138d502_0_970"/>
          <p:cNvSpPr txBox="1">
            <a:spLocks noGrp="1"/>
          </p:cNvSpPr>
          <p:nvPr>
            <p:ph type="body" idx="7"/>
          </p:nvPr>
        </p:nvSpPr>
        <p:spPr>
          <a:xfrm>
            <a:off x="6197602" y="5917189"/>
            <a:ext cx="5448900" cy="25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0475" tIns="15225" rIns="30475" bIns="15225" anchor="t" anchorCtr="0">
            <a:noAutofit/>
          </a:bodyPr>
          <a:lstStyle>
            <a:lvl1pPr marL="457200" marR="0" lvl="0" indent="-228600" algn="ctr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Clr>
                <a:schemeClr val="lt1"/>
              </a:buClr>
              <a:buSzPts val="900"/>
              <a:buFont typeface="NVIDIA Sans"/>
              <a:buNone/>
              <a:defRPr sz="900" b="0" i="0" u="none" strike="noStrike" cap="none">
                <a:solidFill>
                  <a:schemeClr val="lt1"/>
                </a:solidFill>
                <a:latin typeface="NVIDIA Sans"/>
                <a:ea typeface="NVIDIA Sans"/>
                <a:cs typeface="NVIDIA Sans"/>
                <a:sym typeface="NVIDIA Sans"/>
              </a:defRPr>
            </a:lvl1pPr>
            <a:lvl2pPr marL="914400" marR="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NVIDIA Sans"/>
              <a:buNone/>
              <a:defRPr sz="1300" b="1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2pPr>
            <a:lvl3pPr marL="1371600" marR="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NVIDIA Sans"/>
              <a:buNone/>
              <a:defRPr sz="1300" b="1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3pPr>
            <a:lvl4pPr marL="1828800" marR="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NVIDIA Sans"/>
              <a:buNone/>
              <a:defRPr sz="1300" b="1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4pPr>
            <a:lvl5pPr marL="2286000" marR="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NVIDIA Sans"/>
              <a:buNone/>
              <a:defRPr sz="1300" b="1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5pPr>
            <a:lvl6pPr marL="2743200" marR="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VIDIA Sans"/>
              <a:buChar char="•"/>
              <a:defRPr sz="18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6pPr>
            <a:lvl7pPr marL="3200400" marR="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VIDIA Sans"/>
              <a:buChar char="•"/>
              <a:defRPr sz="18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7pPr>
            <a:lvl8pPr marL="3657600" marR="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VIDIA Sans"/>
              <a:buChar char="•"/>
              <a:defRPr sz="18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8pPr>
            <a:lvl9pPr marL="4114800" marR="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VIDIA Sans"/>
              <a:buChar char="•"/>
              <a:defRPr sz="18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2-up Image Layout with Bullets">
  <p:cSld name="2-up Image Layout with Bullets">
    <p:spTree>
      <p:nvGrpSpPr>
        <p:cNvPr id="1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g3e23138d502_0_979"/>
          <p:cNvSpPr txBox="1">
            <a:spLocks noGrp="1"/>
          </p:cNvSpPr>
          <p:nvPr>
            <p:ph type="title"/>
          </p:nvPr>
        </p:nvSpPr>
        <p:spPr>
          <a:xfrm>
            <a:off x="838200" y="0"/>
            <a:ext cx="10515600" cy="83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0475" tIns="15225" rIns="30475" bIns="15225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NVIDIA Sans"/>
              <a:buNone/>
              <a:defRPr sz="2400" b="1" cap="none">
                <a:latin typeface="NVIDIA Sans"/>
                <a:ea typeface="NVIDIA Sans"/>
                <a:cs typeface="NVIDIA Sans"/>
                <a:sym typeface="NVIDIA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9pPr>
          </a:lstStyle>
          <a:p>
            <a:endParaRPr/>
          </a:p>
        </p:txBody>
      </p:sp>
      <p:sp>
        <p:nvSpPr>
          <p:cNvPr id="195" name="Google Shape;195;g3e23138d502_0_979"/>
          <p:cNvSpPr txBox="1">
            <a:spLocks noGrp="1"/>
          </p:cNvSpPr>
          <p:nvPr>
            <p:ph type="body" idx="1"/>
          </p:nvPr>
        </p:nvSpPr>
        <p:spPr>
          <a:xfrm>
            <a:off x="838200" y="829056"/>
            <a:ext cx="10515600" cy="46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0475" tIns="15225" rIns="30475" bIns="15225" anchor="t" anchorCtr="0">
            <a:noAutofit/>
          </a:bodyPr>
          <a:lstStyle>
            <a:lvl1pPr marL="457200" marR="0" lvl="0" indent="-22860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NVIDIA Sans"/>
              <a:buNone/>
              <a:defRPr sz="1600" b="0" i="0" u="none" strike="noStrike" cap="none">
                <a:solidFill>
                  <a:schemeClr val="dk2"/>
                </a:solidFill>
                <a:latin typeface="NVIDIA Sans"/>
                <a:ea typeface="NVIDIA Sans"/>
                <a:cs typeface="NVIDIA Sans"/>
                <a:sym typeface="NVIDIA Sans"/>
              </a:defRPr>
            </a:lvl1pPr>
            <a:lvl2pPr marL="914400" marR="0" lvl="1" indent="-22860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NVIDIA Sans"/>
              <a:buNone/>
              <a:defRPr sz="15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2pPr>
            <a:lvl3pPr marL="1371600" marR="0" lvl="2" indent="-22860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NVIDIA Sans"/>
              <a:buNone/>
              <a:defRPr sz="15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3pPr>
            <a:lvl4pPr marL="1828800" marR="0" lvl="3" indent="-22860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NVIDIA Sans"/>
              <a:buNone/>
              <a:defRPr sz="15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4pPr>
            <a:lvl5pPr marL="2286000" marR="0" lvl="4" indent="-22860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NVIDIA Sans"/>
              <a:buNone/>
              <a:defRPr sz="15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5pPr>
            <a:lvl6pPr marL="2743200" marR="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VIDIA Sans"/>
              <a:buChar char="•"/>
              <a:defRPr sz="18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6pPr>
            <a:lvl7pPr marL="3200400" marR="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VIDIA Sans"/>
              <a:buChar char="•"/>
              <a:defRPr sz="18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7pPr>
            <a:lvl8pPr marL="3657600" marR="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VIDIA Sans"/>
              <a:buChar char="•"/>
              <a:defRPr sz="18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8pPr>
            <a:lvl9pPr marL="4114800" marR="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VIDIA Sans"/>
              <a:buChar char="•"/>
              <a:defRPr sz="18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9pPr>
          </a:lstStyle>
          <a:p>
            <a:endParaRPr/>
          </a:p>
        </p:txBody>
      </p:sp>
      <p:sp>
        <p:nvSpPr>
          <p:cNvPr id="196" name="Google Shape;196;g3e23138d502_0_979"/>
          <p:cNvSpPr>
            <a:spLocks noGrp="1"/>
          </p:cNvSpPr>
          <p:nvPr>
            <p:ph type="pic" idx="2"/>
          </p:nvPr>
        </p:nvSpPr>
        <p:spPr>
          <a:xfrm>
            <a:off x="545868" y="1616604"/>
            <a:ext cx="2944200" cy="4006500"/>
          </a:xfrm>
          <a:prstGeom prst="rect">
            <a:avLst/>
          </a:prstGeom>
          <a:solidFill>
            <a:srgbClr val="151617">
              <a:alpha val="60780"/>
            </a:srgbClr>
          </a:solidFill>
          <a:ln w="3175" cap="flat" cmpd="sng">
            <a:solidFill>
              <a:schemeClr val="accent5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97" name="Google Shape;197;g3e23138d502_0_979"/>
          <p:cNvSpPr txBox="1">
            <a:spLocks noGrp="1"/>
          </p:cNvSpPr>
          <p:nvPr>
            <p:ph type="body" idx="3"/>
          </p:nvPr>
        </p:nvSpPr>
        <p:spPr>
          <a:xfrm>
            <a:off x="3686117" y="2306656"/>
            <a:ext cx="2308200" cy="262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0475" tIns="15225" rIns="30475" bIns="15225" anchor="ctr" anchorCtr="0">
            <a:noAutofit/>
          </a:bodyPr>
          <a:lstStyle>
            <a:lvl1pPr marL="457200" marR="0" lvl="0" indent="-32385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1500"/>
              <a:buFont typeface="NVIDIA Sans"/>
              <a:buChar char="•"/>
              <a:defRPr sz="1500" b="0" i="0" u="none" strike="noStrike" cap="none">
                <a:solidFill>
                  <a:schemeClr val="lt1"/>
                </a:solidFill>
                <a:latin typeface="NVIDIA Sans"/>
                <a:ea typeface="NVIDIA Sans"/>
                <a:cs typeface="NVIDIA Sans"/>
                <a:sym typeface="NVIDIA Sans"/>
              </a:defRPr>
            </a:lvl1pPr>
            <a:lvl2pPr marL="914400" marR="0" lvl="1" indent="-31115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NVIDIA Sans"/>
              <a:buChar char="•"/>
              <a:defRPr sz="1300" b="0" i="0" u="none" strike="noStrike" cap="none">
                <a:solidFill>
                  <a:schemeClr val="lt1"/>
                </a:solidFill>
                <a:latin typeface="NVIDIA Sans"/>
                <a:ea typeface="NVIDIA Sans"/>
                <a:cs typeface="NVIDIA Sans"/>
                <a:sym typeface="NVIDIA Sans"/>
              </a:defRPr>
            </a:lvl2pPr>
            <a:lvl3pPr marL="1371600" marR="0" lvl="2" indent="-30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NVIDIA Sans"/>
              <a:buChar char="•"/>
              <a:defRPr sz="1200" b="0" i="0" u="none" strike="noStrike" cap="none">
                <a:solidFill>
                  <a:schemeClr val="lt1"/>
                </a:solidFill>
                <a:latin typeface="NVIDIA Sans"/>
                <a:ea typeface="NVIDIA Sans"/>
                <a:cs typeface="NVIDIA Sans"/>
                <a:sym typeface="NVIDIA Sans"/>
              </a:defRPr>
            </a:lvl3pPr>
            <a:lvl4pPr marL="1828800" marR="0" lvl="3" indent="-29845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NVIDIA Sans"/>
              <a:buChar char="•"/>
              <a:defRPr sz="1100" b="0" i="0" u="none" strike="noStrike" cap="none">
                <a:solidFill>
                  <a:schemeClr val="lt1"/>
                </a:solidFill>
                <a:latin typeface="NVIDIA Sans"/>
                <a:ea typeface="NVIDIA Sans"/>
                <a:cs typeface="NVIDIA Sans"/>
                <a:sym typeface="NVIDIA Sans"/>
              </a:defRPr>
            </a:lvl4pPr>
            <a:lvl5pPr marL="2286000" marR="0" lvl="4" indent="-28575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900"/>
              <a:buFont typeface="NVIDIA Sans"/>
              <a:buChar char="•"/>
              <a:defRPr sz="900" b="0" i="0" u="none" strike="noStrike" cap="none">
                <a:solidFill>
                  <a:schemeClr val="lt1"/>
                </a:solidFill>
                <a:latin typeface="NVIDIA Sans"/>
                <a:ea typeface="NVIDIA Sans"/>
                <a:cs typeface="NVIDIA Sans"/>
                <a:sym typeface="NVIDIA Sans"/>
              </a:defRPr>
            </a:lvl5pPr>
            <a:lvl6pPr marL="2743200" marR="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VIDIA Sans"/>
              <a:buChar char="•"/>
              <a:defRPr sz="18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6pPr>
            <a:lvl7pPr marL="3200400" marR="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VIDIA Sans"/>
              <a:buChar char="•"/>
              <a:defRPr sz="18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7pPr>
            <a:lvl8pPr marL="3657600" marR="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VIDIA Sans"/>
              <a:buChar char="•"/>
              <a:defRPr sz="18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8pPr>
            <a:lvl9pPr marL="4114800" marR="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VIDIA Sans"/>
              <a:buChar char="•"/>
              <a:defRPr sz="18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9pPr>
          </a:lstStyle>
          <a:p>
            <a:endParaRPr/>
          </a:p>
        </p:txBody>
      </p:sp>
      <p:sp>
        <p:nvSpPr>
          <p:cNvPr id="198" name="Google Shape;198;g3e23138d502_0_979"/>
          <p:cNvSpPr>
            <a:spLocks noGrp="1"/>
          </p:cNvSpPr>
          <p:nvPr>
            <p:ph type="pic" idx="4"/>
          </p:nvPr>
        </p:nvSpPr>
        <p:spPr>
          <a:xfrm>
            <a:off x="6197602" y="1616604"/>
            <a:ext cx="2944200" cy="4006500"/>
          </a:xfrm>
          <a:prstGeom prst="rect">
            <a:avLst/>
          </a:prstGeom>
          <a:solidFill>
            <a:srgbClr val="151617">
              <a:alpha val="60780"/>
            </a:srgbClr>
          </a:solidFill>
          <a:ln w="3175" cap="flat" cmpd="sng">
            <a:solidFill>
              <a:schemeClr val="accent5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99" name="Google Shape;199;g3e23138d502_0_979"/>
          <p:cNvSpPr txBox="1">
            <a:spLocks noGrp="1"/>
          </p:cNvSpPr>
          <p:nvPr>
            <p:ph type="body" idx="5"/>
          </p:nvPr>
        </p:nvSpPr>
        <p:spPr>
          <a:xfrm>
            <a:off x="9337850" y="2306656"/>
            <a:ext cx="2308200" cy="262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0475" tIns="15225" rIns="30475" bIns="15225" anchor="ctr" anchorCtr="0">
            <a:noAutofit/>
          </a:bodyPr>
          <a:lstStyle>
            <a:lvl1pPr marL="457200" marR="0" lvl="0" indent="-32385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1500"/>
              <a:buFont typeface="NVIDIA Sans"/>
              <a:buChar char="•"/>
              <a:defRPr sz="1500" b="0" i="0" u="none" strike="noStrike" cap="none">
                <a:solidFill>
                  <a:schemeClr val="lt1"/>
                </a:solidFill>
                <a:latin typeface="NVIDIA Sans"/>
                <a:ea typeface="NVIDIA Sans"/>
                <a:cs typeface="NVIDIA Sans"/>
                <a:sym typeface="NVIDIA Sans"/>
              </a:defRPr>
            </a:lvl1pPr>
            <a:lvl2pPr marL="914400" marR="0" lvl="1" indent="-31115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NVIDIA Sans"/>
              <a:buChar char="•"/>
              <a:defRPr sz="1300" b="0" i="0" u="none" strike="noStrike" cap="none">
                <a:solidFill>
                  <a:schemeClr val="lt1"/>
                </a:solidFill>
                <a:latin typeface="NVIDIA Sans"/>
                <a:ea typeface="NVIDIA Sans"/>
                <a:cs typeface="NVIDIA Sans"/>
                <a:sym typeface="NVIDIA Sans"/>
              </a:defRPr>
            </a:lvl2pPr>
            <a:lvl3pPr marL="1371600" marR="0" lvl="2" indent="-30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NVIDIA Sans"/>
              <a:buChar char="•"/>
              <a:defRPr sz="1200" b="0" i="0" u="none" strike="noStrike" cap="none">
                <a:solidFill>
                  <a:schemeClr val="lt1"/>
                </a:solidFill>
                <a:latin typeface="NVIDIA Sans"/>
                <a:ea typeface="NVIDIA Sans"/>
                <a:cs typeface="NVIDIA Sans"/>
                <a:sym typeface="NVIDIA Sans"/>
              </a:defRPr>
            </a:lvl3pPr>
            <a:lvl4pPr marL="1828800" marR="0" lvl="3" indent="-29845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NVIDIA Sans"/>
              <a:buChar char="•"/>
              <a:defRPr sz="1100" b="0" i="0" u="none" strike="noStrike" cap="none">
                <a:solidFill>
                  <a:schemeClr val="lt1"/>
                </a:solidFill>
                <a:latin typeface="NVIDIA Sans"/>
                <a:ea typeface="NVIDIA Sans"/>
                <a:cs typeface="NVIDIA Sans"/>
                <a:sym typeface="NVIDIA Sans"/>
              </a:defRPr>
            </a:lvl4pPr>
            <a:lvl5pPr marL="2286000" marR="0" lvl="4" indent="-28575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900"/>
              <a:buFont typeface="NVIDIA Sans"/>
              <a:buChar char="•"/>
              <a:defRPr sz="900" b="0" i="0" u="none" strike="noStrike" cap="none">
                <a:solidFill>
                  <a:schemeClr val="lt1"/>
                </a:solidFill>
                <a:latin typeface="NVIDIA Sans"/>
                <a:ea typeface="NVIDIA Sans"/>
                <a:cs typeface="NVIDIA Sans"/>
                <a:sym typeface="NVIDIA Sans"/>
              </a:defRPr>
            </a:lvl5pPr>
            <a:lvl6pPr marL="2743200" marR="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VIDIA Sans"/>
              <a:buChar char="•"/>
              <a:defRPr sz="18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6pPr>
            <a:lvl7pPr marL="3200400" marR="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VIDIA Sans"/>
              <a:buChar char="•"/>
              <a:defRPr sz="18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7pPr>
            <a:lvl8pPr marL="3657600" marR="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VIDIA Sans"/>
              <a:buChar char="•"/>
              <a:defRPr sz="18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8pPr>
            <a:lvl9pPr marL="4114800" marR="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VIDIA Sans"/>
              <a:buChar char="•"/>
              <a:defRPr sz="18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9pPr>
          </a:lstStyle>
          <a:p>
            <a:endParaRPr/>
          </a:p>
        </p:txBody>
      </p:sp>
      <p:sp>
        <p:nvSpPr>
          <p:cNvPr id="200" name="Google Shape;200;g3e23138d502_0_979"/>
          <p:cNvSpPr txBox="1">
            <a:spLocks noGrp="1"/>
          </p:cNvSpPr>
          <p:nvPr>
            <p:ph type="body" idx="6"/>
          </p:nvPr>
        </p:nvSpPr>
        <p:spPr>
          <a:xfrm>
            <a:off x="545868" y="5687987"/>
            <a:ext cx="2944200" cy="25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0475" tIns="15225" rIns="30475" bIns="15225" anchor="b" anchorCtr="0">
            <a:noAutofit/>
          </a:bodyPr>
          <a:lstStyle>
            <a:lvl1pPr marL="457200" marR="0" lvl="0" indent="-22860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NVIDIA Sans"/>
              <a:buNone/>
              <a:defRPr sz="1300" b="0" i="0" u="none" strike="noStrike" cap="none">
                <a:solidFill>
                  <a:schemeClr val="lt1"/>
                </a:solidFill>
                <a:latin typeface="NVIDIA Sans Medium"/>
                <a:ea typeface="NVIDIA Sans Medium"/>
                <a:cs typeface="NVIDIA Sans Medium"/>
                <a:sym typeface="NVIDIA Sans Medium"/>
              </a:defRPr>
            </a:lvl1pPr>
            <a:lvl2pPr marL="914400" marR="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NVIDIA Sans"/>
              <a:buNone/>
              <a:defRPr sz="1300" b="1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2pPr>
            <a:lvl3pPr marL="1371600" marR="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NVIDIA Sans"/>
              <a:buNone/>
              <a:defRPr sz="1300" b="1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3pPr>
            <a:lvl4pPr marL="1828800" marR="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NVIDIA Sans"/>
              <a:buNone/>
              <a:defRPr sz="1300" b="1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4pPr>
            <a:lvl5pPr marL="2286000" marR="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NVIDIA Sans"/>
              <a:buNone/>
              <a:defRPr sz="1300" b="1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5pPr>
            <a:lvl6pPr marL="2743200" marR="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VIDIA Sans"/>
              <a:buChar char="•"/>
              <a:defRPr sz="18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6pPr>
            <a:lvl7pPr marL="3200400" marR="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VIDIA Sans"/>
              <a:buChar char="•"/>
              <a:defRPr sz="18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7pPr>
            <a:lvl8pPr marL="3657600" marR="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VIDIA Sans"/>
              <a:buChar char="•"/>
              <a:defRPr sz="18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8pPr>
            <a:lvl9pPr marL="4114800" marR="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VIDIA Sans"/>
              <a:buChar char="•"/>
              <a:defRPr sz="18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9pPr>
          </a:lstStyle>
          <a:p>
            <a:endParaRPr/>
          </a:p>
        </p:txBody>
      </p:sp>
      <p:sp>
        <p:nvSpPr>
          <p:cNvPr id="201" name="Google Shape;201;g3e23138d502_0_979"/>
          <p:cNvSpPr txBox="1">
            <a:spLocks noGrp="1"/>
          </p:cNvSpPr>
          <p:nvPr>
            <p:ph type="body" idx="7"/>
          </p:nvPr>
        </p:nvSpPr>
        <p:spPr>
          <a:xfrm>
            <a:off x="545868" y="5917189"/>
            <a:ext cx="2944200" cy="25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0475" tIns="15225" rIns="30475" bIns="15225" anchor="t" anchorCtr="0">
            <a:noAutofit/>
          </a:bodyPr>
          <a:lstStyle>
            <a:lvl1pPr marL="457200" marR="0" lvl="0" indent="-228600" algn="ctr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Clr>
                <a:schemeClr val="lt1"/>
              </a:buClr>
              <a:buSzPts val="900"/>
              <a:buFont typeface="NVIDIA Sans"/>
              <a:buNone/>
              <a:defRPr sz="900" b="0" i="0" u="none" strike="noStrike" cap="none">
                <a:solidFill>
                  <a:schemeClr val="lt1"/>
                </a:solidFill>
                <a:latin typeface="NVIDIA Sans"/>
                <a:ea typeface="NVIDIA Sans"/>
                <a:cs typeface="NVIDIA Sans"/>
                <a:sym typeface="NVIDIA Sans"/>
              </a:defRPr>
            </a:lvl1pPr>
            <a:lvl2pPr marL="914400" marR="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NVIDIA Sans"/>
              <a:buNone/>
              <a:defRPr sz="1300" b="1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2pPr>
            <a:lvl3pPr marL="1371600" marR="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NVIDIA Sans"/>
              <a:buNone/>
              <a:defRPr sz="1300" b="1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3pPr>
            <a:lvl4pPr marL="1828800" marR="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NVIDIA Sans"/>
              <a:buNone/>
              <a:defRPr sz="1300" b="1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4pPr>
            <a:lvl5pPr marL="2286000" marR="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NVIDIA Sans"/>
              <a:buNone/>
              <a:defRPr sz="1300" b="1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5pPr>
            <a:lvl6pPr marL="2743200" marR="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VIDIA Sans"/>
              <a:buChar char="•"/>
              <a:defRPr sz="18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6pPr>
            <a:lvl7pPr marL="3200400" marR="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VIDIA Sans"/>
              <a:buChar char="•"/>
              <a:defRPr sz="18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7pPr>
            <a:lvl8pPr marL="3657600" marR="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VIDIA Sans"/>
              <a:buChar char="•"/>
              <a:defRPr sz="18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8pPr>
            <a:lvl9pPr marL="4114800" marR="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VIDIA Sans"/>
              <a:buChar char="•"/>
              <a:defRPr sz="18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9pPr>
          </a:lstStyle>
          <a:p>
            <a:endParaRPr/>
          </a:p>
        </p:txBody>
      </p:sp>
      <p:sp>
        <p:nvSpPr>
          <p:cNvPr id="202" name="Google Shape;202;g3e23138d502_0_979"/>
          <p:cNvSpPr txBox="1">
            <a:spLocks noGrp="1"/>
          </p:cNvSpPr>
          <p:nvPr>
            <p:ph type="body" idx="8"/>
          </p:nvPr>
        </p:nvSpPr>
        <p:spPr>
          <a:xfrm>
            <a:off x="6197602" y="5687987"/>
            <a:ext cx="2944200" cy="25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0475" tIns="15225" rIns="30475" bIns="15225" anchor="b" anchorCtr="0">
            <a:noAutofit/>
          </a:bodyPr>
          <a:lstStyle>
            <a:lvl1pPr marL="457200" marR="0" lvl="0" indent="-22860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NVIDIA Sans"/>
              <a:buNone/>
              <a:defRPr sz="1300" b="0" i="0" u="none" strike="noStrike" cap="none">
                <a:solidFill>
                  <a:schemeClr val="lt1"/>
                </a:solidFill>
                <a:latin typeface="NVIDIA Sans Medium"/>
                <a:ea typeface="NVIDIA Sans Medium"/>
                <a:cs typeface="NVIDIA Sans Medium"/>
                <a:sym typeface="NVIDIA Sans Medium"/>
              </a:defRPr>
            </a:lvl1pPr>
            <a:lvl2pPr marL="914400" marR="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NVIDIA Sans"/>
              <a:buNone/>
              <a:defRPr sz="1300" b="1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2pPr>
            <a:lvl3pPr marL="1371600" marR="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NVIDIA Sans"/>
              <a:buNone/>
              <a:defRPr sz="1300" b="1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3pPr>
            <a:lvl4pPr marL="1828800" marR="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NVIDIA Sans"/>
              <a:buNone/>
              <a:defRPr sz="1300" b="1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4pPr>
            <a:lvl5pPr marL="2286000" marR="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NVIDIA Sans"/>
              <a:buNone/>
              <a:defRPr sz="1300" b="1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5pPr>
            <a:lvl6pPr marL="2743200" marR="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VIDIA Sans"/>
              <a:buChar char="•"/>
              <a:defRPr sz="18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6pPr>
            <a:lvl7pPr marL="3200400" marR="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VIDIA Sans"/>
              <a:buChar char="•"/>
              <a:defRPr sz="18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7pPr>
            <a:lvl8pPr marL="3657600" marR="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VIDIA Sans"/>
              <a:buChar char="•"/>
              <a:defRPr sz="18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8pPr>
            <a:lvl9pPr marL="4114800" marR="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VIDIA Sans"/>
              <a:buChar char="•"/>
              <a:defRPr sz="18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9pPr>
          </a:lstStyle>
          <a:p>
            <a:endParaRPr/>
          </a:p>
        </p:txBody>
      </p:sp>
      <p:sp>
        <p:nvSpPr>
          <p:cNvPr id="203" name="Google Shape;203;g3e23138d502_0_979"/>
          <p:cNvSpPr txBox="1">
            <a:spLocks noGrp="1"/>
          </p:cNvSpPr>
          <p:nvPr>
            <p:ph type="body" idx="9"/>
          </p:nvPr>
        </p:nvSpPr>
        <p:spPr>
          <a:xfrm>
            <a:off x="6197602" y="5917189"/>
            <a:ext cx="2944200" cy="25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0475" tIns="15225" rIns="30475" bIns="15225" anchor="t" anchorCtr="0">
            <a:noAutofit/>
          </a:bodyPr>
          <a:lstStyle>
            <a:lvl1pPr marL="457200" marR="0" lvl="0" indent="-228600" algn="ctr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Clr>
                <a:schemeClr val="lt1"/>
              </a:buClr>
              <a:buSzPts val="900"/>
              <a:buFont typeface="NVIDIA Sans"/>
              <a:buNone/>
              <a:defRPr sz="900" b="0" i="0" u="none" strike="noStrike" cap="none">
                <a:solidFill>
                  <a:schemeClr val="lt1"/>
                </a:solidFill>
                <a:latin typeface="NVIDIA Sans"/>
                <a:ea typeface="NVIDIA Sans"/>
                <a:cs typeface="NVIDIA Sans"/>
                <a:sym typeface="NVIDIA Sans"/>
              </a:defRPr>
            </a:lvl1pPr>
            <a:lvl2pPr marL="914400" marR="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NVIDIA Sans"/>
              <a:buNone/>
              <a:defRPr sz="1300" b="1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2pPr>
            <a:lvl3pPr marL="1371600" marR="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NVIDIA Sans"/>
              <a:buNone/>
              <a:defRPr sz="1300" b="1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3pPr>
            <a:lvl4pPr marL="1828800" marR="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NVIDIA Sans"/>
              <a:buNone/>
              <a:defRPr sz="1300" b="1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4pPr>
            <a:lvl5pPr marL="2286000" marR="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NVIDIA Sans"/>
              <a:buNone/>
              <a:defRPr sz="1300" b="1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5pPr>
            <a:lvl6pPr marL="2743200" marR="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VIDIA Sans"/>
              <a:buChar char="•"/>
              <a:defRPr sz="18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6pPr>
            <a:lvl7pPr marL="3200400" marR="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VIDIA Sans"/>
              <a:buChar char="•"/>
              <a:defRPr sz="18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7pPr>
            <a:lvl8pPr marL="3657600" marR="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VIDIA Sans"/>
              <a:buChar char="•"/>
              <a:defRPr sz="18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8pPr>
            <a:lvl9pPr marL="4114800" marR="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VIDIA Sans"/>
              <a:buChar char="•"/>
              <a:defRPr sz="18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3-up Image">
  <p:cSld name="3-up Image">
    <p:spTree>
      <p:nvGrpSpPr>
        <p:cNvPr id="1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g3e23138d502_0_990"/>
          <p:cNvSpPr txBox="1">
            <a:spLocks noGrp="1"/>
          </p:cNvSpPr>
          <p:nvPr>
            <p:ph type="title"/>
          </p:nvPr>
        </p:nvSpPr>
        <p:spPr>
          <a:xfrm>
            <a:off x="838200" y="0"/>
            <a:ext cx="10515600" cy="83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0475" tIns="15225" rIns="30475" bIns="15225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NVIDIA Sans"/>
              <a:buNone/>
              <a:defRPr sz="2400" b="1" cap="none">
                <a:latin typeface="NVIDIA Sans"/>
                <a:ea typeface="NVIDIA Sans"/>
                <a:cs typeface="NVIDIA Sans"/>
                <a:sym typeface="NVIDIA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9pPr>
          </a:lstStyle>
          <a:p>
            <a:endParaRPr/>
          </a:p>
        </p:txBody>
      </p:sp>
      <p:sp>
        <p:nvSpPr>
          <p:cNvPr id="206" name="Google Shape;206;g3e23138d502_0_990"/>
          <p:cNvSpPr txBox="1">
            <a:spLocks noGrp="1"/>
          </p:cNvSpPr>
          <p:nvPr>
            <p:ph type="body" idx="1"/>
          </p:nvPr>
        </p:nvSpPr>
        <p:spPr>
          <a:xfrm>
            <a:off x="838200" y="829056"/>
            <a:ext cx="10515600" cy="46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0475" tIns="15225" rIns="30475" bIns="15225" anchor="t" anchorCtr="0">
            <a:noAutofit/>
          </a:bodyPr>
          <a:lstStyle>
            <a:lvl1pPr marL="457200" marR="0" lvl="0" indent="-22860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NVIDIA Sans"/>
              <a:buNone/>
              <a:defRPr sz="1600" b="0" i="0" u="none" strike="noStrike" cap="none">
                <a:solidFill>
                  <a:schemeClr val="dk2"/>
                </a:solidFill>
                <a:latin typeface="NVIDIA Sans"/>
                <a:ea typeface="NVIDIA Sans"/>
                <a:cs typeface="NVIDIA Sans"/>
                <a:sym typeface="NVIDIA Sans"/>
              </a:defRPr>
            </a:lvl1pPr>
            <a:lvl2pPr marL="914400" marR="0" lvl="1" indent="-22860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NVIDIA Sans"/>
              <a:buNone/>
              <a:defRPr sz="15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2pPr>
            <a:lvl3pPr marL="1371600" marR="0" lvl="2" indent="-22860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NVIDIA Sans"/>
              <a:buNone/>
              <a:defRPr sz="15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3pPr>
            <a:lvl4pPr marL="1828800" marR="0" lvl="3" indent="-22860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NVIDIA Sans"/>
              <a:buNone/>
              <a:defRPr sz="15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4pPr>
            <a:lvl5pPr marL="2286000" marR="0" lvl="4" indent="-22860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NVIDIA Sans"/>
              <a:buNone/>
              <a:defRPr sz="15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5pPr>
            <a:lvl6pPr marL="2743200" marR="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VIDIA Sans"/>
              <a:buChar char="•"/>
              <a:defRPr sz="18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6pPr>
            <a:lvl7pPr marL="3200400" marR="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VIDIA Sans"/>
              <a:buChar char="•"/>
              <a:defRPr sz="18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7pPr>
            <a:lvl8pPr marL="3657600" marR="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VIDIA Sans"/>
              <a:buChar char="•"/>
              <a:defRPr sz="18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8pPr>
            <a:lvl9pPr marL="4114800" marR="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VIDIA Sans"/>
              <a:buChar char="•"/>
              <a:defRPr sz="18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9pPr>
          </a:lstStyle>
          <a:p>
            <a:endParaRPr/>
          </a:p>
        </p:txBody>
      </p:sp>
      <p:sp>
        <p:nvSpPr>
          <p:cNvPr id="207" name="Google Shape;207;g3e23138d502_0_990"/>
          <p:cNvSpPr>
            <a:spLocks noGrp="1"/>
          </p:cNvSpPr>
          <p:nvPr>
            <p:ph type="pic" idx="2"/>
          </p:nvPr>
        </p:nvSpPr>
        <p:spPr>
          <a:xfrm>
            <a:off x="8049491" y="1616604"/>
            <a:ext cx="3596700" cy="4006500"/>
          </a:xfrm>
          <a:prstGeom prst="rect">
            <a:avLst/>
          </a:prstGeom>
          <a:solidFill>
            <a:srgbClr val="151617">
              <a:alpha val="60780"/>
            </a:srgbClr>
          </a:solidFill>
          <a:ln w="3175" cap="flat" cmpd="sng">
            <a:solidFill>
              <a:schemeClr val="accent5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08" name="Google Shape;208;g3e23138d502_0_990"/>
          <p:cNvSpPr>
            <a:spLocks noGrp="1"/>
          </p:cNvSpPr>
          <p:nvPr>
            <p:ph type="pic" idx="3"/>
          </p:nvPr>
        </p:nvSpPr>
        <p:spPr>
          <a:xfrm>
            <a:off x="4297679" y="1616604"/>
            <a:ext cx="3596700" cy="4006500"/>
          </a:xfrm>
          <a:prstGeom prst="rect">
            <a:avLst/>
          </a:prstGeom>
          <a:solidFill>
            <a:srgbClr val="151617">
              <a:alpha val="60780"/>
            </a:srgbClr>
          </a:solidFill>
          <a:ln w="3175" cap="flat" cmpd="sng">
            <a:solidFill>
              <a:schemeClr val="accent5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09" name="Google Shape;209;g3e23138d502_0_990"/>
          <p:cNvSpPr>
            <a:spLocks noGrp="1"/>
          </p:cNvSpPr>
          <p:nvPr>
            <p:ph type="pic" idx="4"/>
          </p:nvPr>
        </p:nvSpPr>
        <p:spPr>
          <a:xfrm>
            <a:off x="545868" y="1616604"/>
            <a:ext cx="3596700" cy="4006500"/>
          </a:xfrm>
          <a:prstGeom prst="rect">
            <a:avLst/>
          </a:prstGeom>
          <a:solidFill>
            <a:srgbClr val="151617">
              <a:alpha val="60780"/>
            </a:srgbClr>
          </a:solidFill>
          <a:ln w="3175" cap="flat" cmpd="sng">
            <a:solidFill>
              <a:schemeClr val="accent5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10" name="Google Shape;210;g3e23138d502_0_990"/>
          <p:cNvSpPr txBox="1">
            <a:spLocks noGrp="1"/>
          </p:cNvSpPr>
          <p:nvPr>
            <p:ph type="body" idx="5"/>
          </p:nvPr>
        </p:nvSpPr>
        <p:spPr>
          <a:xfrm>
            <a:off x="551037" y="5687987"/>
            <a:ext cx="3596700" cy="25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0475" tIns="15225" rIns="30475" bIns="15225" anchor="b" anchorCtr="0">
            <a:noAutofit/>
          </a:bodyPr>
          <a:lstStyle>
            <a:lvl1pPr marL="457200" marR="0" lvl="0" indent="-22860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NVIDIA Sans"/>
              <a:buNone/>
              <a:defRPr sz="1300" b="0" i="0" u="none" strike="noStrike" cap="none">
                <a:solidFill>
                  <a:schemeClr val="lt1"/>
                </a:solidFill>
                <a:latin typeface="NVIDIA Sans Medium"/>
                <a:ea typeface="NVIDIA Sans Medium"/>
                <a:cs typeface="NVIDIA Sans Medium"/>
                <a:sym typeface="NVIDIA Sans Medium"/>
              </a:defRPr>
            </a:lvl1pPr>
            <a:lvl2pPr marL="914400" marR="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NVIDIA Sans"/>
              <a:buNone/>
              <a:defRPr sz="1300" b="1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2pPr>
            <a:lvl3pPr marL="1371600" marR="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NVIDIA Sans"/>
              <a:buNone/>
              <a:defRPr sz="1300" b="1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3pPr>
            <a:lvl4pPr marL="1828800" marR="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NVIDIA Sans"/>
              <a:buNone/>
              <a:defRPr sz="1300" b="1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4pPr>
            <a:lvl5pPr marL="2286000" marR="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NVIDIA Sans"/>
              <a:buNone/>
              <a:defRPr sz="1300" b="1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5pPr>
            <a:lvl6pPr marL="2743200" marR="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VIDIA Sans"/>
              <a:buChar char="•"/>
              <a:defRPr sz="18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6pPr>
            <a:lvl7pPr marL="3200400" marR="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VIDIA Sans"/>
              <a:buChar char="•"/>
              <a:defRPr sz="18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7pPr>
            <a:lvl8pPr marL="3657600" marR="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VIDIA Sans"/>
              <a:buChar char="•"/>
              <a:defRPr sz="18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8pPr>
            <a:lvl9pPr marL="4114800" marR="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VIDIA Sans"/>
              <a:buChar char="•"/>
              <a:defRPr sz="18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9pPr>
          </a:lstStyle>
          <a:p>
            <a:endParaRPr/>
          </a:p>
        </p:txBody>
      </p:sp>
      <p:sp>
        <p:nvSpPr>
          <p:cNvPr id="211" name="Google Shape;211;g3e23138d502_0_990"/>
          <p:cNvSpPr txBox="1">
            <a:spLocks noGrp="1"/>
          </p:cNvSpPr>
          <p:nvPr>
            <p:ph type="body" idx="6"/>
          </p:nvPr>
        </p:nvSpPr>
        <p:spPr>
          <a:xfrm>
            <a:off x="551037" y="5917189"/>
            <a:ext cx="3596700" cy="25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0475" tIns="15225" rIns="30475" bIns="15225" anchor="t" anchorCtr="0">
            <a:noAutofit/>
          </a:bodyPr>
          <a:lstStyle>
            <a:lvl1pPr marL="457200" marR="0" lvl="0" indent="-228600" algn="ctr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Clr>
                <a:schemeClr val="lt1"/>
              </a:buClr>
              <a:buSzPts val="900"/>
              <a:buFont typeface="NVIDIA Sans"/>
              <a:buNone/>
              <a:defRPr sz="900" b="0" i="0" u="none" strike="noStrike" cap="none">
                <a:solidFill>
                  <a:schemeClr val="lt1"/>
                </a:solidFill>
                <a:latin typeface="NVIDIA Sans"/>
                <a:ea typeface="NVIDIA Sans"/>
                <a:cs typeface="NVIDIA Sans"/>
                <a:sym typeface="NVIDIA Sans"/>
              </a:defRPr>
            </a:lvl1pPr>
            <a:lvl2pPr marL="914400" marR="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NVIDIA Sans"/>
              <a:buNone/>
              <a:defRPr sz="1300" b="1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2pPr>
            <a:lvl3pPr marL="1371600" marR="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NVIDIA Sans"/>
              <a:buNone/>
              <a:defRPr sz="1300" b="1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3pPr>
            <a:lvl4pPr marL="1828800" marR="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NVIDIA Sans"/>
              <a:buNone/>
              <a:defRPr sz="1300" b="1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4pPr>
            <a:lvl5pPr marL="2286000" marR="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NVIDIA Sans"/>
              <a:buNone/>
              <a:defRPr sz="1300" b="1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5pPr>
            <a:lvl6pPr marL="2743200" marR="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VIDIA Sans"/>
              <a:buChar char="•"/>
              <a:defRPr sz="18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6pPr>
            <a:lvl7pPr marL="3200400" marR="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VIDIA Sans"/>
              <a:buChar char="•"/>
              <a:defRPr sz="18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7pPr>
            <a:lvl8pPr marL="3657600" marR="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VIDIA Sans"/>
              <a:buChar char="•"/>
              <a:defRPr sz="18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8pPr>
            <a:lvl9pPr marL="4114800" marR="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VIDIA Sans"/>
              <a:buChar char="•"/>
              <a:defRPr sz="18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9pPr>
          </a:lstStyle>
          <a:p>
            <a:endParaRPr/>
          </a:p>
        </p:txBody>
      </p:sp>
      <p:sp>
        <p:nvSpPr>
          <p:cNvPr id="212" name="Google Shape;212;g3e23138d502_0_990"/>
          <p:cNvSpPr txBox="1">
            <a:spLocks noGrp="1"/>
          </p:cNvSpPr>
          <p:nvPr>
            <p:ph type="body" idx="7"/>
          </p:nvPr>
        </p:nvSpPr>
        <p:spPr>
          <a:xfrm>
            <a:off x="4297680" y="5687987"/>
            <a:ext cx="3596700" cy="25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0475" tIns="15225" rIns="30475" bIns="15225" anchor="b" anchorCtr="0">
            <a:noAutofit/>
          </a:bodyPr>
          <a:lstStyle>
            <a:lvl1pPr marL="457200" marR="0" lvl="0" indent="-22860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NVIDIA Sans"/>
              <a:buNone/>
              <a:defRPr sz="1300" b="0" i="0" u="none" strike="noStrike" cap="none">
                <a:solidFill>
                  <a:schemeClr val="lt1"/>
                </a:solidFill>
                <a:latin typeface="NVIDIA Sans Medium"/>
                <a:ea typeface="NVIDIA Sans Medium"/>
                <a:cs typeface="NVIDIA Sans Medium"/>
                <a:sym typeface="NVIDIA Sans Medium"/>
              </a:defRPr>
            </a:lvl1pPr>
            <a:lvl2pPr marL="914400" marR="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NVIDIA Sans"/>
              <a:buNone/>
              <a:defRPr sz="1300" b="1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2pPr>
            <a:lvl3pPr marL="1371600" marR="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NVIDIA Sans"/>
              <a:buNone/>
              <a:defRPr sz="1300" b="1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3pPr>
            <a:lvl4pPr marL="1828800" marR="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NVIDIA Sans"/>
              <a:buNone/>
              <a:defRPr sz="1300" b="1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4pPr>
            <a:lvl5pPr marL="2286000" marR="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NVIDIA Sans"/>
              <a:buNone/>
              <a:defRPr sz="1300" b="1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5pPr>
            <a:lvl6pPr marL="2743200" marR="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VIDIA Sans"/>
              <a:buChar char="•"/>
              <a:defRPr sz="18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6pPr>
            <a:lvl7pPr marL="3200400" marR="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VIDIA Sans"/>
              <a:buChar char="•"/>
              <a:defRPr sz="18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7pPr>
            <a:lvl8pPr marL="3657600" marR="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VIDIA Sans"/>
              <a:buChar char="•"/>
              <a:defRPr sz="18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8pPr>
            <a:lvl9pPr marL="4114800" marR="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VIDIA Sans"/>
              <a:buChar char="•"/>
              <a:defRPr sz="18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9pPr>
          </a:lstStyle>
          <a:p>
            <a:endParaRPr/>
          </a:p>
        </p:txBody>
      </p:sp>
      <p:sp>
        <p:nvSpPr>
          <p:cNvPr id="213" name="Google Shape;213;g3e23138d502_0_990"/>
          <p:cNvSpPr txBox="1">
            <a:spLocks noGrp="1"/>
          </p:cNvSpPr>
          <p:nvPr>
            <p:ph type="body" idx="8"/>
          </p:nvPr>
        </p:nvSpPr>
        <p:spPr>
          <a:xfrm>
            <a:off x="4297680" y="5917189"/>
            <a:ext cx="3596700" cy="25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0475" tIns="15225" rIns="30475" bIns="15225" anchor="t" anchorCtr="0">
            <a:noAutofit/>
          </a:bodyPr>
          <a:lstStyle>
            <a:lvl1pPr marL="457200" marR="0" lvl="0" indent="-228600" algn="ctr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Clr>
                <a:schemeClr val="lt1"/>
              </a:buClr>
              <a:buSzPts val="900"/>
              <a:buFont typeface="NVIDIA Sans"/>
              <a:buNone/>
              <a:defRPr sz="900" b="0" i="0" u="none" strike="noStrike" cap="none">
                <a:solidFill>
                  <a:schemeClr val="lt1"/>
                </a:solidFill>
                <a:latin typeface="NVIDIA Sans"/>
                <a:ea typeface="NVIDIA Sans"/>
                <a:cs typeface="NVIDIA Sans"/>
                <a:sym typeface="NVIDIA Sans"/>
              </a:defRPr>
            </a:lvl1pPr>
            <a:lvl2pPr marL="914400" marR="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NVIDIA Sans"/>
              <a:buNone/>
              <a:defRPr sz="1300" b="1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2pPr>
            <a:lvl3pPr marL="1371600" marR="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NVIDIA Sans"/>
              <a:buNone/>
              <a:defRPr sz="1300" b="1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3pPr>
            <a:lvl4pPr marL="1828800" marR="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NVIDIA Sans"/>
              <a:buNone/>
              <a:defRPr sz="1300" b="1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4pPr>
            <a:lvl5pPr marL="2286000" marR="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NVIDIA Sans"/>
              <a:buNone/>
              <a:defRPr sz="1300" b="1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5pPr>
            <a:lvl6pPr marL="2743200" marR="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VIDIA Sans"/>
              <a:buChar char="•"/>
              <a:defRPr sz="18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6pPr>
            <a:lvl7pPr marL="3200400" marR="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VIDIA Sans"/>
              <a:buChar char="•"/>
              <a:defRPr sz="18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7pPr>
            <a:lvl8pPr marL="3657600" marR="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VIDIA Sans"/>
              <a:buChar char="•"/>
              <a:defRPr sz="18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8pPr>
            <a:lvl9pPr marL="4114800" marR="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VIDIA Sans"/>
              <a:buChar char="•"/>
              <a:defRPr sz="18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9pPr>
          </a:lstStyle>
          <a:p>
            <a:endParaRPr/>
          </a:p>
        </p:txBody>
      </p:sp>
      <p:sp>
        <p:nvSpPr>
          <p:cNvPr id="214" name="Google Shape;214;g3e23138d502_0_990"/>
          <p:cNvSpPr txBox="1">
            <a:spLocks noGrp="1"/>
          </p:cNvSpPr>
          <p:nvPr>
            <p:ph type="body" idx="9"/>
          </p:nvPr>
        </p:nvSpPr>
        <p:spPr>
          <a:xfrm>
            <a:off x="8044323" y="5687987"/>
            <a:ext cx="3596700" cy="25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0475" tIns="15225" rIns="30475" bIns="15225" anchor="b" anchorCtr="0">
            <a:noAutofit/>
          </a:bodyPr>
          <a:lstStyle>
            <a:lvl1pPr marL="457200" marR="0" lvl="0" indent="-22860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NVIDIA Sans"/>
              <a:buNone/>
              <a:defRPr sz="1300" b="0" i="0" u="none" strike="noStrike" cap="none">
                <a:solidFill>
                  <a:schemeClr val="lt1"/>
                </a:solidFill>
                <a:latin typeface="NVIDIA Sans Medium"/>
                <a:ea typeface="NVIDIA Sans Medium"/>
                <a:cs typeface="NVIDIA Sans Medium"/>
                <a:sym typeface="NVIDIA Sans Medium"/>
              </a:defRPr>
            </a:lvl1pPr>
            <a:lvl2pPr marL="914400" marR="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NVIDIA Sans"/>
              <a:buNone/>
              <a:defRPr sz="1300" b="1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2pPr>
            <a:lvl3pPr marL="1371600" marR="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NVIDIA Sans"/>
              <a:buNone/>
              <a:defRPr sz="1300" b="1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3pPr>
            <a:lvl4pPr marL="1828800" marR="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NVIDIA Sans"/>
              <a:buNone/>
              <a:defRPr sz="1300" b="1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4pPr>
            <a:lvl5pPr marL="2286000" marR="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NVIDIA Sans"/>
              <a:buNone/>
              <a:defRPr sz="1300" b="1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5pPr>
            <a:lvl6pPr marL="2743200" marR="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VIDIA Sans"/>
              <a:buChar char="•"/>
              <a:defRPr sz="18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6pPr>
            <a:lvl7pPr marL="3200400" marR="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VIDIA Sans"/>
              <a:buChar char="•"/>
              <a:defRPr sz="18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7pPr>
            <a:lvl8pPr marL="3657600" marR="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VIDIA Sans"/>
              <a:buChar char="•"/>
              <a:defRPr sz="18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8pPr>
            <a:lvl9pPr marL="4114800" marR="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VIDIA Sans"/>
              <a:buChar char="•"/>
              <a:defRPr sz="18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9pPr>
          </a:lstStyle>
          <a:p>
            <a:endParaRPr/>
          </a:p>
        </p:txBody>
      </p:sp>
      <p:sp>
        <p:nvSpPr>
          <p:cNvPr id="215" name="Google Shape;215;g3e23138d502_0_990"/>
          <p:cNvSpPr txBox="1">
            <a:spLocks noGrp="1"/>
          </p:cNvSpPr>
          <p:nvPr>
            <p:ph type="body" idx="13"/>
          </p:nvPr>
        </p:nvSpPr>
        <p:spPr>
          <a:xfrm>
            <a:off x="8044323" y="5917189"/>
            <a:ext cx="3596700" cy="25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0475" tIns="15225" rIns="30475" bIns="15225" anchor="t" anchorCtr="0">
            <a:noAutofit/>
          </a:bodyPr>
          <a:lstStyle>
            <a:lvl1pPr marL="457200" marR="0" lvl="0" indent="-228600" algn="ctr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Clr>
                <a:schemeClr val="lt1"/>
              </a:buClr>
              <a:buSzPts val="900"/>
              <a:buFont typeface="NVIDIA Sans"/>
              <a:buNone/>
              <a:defRPr sz="900" b="0" i="0" u="none" strike="noStrike" cap="none">
                <a:solidFill>
                  <a:schemeClr val="lt1"/>
                </a:solidFill>
                <a:latin typeface="NVIDIA Sans"/>
                <a:ea typeface="NVIDIA Sans"/>
                <a:cs typeface="NVIDIA Sans"/>
                <a:sym typeface="NVIDIA Sans"/>
              </a:defRPr>
            </a:lvl1pPr>
            <a:lvl2pPr marL="914400" marR="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NVIDIA Sans"/>
              <a:buNone/>
              <a:defRPr sz="1300" b="1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2pPr>
            <a:lvl3pPr marL="1371600" marR="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NVIDIA Sans"/>
              <a:buNone/>
              <a:defRPr sz="1300" b="1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3pPr>
            <a:lvl4pPr marL="1828800" marR="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NVIDIA Sans"/>
              <a:buNone/>
              <a:defRPr sz="1300" b="1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4pPr>
            <a:lvl5pPr marL="2286000" marR="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NVIDIA Sans"/>
              <a:buNone/>
              <a:defRPr sz="1300" b="1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5pPr>
            <a:lvl6pPr marL="2743200" marR="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VIDIA Sans"/>
              <a:buChar char="•"/>
              <a:defRPr sz="18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6pPr>
            <a:lvl7pPr marL="3200400" marR="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VIDIA Sans"/>
              <a:buChar char="•"/>
              <a:defRPr sz="18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7pPr>
            <a:lvl8pPr marL="3657600" marR="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VIDIA Sans"/>
              <a:buChar char="•"/>
              <a:defRPr sz="18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8pPr>
            <a:lvl9pPr marL="4114800" marR="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VIDIA Sans"/>
              <a:buChar char="•"/>
              <a:defRPr sz="18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4-up Image">
  <p:cSld name="4-up Image">
    <p:spTree>
      <p:nvGrpSpPr>
        <p:cNvPr id="1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Google Shape;217;g3e23138d502_0_1002"/>
          <p:cNvSpPr txBox="1">
            <a:spLocks noGrp="1"/>
          </p:cNvSpPr>
          <p:nvPr>
            <p:ph type="title"/>
          </p:nvPr>
        </p:nvSpPr>
        <p:spPr>
          <a:xfrm>
            <a:off x="838200" y="0"/>
            <a:ext cx="10515600" cy="83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0475" tIns="15225" rIns="30475" bIns="15225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NVIDIA Sans"/>
              <a:buNone/>
              <a:defRPr sz="2400" b="1" cap="none">
                <a:latin typeface="NVIDIA Sans"/>
                <a:ea typeface="NVIDIA Sans"/>
                <a:cs typeface="NVIDIA Sans"/>
                <a:sym typeface="NVIDIA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9pPr>
          </a:lstStyle>
          <a:p>
            <a:endParaRPr/>
          </a:p>
        </p:txBody>
      </p:sp>
      <p:sp>
        <p:nvSpPr>
          <p:cNvPr id="218" name="Google Shape;218;g3e23138d502_0_1002"/>
          <p:cNvSpPr txBox="1">
            <a:spLocks noGrp="1"/>
          </p:cNvSpPr>
          <p:nvPr>
            <p:ph type="body" idx="1"/>
          </p:nvPr>
        </p:nvSpPr>
        <p:spPr>
          <a:xfrm>
            <a:off x="838200" y="829056"/>
            <a:ext cx="10515600" cy="46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0475" tIns="15225" rIns="30475" bIns="15225" anchor="t" anchorCtr="0">
            <a:noAutofit/>
          </a:bodyPr>
          <a:lstStyle>
            <a:lvl1pPr marL="457200" marR="0" lvl="0" indent="-22860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NVIDIA Sans"/>
              <a:buNone/>
              <a:defRPr sz="1600" b="0" i="0" u="none" strike="noStrike" cap="none">
                <a:solidFill>
                  <a:schemeClr val="dk2"/>
                </a:solidFill>
                <a:latin typeface="NVIDIA Sans"/>
                <a:ea typeface="NVIDIA Sans"/>
                <a:cs typeface="NVIDIA Sans"/>
                <a:sym typeface="NVIDIA Sans"/>
              </a:defRPr>
            </a:lvl1pPr>
            <a:lvl2pPr marL="914400" marR="0" lvl="1" indent="-22860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NVIDIA Sans"/>
              <a:buNone/>
              <a:defRPr sz="15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2pPr>
            <a:lvl3pPr marL="1371600" marR="0" lvl="2" indent="-22860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NVIDIA Sans"/>
              <a:buNone/>
              <a:defRPr sz="15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3pPr>
            <a:lvl4pPr marL="1828800" marR="0" lvl="3" indent="-22860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NVIDIA Sans"/>
              <a:buNone/>
              <a:defRPr sz="15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4pPr>
            <a:lvl5pPr marL="2286000" marR="0" lvl="4" indent="-22860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NVIDIA Sans"/>
              <a:buNone/>
              <a:defRPr sz="15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5pPr>
            <a:lvl6pPr marL="2743200" marR="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VIDIA Sans"/>
              <a:buChar char="•"/>
              <a:defRPr sz="18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6pPr>
            <a:lvl7pPr marL="3200400" marR="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VIDIA Sans"/>
              <a:buChar char="•"/>
              <a:defRPr sz="18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7pPr>
            <a:lvl8pPr marL="3657600" marR="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VIDIA Sans"/>
              <a:buChar char="•"/>
              <a:defRPr sz="18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8pPr>
            <a:lvl9pPr marL="4114800" marR="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VIDIA Sans"/>
              <a:buChar char="•"/>
              <a:defRPr sz="18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9pPr>
          </a:lstStyle>
          <a:p>
            <a:endParaRPr/>
          </a:p>
        </p:txBody>
      </p:sp>
      <p:sp>
        <p:nvSpPr>
          <p:cNvPr id="219" name="Google Shape;219;g3e23138d502_0_1002"/>
          <p:cNvSpPr>
            <a:spLocks noGrp="1"/>
          </p:cNvSpPr>
          <p:nvPr>
            <p:ph type="pic" idx="2"/>
          </p:nvPr>
        </p:nvSpPr>
        <p:spPr>
          <a:xfrm>
            <a:off x="6173586" y="1616604"/>
            <a:ext cx="2661000" cy="4006500"/>
          </a:xfrm>
          <a:prstGeom prst="rect">
            <a:avLst/>
          </a:prstGeom>
          <a:solidFill>
            <a:srgbClr val="151617">
              <a:alpha val="60780"/>
            </a:srgbClr>
          </a:solidFill>
          <a:ln w="3175" cap="flat" cmpd="sng">
            <a:solidFill>
              <a:schemeClr val="accent5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20" name="Google Shape;220;g3e23138d502_0_1002"/>
          <p:cNvSpPr>
            <a:spLocks noGrp="1"/>
          </p:cNvSpPr>
          <p:nvPr>
            <p:ph type="pic" idx="3"/>
          </p:nvPr>
        </p:nvSpPr>
        <p:spPr>
          <a:xfrm>
            <a:off x="3357418" y="1616604"/>
            <a:ext cx="2661000" cy="4006500"/>
          </a:xfrm>
          <a:prstGeom prst="rect">
            <a:avLst/>
          </a:prstGeom>
          <a:solidFill>
            <a:srgbClr val="151617">
              <a:alpha val="60780"/>
            </a:srgbClr>
          </a:solidFill>
          <a:ln w="3175" cap="flat" cmpd="sng">
            <a:solidFill>
              <a:schemeClr val="accent5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21" name="Google Shape;221;g3e23138d502_0_1002"/>
          <p:cNvSpPr>
            <a:spLocks noGrp="1"/>
          </p:cNvSpPr>
          <p:nvPr>
            <p:ph type="pic" idx="4"/>
          </p:nvPr>
        </p:nvSpPr>
        <p:spPr>
          <a:xfrm>
            <a:off x="545869" y="1616604"/>
            <a:ext cx="2656500" cy="4006500"/>
          </a:xfrm>
          <a:prstGeom prst="rect">
            <a:avLst/>
          </a:prstGeom>
          <a:solidFill>
            <a:srgbClr val="151617">
              <a:alpha val="60780"/>
            </a:srgbClr>
          </a:solidFill>
          <a:ln w="3175" cap="flat" cmpd="sng">
            <a:solidFill>
              <a:schemeClr val="accent5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22" name="Google Shape;222;g3e23138d502_0_1002"/>
          <p:cNvSpPr>
            <a:spLocks noGrp="1"/>
          </p:cNvSpPr>
          <p:nvPr>
            <p:ph type="pic" idx="5"/>
          </p:nvPr>
        </p:nvSpPr>
        <p:spPr>
          <a:xfrm>
            <a:off x="8989753" y="1616604"/>
            <a:ext cx="2656500" cy="4006500"/>
          </a:xfrm>
          <a:prstGeom prst="rect">
            <a:avLst/>
          </a:prstGeom>
          <a:solidFill>
            <a:srgbClr val="151617">
              <a:alpha val="60780"/>
            </a:srgbClr>
          </a:solidFill>
          <a:ln w="3175" cap="flat" cmpd="sng">
            <a:solidFill>
              <a:schemeClr val="accent5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23" name="Google Shape;223;g3e23138d502_0_1002"/>
          <p:cNvSpPr txBox="1">
            <a:spLocks noGrp="1"/>
          </p:cNvSpPr>
          <p:nvPr>
            <p:ph type="body" idx="6"/>
          </p:nvPr>
        </p:nvSpPr>
        <p:spPr>
          <a:xfrm>
            <a:off x="3362444" y="5687987"/>
            <a:ext cx="2655900" cy="25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0475" tIns="15225" rIns="30475" bIns="15225" anchor="b" anchorCtr="0">
            <a:noAutofit/>
          </a:bodyPr>
          <a:lstStyle>
            <a:lvl1pPr marL="457200" marR="0" lvl="0" indent="-22860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NVIDIA Sans"/>
              <a:buNone/>
              <a:defRPr sz="1300" b="0" i="0" u="none" strike="noStrike" cap="none">
                <a:solidFill>
                  <a:schemeClr val="lt1"/>
                </a:solidFill>
                <a:latin typeface="NVIDIA Sans Medium"/>
                <a:ea typeface="NVIDIA Sans Medium"/>
                <a:cs typeface="NVIDIA Sans Medium"/>
                <a:sym typeface="NVIDIA Sans Medium"/>
              </a:defRPr>
            </a:lvl1pPr>
            <a:lvl2pPr marL="914400" marR="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NVIDIA Sans"/>
              <a:buNone/>
              <a:defRPr sz="1300" b="1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2pPr>
            <a:lvl3pPr marL="1371600" marR="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NVIDIA Sans"/>
              <a:buNone/>
              <a:defRPr sz="1300" b="1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3pPr>
            <a:lvl4pPr marL="1828800" marR="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NVIDIA Sans"/>
              <a:buNone/>
              <a:defRPr sz="1300" b="1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4pPr>
            <a:lvl5pPr marL="2286000" marR="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NVIDIA Sans"/>
              <a:buNone/>
              <a:defRPr sz="1300" b="1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5pPr>
            <a:lvl6pPr marL="2743200" marR="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VIDIA Sans"/>
              <a:buChar char="•"/>
              <a:defRPr sz="18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6pPr>
            <a:lvl7pPr marL="3200400" marR="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VIDIA Sans"/>
              <a:buChar char="•"/>
              <a:defRPr sz="18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7pPr>
            <a:lvl8pPr marL="3657600" marR="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VIDIA Sans"/>
              <a:buChar char="•"/>
              <a:defRPr sz="18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8pPr>
            <a:lvl9pPr marL="4114800" marR="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VIDIA Sans"/>
              <a:buChar char="•"/>
              <a:defRPr sz="18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9pPr>
          </a:lstStyle>
          <a:p>
            <a:endParaRPr/>
          </a:p>
        </p:txBody>
      </p:sp>
      <p:sp>
        <p:nvSpPr>
          <p:cNvPr id="224" name="Google Shape;224;g3e23138d502_0_1002"/>
          <p:cNvSpPr txBox="1">
            <a:spLocks noGrp="1"/>
          </p:cNvSpPr>
          <p:nvPr>
            <p:ph type="body" idx="7"/>
          </p:nvPr>
        </p:nvSpPr>
        <p:spPr>
          <a:xfrm>
            <a:off x="543509" y="5687987"/>
            <a:ext cx="2649000" cy="25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0475" tIns="15225" rIns="30475" bIns="15225" anchor="b" anchorCtr="0">
            <a:noAutofit/>
          </a:bodyPr>
          <a:lstStyle>
            <a:lvl1pPr marL="457200" marR="0" lvl="0" indent="-22860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NVIDIA Sans"/>
              <a:buNone/>
              <a:defRPr sz="1300" b="0" i="0" u="none" strike="noStrike" cap="none">
                <a:solidFill>
                  <a:schemeClr val="lt1"/>
                </a:solidFill>
                <a:latin typeface="NVIDIA Sans Medium"/>
                <a:ea typeface="NVIDIA Sans Medium"/>
                <a:cs typeface="NVIDIA Sans Medium"/>
                <a:sym typeface="NVIDIA Sans Medium"/>
              </a:defRPr>
            </a:lvl1pPr>
            <a:lvl2pPr marL="914400" marR="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NVIDIA Sans"/>
              <a:buNone/>
              <a:defRPr sz="1300" b="1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2pPr>
            <a:lvl3pPr marL="1371600" marR="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NVIDIA Sans"/>
              <a:buNone/>
              <a:defRPr sz="1300" b="1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3pPr>
            <a:lvl4pPr marL="1828800" marR="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NVIDIA Sans"/>
              <a:buNone/>
              <a:defRPr sz="1300" b="1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4pPr>
            <a:lvl5pPr marL="2286000" marR="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NVIDIA Sans"/>
              <a:buNone/>
              <a:defRPr sz="1300" b="1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5pPr>
            <a:lvl6pPr marL="2743200" marR="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VIDIA Sans"/>
              <a:buChar char="•"/>
              <a:defRPr sz="18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6pPr>
            <a:lvl7pPr marL="3200400" marR="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VIDIA Sans"/>
              <a:buChar char="•"/>
              <a:defRPr sz="18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7pPr>
            <a:lvl8pPr marL="3657600" marR="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VIDIA Sans"/>
              <a:buChar char="•"/>
              <a:defRPr sz="18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8pPr>
            <a:lvl9pPr marL="4114800" marR="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VIDIA Sans"/>
              <a:buChar char="•"/>
              <a:defRPr sz="18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9pPr>
          </a:lstStyle>
          <a:p>
            <a:endParaRPr/>
          </a:p>
        </p:txBody>
      </p:sp>
      <p:sp>
        <p:nvSpPr>
          <p:cNvPr id="225" name="Google Shape;225;g3e23138d502_0_1002"/>
          <p:cNvSpPr txBox="1">
            <a:spLocks noGrp="1"/>
          </p:cNvSpPr>
          <p:nvPr>
            <p:ph type="body" idx="8"/>
          </p:nvPr>
        </p:nvSpPr>
        <p:spPr>
          <a:xfrm>
            <a:off x="3362444" y="5917189"/>
            <a:ext cx="2655900" cy="25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0475" tIns="15225" rIns="30475" bIns="15225" anchor="t" anchorCtr="0">
            <a:noAutofit/>
          </a:bodyPr>
          <a:lstStyle>
            <a:lvl1pPr marL="457200" marR="0" lvl="0" indent="-228600" algn="ctr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Clr>
                <a:schemeClr val="lt1"/>
              </a:buClr>
              <a:buSzPts val="900"/>
              <a:buFont typeface="NVIDIA Sans"/>
              <a:buNone/>
              <a:defRPr sz="900" b="0" i="0" u="none" strike="noStrike" cap="none">
                <a:solidFill>
                  <a:schemeClr val="lt1"/>
                </a:solidFill>
                <a:latin typeface="NVIDIA Sans"/>
                <a:ea typeface="NVIDIA Sans"/>
                <a:cs typeface="NVIDIA Sans"/>
                <a:sym typeface="NVIDIA Sans"/>
              </a:defRPr>
            </a:lvl1pPr>
            <a:lvl2pPr marL="914400" marR="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NVIDIA Sans"/>
              <a:buNone/>
              <a:defRPr sz="1300" b="1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2pPr>
            <a:lvl3pPr marL="1371600" marR="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NVIDIA Sans"/>
              <a:buNone/>
              <a:defRPr sz="1300" b="1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3pPr>
            <a:lvl4pPr marL="1828800" marR="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NVIDIA Sans"/>
              <a:buNone/>
              <a:defRPr sz="1300" b="1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4pPr>
            <a:lvl5pPr marL="2286000" marR="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NVIDIA Sans"/>
              <a:buNone/>
              <a:defRPr sz="1300" b="1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5pPr>
            <a:lvl6pPr marL="2743200" marR="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VIDIA Sans"/>
              <a:buChar char="•"/>
              <a:defRPr sz="18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6pPr>
            <a:lvl7pPr marL="3200400" marR="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VIDIA Sans"/>
              <a:buChar char="•"/>
              <a:defRPr sz="18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7pPr>
            <a:lvl8pPr marL="3657600" marR="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VIDIA Sans"/>
              <a:buChar char="•"/>
              <a:defRPr sz="18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8pPr>
            <a:lvl9pPr marL="4114800" marR="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VIDIA Sans"/>
              <a:buChar char="•"/>
              <a:defRPr sz="18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9pPr>
          </a:lstStyle>
          <a:p>
            <a:endParaRPr/>
          </a:p>
        </p:txBody>
      </p:sp>
      <p:sp>
        <p:nvSpPr>
          <p:cNvPr id="226" name="Google Shape;226;g3e23138d502_0_1002"/>
          <p:cNvSpPr txBox="1">
            <a:spLocks noGrp="1"/>
          </p:cNvSpPr>
          <p:nvPr>
            <p:ph type="body" idx="9"/>
          </p:nvPr>
        </p:nvSpPr>
        <p:spPr>
          <a:xfrm>
            <a:off x="543509" y="5917189"/>
            <a:ext cx="2649000" cy="25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0475" tIns="15225" rIns="30475" bIns="15225" anchor="t" anchorCtr="0">
            <a:noAutofit/>
          </a:bodyPr>
          <a:lstStyle>
            <a:lvl1pPr marL="457200" marR="0" lvl="0" indent="-228600" algn="ctr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Clr>
                <a:schemeClr val="lt1"/>
              </a:buClr>
              <a:buSzPts val="900"/>
              <a:buFont typeface="NVIDIA Sans"/>
              <a:buNone/>
              <a:defRPr sz="900" b="0" i="0" u="none" strike="noStrike" cap="none">
                <a:solidFill>
                  <a:schemeClr val="lt1"/>
                </a:solidFill>
                <a:latin typeface="NVIDIA Sans"/>
                <a:ea typeface="NVIDIA Sans"/>
                <a:cs typeface="NVIDIA Sans"/>
                <a:sym typeface="NVIDIA Sans"/>
              </a:defRPr>
            </a:lvl1pPr>
            <a:lvl2pPr marL="914400" marR="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NVIDIA Sans"/>
              <a:buNone/>
              <a:defRPr sz="1300" b="1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2pPr>
            <a:lvl3pPr marL="1371600" marR="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NVIDIA Sans"/>
              <a:buNone/>
              <a:defRPr sz="1300" b="1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3pPr>
            <a:lvl4pPr marL="1828800" marR="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NVIDIA Sans"/>
              <a:buNone/>
              <a:defRPr sz="1300" b="1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4pPr>
            <a:lvl5pPr marL="2286000" marR="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NVIDIA Sans"/>
              <a:buNone/>
              <a:defRPr sz="1300" b="1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5pPr>
            <a:lvl6pPr marL="2743200" marR="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VIDIA Sans"/>
              <a:buChar char="•"/>
              <a:defRPr sz="18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6pPr>
            <a:lvl7pPr marL="3200400" marR="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VIDIA Sans"/>
              <a:buChar char="•"/>
              <a:defRPr sz="18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7pPr>
            <a:lvl8pPr marL="3657600" marR="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VIDIA Sans"/>
              <a:buChar char="•"/>
              <a:defRPr sz="18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8pPr>
            <a:lvl9pPr marL="4114800" marR="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VIDIA Sans"/>
              <a:buChar char="•"/>
              <a:defRPr sz="18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9pPr>
          </a:lstStyle>
          <a:p>
            <a:endParaRPr/>
          </a:p>
        </p:txBody>
      </p:sp>
      <p:sp>
        <p:nvSpPr>
          <p:cNvPr id="227" name="Google Shape;227;g3e23138d502_0_1002"/>
          <p:cNvSpPr txBox="1">
            <a:spLocks noGrp="1"/>
          </p:cNvSpPr>
          <p:nvPr>
            <p:ph type="body" idx="13"/>
          </p:nvPr>
        </p:nvSpPr>
        <p:spPr>
          <a:xfrm>
            <a:off x="6175843" y="5687987"/>
            <a:ext cx="2649000" cy="25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0475" tIns="15225" rIns="30475" bIns="15225" anchor="b" anchorCtr="0">
            <a:noAutofit/>
          </a:bodyPr>
          <a:lstStyle>
            <a:lvl1pPr marL="457200" marR="0" lvl="0" indent="-22860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NVIDIA Sans"/>
              <a:buNone/>
              <a:defRPr sz="1300" b="0" i="0" u="none" strike="noStrike" cap="none">
                <a:solidFill>
                  <a:schemeClr val="lt1"/>
                </a:solidFill>
                <a:latin typeface="NVIDIA Sans Medium"/>
                <a:ea typeface="NVIDIA Sans Medium"/>
                <a:cs typeface="NVIDIA Sans Medium"/>
                <a:sym typeface="NVIDIA Sans Medium"/>
              </a:defRPr>
            </a:lvl1pPr>
            <a:lvl2pPr marL="914400" marR="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NVIDIA Sans"/>
              <a:buNone/>
              <a:defRPr sz="1300" b="1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2pPr>
            <a:lvl3pPr marL="1371600" marR="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NVIDIA Sans"/>
              <a:buNone/>
              <a:defRPr sz="1300" b="1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3pPr>
            <a:lvl4pPr marL="1828800" marR="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NVIDIA Sans"/>
              <a:buNone/>
              <a:defRPr sz="1300" b="1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4pPr>
            <a:lvl5pPr marL="2286000" marR="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NVIDIA Sans"/>
              <a:buNone/>
              <a:defRPr sz="1300" b="1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5pPr>
            <a:lvl6pPr marL="2743200" marR="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VIDIA Sans"/>
              <a:buChar char="•"/>
              <a:defRPr sz="18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6pPr>
            <a:lvl7pPr marL="3200400" marR="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VIDIA Sans"/>
              <a:buChar char="•"/>
              <a:defRPr sz="18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7pPr>
            <a:lvl8pPr marL="3657600" marR="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VIDIA Sans"/>
              <a:buChar char="•"/>
              <a:defRPr sz="18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8pPr>
            <a:lvl9pPr marL="4114800" marR="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VIDIA Sans"/>
              <a:buChar char="•"/>
              <a:defRPr sz="18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9pPr>
          </a:lstStyle>
          <a:p>
            <a:endParaRPr/>
          </a:p>
        </p:txBody>
      </p:sp>
      <p:sp>
        <p:nvSpPr>
          <p:cNvPr id="228" name="Google Shape;228;g3e23138d502_0_1002"/>
          <p:cNvSpPr txBox="1">
            <a:spLocks noGrp="1"/>
          </p:cNvSpPr>
          <p:nvPr>
            <p:ph type="body" idx="14"/>
          </p:nvPr>
        </p:nvSpPr>
        <p:spPr>
          <a:xfrm>
            <a:off x="6175843" y="5917189"/>
            <a:ext cx="2649000" cy="25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0475" tIns="15225" rIns="30475" bIns="15225" anchor="t" anchorCtr="0">
            <a:noAutofit/>
          </a:bodyPr>
          <a:lstStyle>
            <a:lvl1pPr marL="457200" marR="0" lvl="0" indent="-228600" algn="ctr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Clr>
                <a:schemeClr val="lt1"/>
              </a:buClr>
              <a:buSzPts val="900"/>
              <a:buFont typeface="NVIDIA Sans"/>
              <a:buNone/>
              <a:defRPr sz="900" b="0" i="0" u="none" strike="noStrike" cap="none">
                <a:solidFill>
                  <a:schemeClr val="lt1"/>
                </a:solidFill>
                <a:latin typeface="NVIDIA Sans"/>
                <a:ea typeface="NVIDIA Sans"/>
                <a:cs typeface="NVIDIA Sans"/>
                <a:sym typeface="NVIDIA Sans"/>
              </a:defRPr>
            </a:lvl1pPr>
            <a:lvl2pPr marL="914400" marR="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NVIDIA Sans"/>
              <a:buNone/>
              <a:defRPr sz="1300" b="1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2pPr>
            <a:lvl3pPr marL="1371600" marR="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NVIDIA Sans"/>
              <a:buNone/>
              <a:defRPr sz="1300" b="1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3pPr>
            <a:lvl4pPr marL="1828800" marR="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NVIDIA Sans"/>
              <a:buNone/>
              <a:defRPr sz="1300" b="1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4pPr>
            <a:lvl5pPr marL="2286000" marR="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NVIDIA Sans"/>
              <a:buNone/>
              <a:defRPr sz="1300" b="1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5pPr>
            <a:lvl6pPr marL="2743200" marR="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VIDIA Sans"/>
              <a:buChar char="•"/>
              <a:defRPr sz="18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6pPr>
            <a:lvl7pPr marL="3200400" marR="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VIDIA Sans"/>
              <a:buChar char="•"/>
              <a:defRPr sz="18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7pPr>
            <a:lvl8pPr marL="3657600" marR="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VIDIA Sans"/>
              <a:buChar char="•"/>
              <a:defRPr sz="18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8pPr>
            <a:lvl9pPr marL="4114800" marR="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VIDIA Sans"/>
              <a:buChar char="•"/>
              <a:defRPr sz="18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9pPr>
          </a:lstStyle>
          <a:p>
            <a:endParaRPr/>
          </a:p>
        </p:txBody>
      </p:sp>
      <p:sp>
        <p:nvSpPr>
          <p:cNvPr id="229" name="Google Shape;229;g3e23138d502_0_1002"/>
          <p:cNvSpPr txBox="1">
            <a:spLocks noGrp="1"/>
          </p:cNvSpPr>
          <p:nvPr>
            <p:ph type="body" idx="15"/>
          </p:nvPr>
        </p:nvSpPr>
        <p:spPr>
          <a:xfrm>
            <a:off x="8992012" y="5687987"/>
            <a:ext cx="2649000" cy="25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0475" tIns="15225" rIns="30475" bIns="15225" anchor="b" anchorCtr="0">
            <a:noAutofit/>
          </a:bodyPr>
          <a:lstStyle>
            <a:lvl1pPr marL="457200" marR="0" lvl="0" indent="-22860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NVIDIA Sans"/>
              <a:buNone/>
              <a:defRPr sz="1300" b="0" i="0" u="none" strike="noStrike" cap="none">
                <a:solidFill>
                  <a:schemeClr val="lt1"/>
                </a:solidFill>
                <a:latin typeface="NVIDIA Sans Medium"/>
                <a:ea typeface="NVIDIA Sans Medium"/>
                <a:cs typeface="NVIDIA Sans Medium"/>
                <a:sym typeface="NVIDIA Sans Medium"/>
              </a:defRPr>
            </a:lvl1pPr>
            <a:lvl2pPr marL="914400" marR="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NVIDIA Sans"/>
              <a:buNone/>
              <a:defRPr sz="1300" b="1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2pPr>
            <a:lvl3pPr marL="1371600" marR="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NVIDIA Sans"/>
              <a:buNone/>
              <a:defRPr sz="1300" b="1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3pPr>
            <a:lvl4pPr marL="1828800" marR="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NVIDIA Sans"/>
              <a:buNone/>
              <a:defRPr sz="1300" b="1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4pPr>
            <a:lvl5pPr marL="2286000" marR="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NVIDIA Sans"/>
              <a:buNone/>
              <a:defRPr sz="1300" b="1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5pPr>
            <a:lvl6pPr marL="2743200" marR="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VIDIA Sans"/>
              <a:buChar char="•"/>
              <a:defRPr sz="18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6pPr>
            <a:lvl7pPr marL="3200400" marR="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VIDIA Sans"/>
              <a:buChar char="•"/>
              <a:defRPr sz="18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7pPr>
            <a:lvl8pPr marL="3657600" marR="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VIDIA Sans"/>
              <a:buChar char="•"/>
              <a:defRPr sz="18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8pPr>
            <a:lvl9pPr marL="4114800" marR="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VIDIA Sans"/>
              <a:buChar char="•"/>
              <a:defRPr sz="18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9pPr>
          </a:lstStyle>
          <a:p>
            <a:endParaRPr/>
          </a:p>
        </p:txBody>
      </p:sp>
      <p:sp>
        <p:nvSpPr>
          <p:cNvPr id="230" name="Google Shape;230;g3e23138d502_0_1002"/>
          <p:cNvSpPr txBox="1">
            <a:spLocks noGrp="1"/>
          </p:cNvSpPr>
          <p:nvPr>
            <p:ph type="body" idx="16"/>
          </p:nvPr>
        </p:nvSpPr>
        <p:spPr>
          <a:xfrm>
            <a:off x="8992012" y="5917189"/>
            <a:ext cx="2649000" cy="25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0475" tIns="15225" rIns="30475" bIns="15225" anchor="t" anchorCtr="0">
            <a:noAutofit/>
          </a:bodyPr>
          <a:lstStyle>
            <a:lvl1pPr marL="457200" marR="0" lvl="0" indent="-228600" algn="ctr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Clr>
                <a:schemeClr val="lt1"/>
              </a:buClr>
              <a:buSzPts val="900"/>
              <a:buFont typeface="NVIDIA Sans"/>
              <a:buNone/>
              <a:defRPr sz="900" b="0" i="0" u="none" strike="noStrike" cap="none">
                <a:solidFill>
                  <a:schemeClr val="lt1"/>
                </a:solidFill>
                <a:latin typeface="NVIDIA Sans"/>
                <a:ea typeface="NVIDIA Sans"/>
                <a:cs typeface="NVIDIA Sans"/>
                <a:sym typeface="NVIDIA Sans"/>
              </a:defRPr>
            </a:lvl1pPr>
            <a:lvl2pPr marL="914400" marR="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NVIDIA Sans"/>
              <a:buNone/>
              <a:defRPr sz="1300" b="1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2pPr>
            <a:lvl3pPr marL="1371600" marR="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NVIDIA Sans"/>
              <a:buNone/>
              <a:defRPr sz="1300" b="1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3pPr>
            <a:lvl4pPr marL="1828800" marR="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NVIDIA Sans"/>
              <a:buNone/>
              <a:defRPr sz="1300" b="1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4pPr>
            <a:lvl5pPr marL="2286000" marR="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NVIDIA Sans"/>
              <a:buNone/>
              <a:defRPr sz="1300" b="1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5pPr>
            <a:lvl6pPr marL="2743200" marR="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VIDIA Sans"/>
              <a:buChar char="•"/>
              <a:defRPr sz="18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6pPr>
            <a:lvl7pPr marL="3200400" marR="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VIDIA Sans"/>
              <a:buChar char="•"/>
              <a:defRPr sz="18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7pPr>
            <a:lvl8pPr marL="3657600" marR="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VIDIA Sans"/>
              <a:buChar char="•"/>
              <a:defRPr sz="18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8pPr>
            <a:lvl9pPr marL="4114800" marR="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VIDIA Sans"/>
              <a:buChar char="•"/>
              <a:defRPr sz="18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5-up Image">
  <p:cSld name="5-up Image">
    <p:spTree>
      <p:nvGrpSpPr>
        <p:cNvPr id="1" name="Shape 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Google Shape;232;g3e23138d502_0_1017"/>
          <p:cNvSpPr>
            <a:spLocks noGrp="1"/>
          </p:cNvSpPr>
          <p:nvPr>
            <p:ph type="pic" idx="2"/>
          </p:nvPr>
        </p:nvSpPr>
        <p:spPr>
          <a:xfrm>
            <a:off x="4297131" y="1616605"/>
            <a:ext cx="3596700" cy="1645800"/>
          </a:xfrm>
          <a:prstGeom prst="rect">
            <a:avLst/>
          </a:prstGeom>
          <a:solidFill>
            <a:srgbClr val="151617">
              <a:alpha val="60780"/>
            </a:srgbClr>
          </a:solidFill>
          <a:ln w="3175" cap="flat" cmpd="sng">
            <a:solidFill>
              <a:schemeClr val="accent5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33" name="Google Shape;233;g3e23138d502_0_1017"/>
          <p:cNvSpPr>
            <a:spLocks noGrp="1"/>
          </p:cNvSpPr>
          <p:nvPr>
            <p:ph type="pic" idx="3"/>
          </p:nvPr>
        </p:nvSpPr>
        <p:spPr>
          <a:xfrm>
            <a:off x="548528" y="1616605"/>
            <a:ext cx="3596700" cy="1645800"/>
          </a:xfrm>
          <a:prstGeom prst="rect">
            <a:avLst/>
          </a:prstGeom>
          <a:solidFill>
            <a:srgbClr val="151617">
              <a:alpha val="60780"/>
            </a:srgbClr>
          </a:solidFill>
          <a:ln w="3175" cap="flat" cmpd="sng">
            <a:solidFill>
              <a:schemeClr val="accent5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34" name="Google Shape;234;g3e23138d502_0_1017"/>
          <p:cNvSpPr>
            <a:spLocks noGrp="1"/>
          </p:cNvSpPr>
          <p:nvPr>
            <p:ph type="pic" idx="4"/>
          </p:nvPr>
        </p:nvSpPr>
        <p:spPr>
          <a:xfrm>
            <a:off x="8049491" y="1616605"/>
            <a:ext cx="3596700" cy="1645800"/>
          </a:xfrm>
          <a:prstGeom prst="rect">
            <a:avLst/>
          </a:prstGeom>
          <a:solidFill>
            <a:srgbClr val="151617">
              <a:alpha val="60780"/>
            </a:srgbClr>
          </a:solidFill>
          <a:ln w="3175" cap="flat" cmpd="sng">
            <a:solidFill>
              <a:schemeClr val="accent5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35" name="Google Shape;235;g3e23138d502_0_1017"/>
          <p:cNvSpPr txBox="1">
            <a:spLocks noGrp="1"/>
          </p:cNvSpPr>
          <p:nvPr>
            <p:ph type="body" idx="1"/>
          </p:nvPr>
        </p:nvSpPr>
        <p:spPr>
          <a:xfrm>
            <a:off x="552281" y="3327295"/>
            <a:ext cx="3592800" cy="25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0475" tIns="15225" rIns="30475" bIns="15225" anchor="b" anchorCtr="0">
            <a:noAutofit/>
          </a:bodyPr>
          <a:lstStyle>
            <a:lvl1pPr marL="457200" marR="0" lvl="0" indent="-22860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NVIDIA Sans"/>
              <a:buNone/>
              <a:defRPr sz="1300" b="0" i="0" u="none" strike="noStrike" cap="none">
                <a:solidFill>
                  <a:schemeClr val="lt1"/>
                </a:solidFill>
                <a:latin typeface="NVIDIA Sans Medium"/>
                <a:ea typeface="NVIDIA Sans Medium"/>
                <a:cs typeface="NVIDIA Sans Medium"/>
                <a:sym typeface="NVIDIA Sans Medium"/>
              </a:defRPr>
            </a:lvl1pPr>
            <a:lvl2pPr marL="914400" marR="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NVIDIA Sans"/>
              <a:buNone/>
              <a:defRPr sz="1300" b="1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2pPr>
            <a:lvl3pPr marL="1371600" marR="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NVIDIA Sans"/>
              <a:buNone/>
              <a:defRPr sz="1300" b="1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3pPr>
            <a:lvl4pPr marL="1828800" marR="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NVIDIA Sans"/>
              <a:buNone/>
              <a:defRPr sz="1300" b="1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4pPr>
            <a:lvl5pPr marL="2286000" marR="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NVIDIA Sans"/>
              <a:buNone/>
              <a:defRPr sz="1300" b="1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5pPr>
            <a:lvl6pPr marL="2743200" marR="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VIDIA Sans"/>
              <a:buChar char="•"/>
              <a:defRPr sz="18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6pPr>
            <a:lvl7pPr marL="3200400" marR="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VIDIA Sans"/>
              <a:buChar char="•"/>
              <a:defRPr sz="18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7pPr>
            <a:lvl8pPr marL="3657600" marR="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VIDIA Sans"/>
              <a:buChar char="•"/>
              <a:defRPr sz="18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8pPr>
            <a:lvl9pPr marL="4114800" marR="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VIDIA Sans"/>
              <a:buChar char="•"/>
              <a:defRPr sz="18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9pPr>
          </a:lstStyle>
          <a:p>
            <a:endParaRPr/>
          </a:p>
        </p:txBody>
      </p:sp>
      <p:sp>
        <p:nvSpPr>
          <p:cNvPr id="236" name="Google Shape;236;g3e23138d502_0_1017"/>
          <p:cNvSpPr txBox="1">
            <a:spLocks noGrp="1"/>
          </p:cNvSpPr>
          <p:nvPr>
            <p:ph type="body" idx="5"/>
          </p:nvPr>
        </p:nvSpPr>
        <p:spPr>
          <a:xfrm>
            <a:off x="552281" y="3556498"/>
            <a:ext cx="3592800" cy="25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0475" tIns="15225" rIns="30475" bIns="15225" anchor="t" anchorCtr="0">
            <a:noAutofit/>
          </a:bodyPr>
          <a:lstStyle>
            <a:lvl1pPr marL="457200" marR="0" lvl="0" indent="-228600" algn="ctr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Clr>
                <a:schemeClr val="lt1"/>
              </a:buClr>
              <a:buSzPts val="900"/>
              <a:buFont typeface="NVIDIA Sans"/>
              <a:buNone/>
              <a:defRPr sz="900" b="0" i="0" u="none" strike="noStrike" cap="none">
                <a:solidFill>
                  <a:schemeClr val="lt1"/>
                </a:solidFill>
                <a:latin typeface="NVIDIA Sans"/>
                <a:ea typeface="NVIDIA Sans"/>
                <a:cs typeface="NVIDIA Sans"/>
                <a:sym typeface="NVIDIA Sans"/>
              </a:defRPr>
            </a:lvl1pPr>
            <a:lvl2pPr marL="914400" marR="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NVIDIA Sans"/>
              <a:buNone/>
              <a:defRPr sz="1300" b="1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2pPr>
            <a:lvl3pPr marL="1371600" marR="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NVIDIA Sans"/>
              <a:buNone/>
              <a:defRPr sz="1300" b="1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3pPr>
            <a:lvl4pPr marL="1828800" marR="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NVIDIA Sans"/>
              <a:buNone/>
              <a:defRPr sz="1300" b="1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4pPr>
            <a:lvl5pPr marL="2286000" marR="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NVIDIA Sans"/>
              <a:buNone/>
              <a:defRPr sz="1300" b="1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5pPr>
            <a:lvl6pPr marL="2743200" marR="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VIDIA Sans"/>
              <a:buChar char="•"/>
              <a:defRPr sz="18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6pPr>
            <a:lvl7pPr marL="3200400" marR="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VIDIA Sans"/>
              <a:buChar char="•"/>
              <a:defRPr sz="18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7pPr>
            <a:lvl8pPr marL="3657600" marR="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VIDIA Sans"/>
              <a:buChar char="•"/>
              <a:defRPr sz="18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8pPr>
            <a:lvl9pPr marL="4114800" marR="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VIDIA Sans"/>
              <a:buChar char="•"/>
              <a:defRPr sz="18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9pPr>
          </a:lstStyle>
          <a:p>
            <a:endParaRPr/>
          </a:p>
        </p:txBody>
      </p:sp>
      <p:sp>
        <p:nvSpPr>
          <p:cNvPr id="237" name="Google Shape;237;g3e23138d502_0_1017"/>
          <p:cNvSpPr txBox="1">
            <a:spLocks noGrp="1"/>
          </p:cNvSpPr>
          <p:nvPr>
            <p:ph type="body" idx="6"/>
          </p:nvPr>
        </p:nvSpPr>
        <p:spPr>
          <a:xfrm>
            <a:off x="4298116" y="3327295"/>
            <a:ext cx="3592800" cy="25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0475" tIns="15225" rIns="30475" bIns="15225" anchor="b" anchorCtr="0">
            <a:noAutofit/>
          </a:bodyPr>
          <a:lstStyle>
            <a:lvl1pPr marL="457200" marR="0" lvl="0" indent="-22860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NVIDIA Sans"/>
              <a:buNone/>
              <a:defRPr sz="1300" b="0" i="0" u="none" strike="noStrike" cap="none">
                <a:solidFill>
                  <a:schemeClr val="lt1"/>
                </a:solidFill>
                <a:latin typeface="NVIDIA Sans Medium"/>
                <a:ea typeface="NVIDIA Sans Medium"/>
                <a:cs typeface="NVIDIA Sans Medium"/>
                <a:sym typeface="NVIDIA Sans Medium"/>
              </a:defRPr>
            </a:lvl1pPr>
            <a:lvl2pPr marL="914400" marR="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NVIDIA Sans"/>
              <a:buNone/>
              <a:defRPr sz="1300" b="1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2pPr>
            <a:lvl3pPr marL="1371600" marR="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NVIDIA Sans"/>
              <a:buNone/>
              <a:defRPr sz="1300" b="1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3pPr>
            <a:lvl4pPr marL="1828800" marR="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NVIDIA Sans"/>
              <a:buNone/>
              <a:defRPr sz="1300" b="1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4pPr>
            <a:lvl5pPr marL="2286000" marR="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NVIDIA Sans"/>
              <a:buNone/>
              <a:defRPr sz="1300" b="1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5pPr>
            <a:lvl6pPr marL="2743200" marR="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VIDIA Sans"/>
              <a:buChar char="•"/>
              <a:defRPr sz="18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6pPr>
            <a:lvl7pPr marL="3200400" marR="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VIDIA Sans"/>
              <a:buChar char="•"/>
              <a:defRPr sz="18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7pPr>
            <a:lvl8pPr marL="3657600" marR="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VIDIA Sans"/>
              <a:buChar char="•"/>
              <a:defRPr sz="18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8pPr>
            <a:lvl9pPr marL="4114800" marR="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VIDIA Sans"/>
              <a:buChar char="•"/>
              <a:defRPr sz="18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9pPr>
          </a:lstStyle>
          <a:p>
            <a:endParaRPr/>
          </a:p>
        </p:txBody>
      </p:sp>
      <p:sp>
        <p:nvSpPr>
          <p:cNvPr id="238" name="Google Shape;238;g3e23138d502_0_1017"/>
          <p:cNvSpPr txBox="1">
            <a:spLocks noGrp="1"/>
          </p:cNvSpPr>
          <p:nvPr>
            <p:ph type="body" idx="7"/>
          </p:nvPr>
        </p:nvSpPr>
        <p:spPr>
          <a:xfrm>
            <a:off x="4298116" y="3556498"/>
            <a:ext cx="3592800" cy="25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0475" tIns="15225" rIns="30475" bIns="15225" anchor="t" anchorCtr="0">
            <a:noAutofit/>
          </a:bodyPr>
          <a:lstStyle>
            <a:lvl1pPr marL="457200" marR="0" lvl="0" indent="-228600" algn="ctr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Clr>
                <a:schemeClr val="lt1"/>
              </a:buClr>
              <a:buSzPts val="900"/>
              <a:buFont typeface="NVIDIA Sans"/>
              <a:buNone/>
              <a:defRPr sz="900" b="0" i="0" u="none" strike="noStrike" cap="none">
                <a:solidFill>
                  <a:schemeClr val="lt1"/>
                </a:solidFill>
                <a:latin typeface="NVIDIA Sans"/>
                <a:ea typeface="NVIDIA Sans"/>
                <a:cs typeface="NVIDIA Sans"/>
                <a:sym typeface="NVIDIA Sans"/>
              </a:defRPr>
            </a:lvl1pPr>
            <a:lvl2pPr marL="914400" marR="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NVIDIA Sans"/>
              <a:buNone/>
              <a:defRPr sz="1300" b="1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2pPr>
            <a:lvl3pPr marL="1371600" marR="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NVIDIA Sans"/>
              <a:buNone/>
              <a:defRPr sz="1300" b="1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3pPr>
            <a:lvl4pPr marL="1828800" marR="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NVIDIA Sans"/>
              <a:buNone/>
              <a:defRPr sz="1300" b="1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4pPr>
            <a:lvl5pPr marL="2286000" marR="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NVIDIA Sans"/>
              <a:buNone/>
              <a:defRPr sz="1300" b="1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5pPr>
            <a:lvl6pPr marL="2743200" marR="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VIDIA Sans"/>
              <a:buChar char="•"/>
              <a:defRPr sz="18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6pPr>
            <a:lvl7pPr marL="3200400" marR="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VIDIA Sans"/>
              <a:buChar char="•"/>
              <a:defRPr sz="18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7pPr>
            <a:lvl8pPr marL="3657600" marR="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VIDIA Sans"/>
              <a:buChar char="•"/>
              <a:defRPr sz="18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8pPr>
            <a:lvl9pPr marL="4114800" marR="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VIDIA Sans"/>
              <a:buChar char="•"/>
              <a:defRPr sz="18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9pPr>
          </a:lstStyle>
          <a:p>
            <a:endParaRPr/>
          </a:p>
        </p:txBody>
      </p:sp>
      <p:sp>
        <p:nvSpPr>
          <p:cNvPr id="239" name="Google Shape;239;g3e23138d502_0_1017"/>
          <p:cNvSpPr txBox="1">
            <a:spLocks noGrp="1"/>
          </p:cNvSpPr>
          <p:nvPr>
            <p:ph type="body" idx="8"/>
          </p:nvPr>
        </p:nvSpPr>
        <p:spPr>
          <a:xfrm>
            <a:off x="8050438" y="3327295"/>
            <a:ext cx="3593100" cy="25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0475" tIns="15225" rIns="30475" bIns="15225" anchor="b" anchorCtr="0">
            <a:noAutofit/>
          </a:bodyPr>
          <a:lstStyle>
            <a:lvl1pPr marL="457200" marR="0" lvl="0" indent="-22860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NVIDIA Sans"/>
              <a:buNone/>
              <a:defRPr sz="1300" b="0" i="0" u="none" strike="noStrike" cap="none">
                <a:solidFill>
                  <a:schemeClr val="lt1"/>
                </a:solidFill>
                <a:latin typeface="NVIDIA Sans Medium"/>
                <a:ea typeface="NVIDIA Sans Medium"/>
                <a:cs typeface="NVIDIA Sans Medium"/>
                <a:sym typeface="NVIDIA Sans Medium"/>
              </a:defRPr>
            </a:lvl1pPr>
            <a:lvl2pPr marL="914400" marR="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NVIDIA Sans"/>
              <a:buNone/>
              <a:defRPr sz="1300" b="1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2pPr>
            <a:lvl3pPr marL="1371600" marR="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NVIDIA Sans"/>
              <a:buNone/>
              <a:defRPr sz="1300" b="1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3pPr>
            <a:lvl4pPr marL="1828800" marR="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NVIDIA Sans"/>
              <a:buNone/>
              <a:defRPr sz="1300" b="1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4pPr>
            <a:lvl5pPr marL="2286000" marR="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NVIDIA Sans"/>
              <a:buNone/>
              <a:defRPr sz="1300" b="1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5pPr>
            <a:lvl6pPr marL="2743200" marR="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VIDIA Sans"/>
              <a:buChar char="•"/>
              <a:defRPr sz="18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6pPr>
            <a:lvl7pPr marL="3200400" marR="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VIDIA Sans"/>
              <a:buChar char="•"/>
              <a:defRPr sz="18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7pPr>
            <a:lvl8pPr marL="3657600" marR="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VIDIA Sans"/>
              <a:buChar char="•"/>
              <a:defRPr sz="18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8pPr>
            <a:lvl9pPr marL="4114800" marR="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VIDIA Sans"/>
              <a:buChar char="•"/>
              <a:defRPr sz="18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9pPr>
          </a:lstStyle>
          <a:p>
            <a:endParaRPr/>
          </a:p>
        </p:txBody>
      </p:sp>
      <p:sp>
        <p:nvSpPr>
          <p:cNvPr id="240" name="Google Shape;240;g3e23138d502_0_1017"/>
          <p:cNvSpPr txBox="1">
            <a:spLocks noGrp="1"/>
          </p:cNvSpPr>
          <p:nvPr>
            <p:ph type="body" idx="9"/>
          </p:nvPr>
        </p:nvSpPr>
        <p:spPr>
          <a:xfrm>
            <a:off x="8050438" y="3556498"/>
            <a:ext cx="3593100" cy="25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0475" tIns="15225" rIns="30475" bIns="15225" anchor="t" anchorCtr="0">
            <a:noAutofit/>
          </a:bodyPr>
          <a:lstStyle>
            <a:lvl1pPr marL="457200" marR="0" lvl="0" indent="-228600" algn="ctr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Clr>
                <a:schemeClr val="lt1"/>
              </a:buClr>
              <a:buSzPts val="900"/>
              <a:buFont typeface="NVIDIA Sans"/>
              <a:buNone/>
              <a:defRPr sz="900" b="0" i="0" u="none" strike="noStrike" cap="none">
                <a:solidFill>
                  <a:schemeClr val="lt1"/>
                </a:solidFill>
                <a:latin typeface="NVIDIA Sans"/>
                <a:ea typeface="NVIDIA Sans"/>
                <a:cs typeface="NVIDIA Sans"/>
                <a:sym typeface="NVIDIA Sans"/>
              </a:defRPr>
            </a:lvl1pPr>
            <a:lvl2pPr marL="914400" marR="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NVIDIA Sans"/>
              <a:buNone/>
              <a:defRPr sz="1300" b="1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2pPr>
            <a:lvl3pPr marL="1371600" marR="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NVIDIA Sans"/>
              <a:buNone/>
              <a:defRPr sz="1300" b="1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3pPr>
            <a:lvl4pPr marL="1828800" marR="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NVIDIA Sans"/>
              <a:buNone/>
              <a:defRPr sz="1300" b="1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4pPr>
            <a:lvl5pPr marL="2286000" marR="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NVIDIA Sans"/>
              <a:buNone/>
              <a:defRPr sz="1300" b="1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5pPr>
            <a:lvl6pPr marL="2743200" marR="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VIDIA Sans"/>
              <a:buChar char="•"/>
              <a:defRPr sz="18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6pPr>
            <a:lvl7pPr marL="3200400" marR="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VIDIA Sans"/>
              <a:buChar char="•"/>
              <a:defRPr sz="18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7pPr>
            <a:lvl8pPr marL="3657600" marR="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VIDIA Sans"/>
              <a:buChar char="•"/>
              <a:defRPr sz="18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8pPr>
            <a:lvl9pPr marL="4114800" marR="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VIDIA Sans"/>
              <a:buChar char="•"/>
              <a:defRPr sz="18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9pPr>
          </a:lstStyle>
          <a:p>
            <a:endParaRPr/>
          </a:p>
        </p:txBody>
      </p:sp>
      <p:sp>
        <p:nvSpPr>
          <p:cNvPr id="241" name="Google Shape;241;g3e23138d502_0_1017"/>
          <p:cNvSpPr>
            <a:spLocks noGrp="1"/>
          </p:cNvSpPr>
          <p:nvPr>
            <p:ph type="pic" idx="13"/>
          </p:nvPr>
        </p:nvSpPr>
        <p:spPr>
          <a:xfrm>
            <a:off x="6173586" y="3977296"/>
            <a:ext cx="3596700" cy="1645800"/>
          </a:xfrm>
          <a:prstGeom prst="rect">
            <a:avLst/>
          </a:prstGeom>
          <a:solidFill>
            <a:srgbClr val="151617">
              <a:alpha val="60780"/>
            </a:srgbClr>
          </a:solidFill>
          <a:ln w="3175" cap="flat" cmpd="sng">
            <a:solidFill>
              <a:schemeClr val="accent5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42" name="Google Shape;242;g3e23138d502_0_1017"/>
          <p:cNvSpPr>
            <a:spLocks noGrp="1"/>
          </p:cNvSpPr>
          <p:nvPr>
            <p:ph type="pic" idx="14"/>
          </p:nvPr>
        </p:nvSpPr>
        <p:spPr>
          <a:xfrm>
            <a:off x="2421773" y="3977296"/>
            <a:ext cx="3596700" cy="1645800"/>
          </a:xfrm>
          <a:prstGeom prst="rect">
            <a:avLst/>
          </a:prstGeom>
          <a:solidFill>
            <a:srgbClr val="151617">
              <a:alpha val="60780"/>
            </a:srgbClr>
          </a:solidFill>
          <a:ln w="3175" cap="flat" cmpd="sng">
            <a:solidFill>
              <a:schemeClr val="accent5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43" name="Google Shape;243;g3e23138d502_0_1017"/>
          <p:cNvSpPr txBox="1">
            <a:spLocks noGrp="1"/>
          </p:cNvSpPr>
          <p:nvPr>
            <p:ph type="body" idx="15"/>
          </p:nvPr>
        </p:nvSpPr>
        <p:spPr>
          <a:xfrm>
            <a:off x="2425529" y="5687987"/>
            <a:ext cx="3592800" cy="25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0475" tIns="15225" rIns="30475" bIns="15225" anchor="b" anchorCtr="0">
            <a:noAutofit/>
          </a:bodyPr>
          <a:lstStyle>
            <a:lvl1pPr marL="457200" marR="0" lvl="0" indent="-22860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NVIDIA Sans"/>
              <a:buNone/>
              <a:defRPr sz="1300" b="0" i="0" u="none" strike="noStrike" cap="none">
                <a:solidFill>
                  <a:schemeClr val="lt1"/>
                </a:solidFill>
                <a:latin typeface="NVIDIA Sans Medium"/>
                <a:ea typeface="NVIDIA Sans Medium"/>
                <a:cs typeface="NVIDIA Sans Medium"/>
                <a:sym typeface="NVIDIA Sans Medium"/>
              </a:defRPr>
            </a:lvl1pPr>
            <a:lvl2pPr marL="914400" marR="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NVIDIA Sans"/>
              <a:buNone/>
              <a:defRPr sz="1300" b="1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2pPr>
            <a:lvl3pPr marL="1371600" marR="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NVIDIA Sans"/>
              <a:buNone/>
              <a:defRPr sz="1300" b="1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3pPr>
            <a:lvl4pPr marL="1828800" marR="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NVIDIA Sans"/>
              <a:buNone/>
              <a:defRPr sz="1300" b="1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4pPr>
            <a:lvl5pPr marL="2286000" marR="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NVIDIA Sans"/>
              <a:buNone/>
              <a:defRPr sz="1300" b="1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5pPr>
            <a:lvl6pPr marL="2743200" marR="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VIDIA Sans"/>
              <a:buChar char="•"/>
              <a:defRPr sz="18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6pPr>
            <a:lvl7pPr marL="3200400" marR="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VIDIA Sans"/>
              <a:buChar char="•"/>
              <a:defRPr sz="18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7pPr>
            <a:lvl8pPr marL="3657600" marR="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VIDIA Sans"/>
              <a:buChar char="•"/>
              <a:defRPr sz="18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8pPr>
            <a:lvl9pPr marL="4114800" marR="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VIDIA Sans"/>
              <a:buChar char="•"/>
              <a:defRPr sz="18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9pPr>
          </a:lstStyle>
          <a:p>
            <a:endParaRPr/>
          </a:p>
        </p:txBody>
      </p:sp>
      <p:sp>
        <p:nvSpPr>
          <p:cNvPr id="244" name="Google Shape;244;g3e23138d502_0_1017"/>
          <p:cNvSpPr txBox="1">
            <a:spLocks noGrp="1"/>
          </p:cNvSpPr>
          <p:nvPr>
            <p:ph type="body" idx="16"/>
          </p:nvPr>
        </p:nvSpPr>
        <p:spPr>
          <a:xfrm>
            <a:off x="2425529" y="5917189"/>
            <a:ext cx="3592800" cy="25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0475" tIns="15225" rIns="30475" bIns="15225" anchor="t" anchorCtr="0">
            <a:noAutofit/>
          </a:bodyPr>
          <a:lstStyle>
            <a:lvl1pPr marL="457200" marR="0" lvl="0" indent="-228600" algn="ctr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Clr>
                <a:schemeClr val="lt1"/>
              </a:buClr>
              <a:buSzPts val="900"/>
              <a:buFont typeface="NVIDIA Sans"/>
              <a:buNone/>
              <a:defRPr sz="900" b="0" i="0" u="none" strike="noStrike" cap="none">
                <a:solidFill>
                  <a:schemeClr val="lt1"/>
                </a:solidFill>
                <a:latin typeface="NVIDIA Sans"/>
                <a:ea typeface="NVIDIA Sans"/>
                <a:cs typeface="NVIDIA Sans"/>
                <a:sym typeface="NVIDIA Sans"/>
              </a:defRPr>
            </a:lvl1pPr>
            <a:lvl2pPr marL="914400" marR="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NVIDIA Sans"/>
              <a:buNone/>
              <a:defRPr sz="1300" b="1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2pPr>
            <a:lvl3pPr marL="1371600" marR="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NVIDIA Sans"/>
              <a:buNone/>
              <a:defRPr sz="1300" b="1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3pPr>
            <a:lvl4pPr marL="1828800" marR="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NVIDIA Sans"/>
              <a:buNone/>
              <a:defRPr sz="1300" b="1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4pPr>
            <a:lvl5pPr marL="2286000" marR="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NVIDIA Sans"/>
              <a:buNone/>
              <a:defRPr sz="1300" b="1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5pPr>
            <a:lvl6pPr marL="2743200" marR="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VIDIA Sans"/>
              <a:buChar char="•"/>
              <a:defRPr sz="18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6pPr>
            <a:lvl7pPr marL="3200400" marR="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VIDIA Sans"/>
              <a:buChar char="•"/>
              <a:defRPr sz="18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7pPr>
            <a:lvl8pPr marL="3657600" marR="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VIDIA Sans"/>
              <a:buChar char="•"/>
              <a:defRPr sz="18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8pPr>
            <a:lvl9pPr marL="4114800" marR="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VIDIA Sans"/>
              <a:buChar char="•"/>
              <a:defRPr sz="18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9pPr>
          </a:lstStyle>
          <a:p>
            <a:endParaRPr/>
          </a:p>
        </p:txBody>
      </p:sp>
      <p:sp>
        <p:nvSpPr>
          <p:cNvPr id="245" name="Google Shape;245;g3e23138d502_0_1017"/>
          <p:cNvSpPr txBox="1">
            <a:spLocks noGrp="1"/>
          </p:cNvSpPr>
          <p:nvPr>
            <p:ph type="body" idx="17"/>
          </p:nvPr>
        </p:nvSpPr>
        <p:spPr>
          <a:xfrm>
            <a:off x="6177851" y="5687987"/>
            <a:ext cx="3593100" cy="25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0475" tIns="15225" rIns="30475" bIns="15225" anchor="b" anchorCtr="0">
            <a:noAutofit/>
          </a:bodyPr>
          <a:lstStyle>
            <a:lvl1pPr marL="457200" marR="0" lvl="0" indent="-22860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NVIDIA Sans"/>
              <a:buNone/>
              <a:defRPr sz="1300" b="0" i="0" u="none" strike="noStrike" cap="none">
                <a:solidFill>
                  <a:schemeClr val="lt1"/>
                </a:solidFill>
                <a:latin typeface="NVIDIA Sans Medium"/>
                <a:ea typeface="NVIDIA Sans Medium"/>
                <a:cs typeface="NVIDIA Sans Medium"/>
                <a:sym typeface="NVIDIA Sans Medium"/>
              </a:defRPr>
            </a:lvl1pPr>
            <a:lvl2pPr marL="914400" marR="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NVIDIA Sans"/>
              <a:buNone/>
              <a:defRPr sz="1300" b="1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2pPr>
            <a:lvl3pPr marL="1371600" marR="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NVIDIA Sans"/>
              <a:buNone/>
              <a:defRPr sz="1300" b="1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3pPr>
            <a:lvl4pPr marL="1828800" marR="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NVIDIA Sans"/>
              <a:buNone/>
              <a:defRPr sz="1300" b="1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4pPr>
            <a:lvl5pPr marL="2286000" marR="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NVIDIA Sans"/>
              <a:buNone/>
              <a:defRPr sz="1300" b="1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5pPr>
            <a:lvl6pPr marL="2743200" marR="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VIDIA Sans"/>
              <a:buChar char="•"/>
              <a:defRPr sz="18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6pPr>
            <a:lvl7pPr marL="3200400" marR="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VIDIA Sans"/>
              <a:buChar char="•"/>
              <a:defRPr sz="18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7pPr>
            <a:lvl8pPr marL="3657600" marR="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VIDIA Sans"/>
              <a:buChar char="•"/>
              <a:defRPr sz="18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8pPr>
            <a:lvl9pPr marL="4114800" marR="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VIDIA Sans"/>
              <a:buChar char="•"/>
              <a:defRPr sz="18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9pPr>
          </a:lstStyle>
          <a:p>
            <a:endParaRPr/>
          </a:p>
        </p:txBody>
      </p:sp>
      <p:sp>
        <p:nvSpPr>
          <p:cNvPr id="246" name="Google Shape;246;g3e23138d502_0_1017"/>
          <p:cNvSpPr txBox="1">
            <a:spLocks noGrp="1"/>
          </p:cNvSpPr>
          <p:nvPr>
            <p:ph type="body" idx="18"/>
          </p:nvPr>
        </p:nvSpPr>
        <p:spPr>
          <a:xfrm>
            <a:off x="6177851" y="5917189"/>
            <a:ext cx="3593100" cy="25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0475" tIns="15225" rIns="30475" bIns="15225" anchor="t" anchorCtr="0">
            <a:noAutofit/>
          </a:bodyPr>
          <a:lstStyle>
            <a:lvl1pPr marL="457200" marR="0" lvl="0" indent="-228600" algn="ctr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Clr>
                <a:schemeClr val="lt1"/>
              </a:buClr>
              <a:buSzPts val="900"/>
              <a:buFont typeface="NVIDIA Sans"/>
              <a:buNone/>
              <a:defRPr sz="900" b="0" i="0" u="none" strike="noStrike" cap="none">
                <a:solidFill>
                  <a:schemeClr val="lt1"/>
                </a:solidFill>
                <a:latin typeface="NVIDIA Sans"/>
                <a:ea typeface="NVIDIA Sans"/>
                <a:cs typeface="NVIDIA Sans"/>
                <a:sym typeface="NVIDIA Sans"/>
              </a:defRPr>
            </a:lvl1pPr>
            <a:lvl2pPr marL="914400" marR="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NVIDIA Sans"/>
              <a:buNone/>
              <a:defRPr sz="1300" b="1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2pPr>
            <a:lvl3pPr marL="1371600" marR="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NVIDIA Sans"/>
              <a:buNone/>
              <a:defRPr sz="1300" b="1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3pPr>
            <a:lvl4pPr marL="1828800" marR="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NVIDIA Sans"/>
              <a:buNone/>
              <a:defRPr sz="1300" b="1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4pPr>
            <a:lvl5pPr marL="2286000" marR="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NVIDIA Sans"/>
              <a:buNone/>
              <a:defRPr sz="1300" b="1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5pPr>
            <a:lvl6pPr marL="2743200" marR="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VIDIA Sans"/>
              <a:buChar char="•"/>
              <a:defRPr sz="18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6pPr>
            <a:lvl7pPr marL="3200400" marR="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VIDIA Sans"/>
              <a:buChar char="•"/>
              <a:defRPr sz="18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7pPr>
            <a:lvl8pPr marL="3657600" marR="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VIDIA Sans"/>
              <a:buChar char="•"/>
              <a:defRPr sz="18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8pPr>
            <a:lvl9pPr marL="4114800" marR="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VIDIA Sans"/>
              <a:buChar char="•"/>
              <a:defRPr sz="18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9pPr>
          </a:lstStyle>
          <a:p>
            <a:endParaRPr/>
          </a:p>
        </p:txBody>
      </p:sp>
      <p:sp>
        <p:nvSpPr>
          <p:cNvPr id="247" name="Google Shape;247;g3e23138d502_0_1017"/>
          <p:cNvSpPr txBox="1">
            <a:spLocks noGrp="1"/>
          </p:cNvSpPr>
          <p:nvPr>
            <p:ph type="title"/>
          </p:nvPr>
        </p:nvSpPr>
        <p:spPr>
          <a:xfrm>
            <a:off x="838200" y="0"/>
            <a:ext cx="10515600" cy="83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0475" tIns="15225" rIns="30475" bIns="15225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NVIDIA Sans"/>
              <a:buNone/>
              <a:defRPr sz="2400" b="1" cap="none">
                <a:latin typeface="NVIDIA Sans"/>
                <a:ea typeface="NVIDIA Sans"/>
                <a:cs typeface="NVIDIA Sans"/>
                <a:sym typeface="NVIDIA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9pPr>
          </a:lstStyle>
          <a:p>
            <a:endParaRPr/>
          </a:p>
        </p:txBody>
      </p:sp>
      <p:sp>
        <p:nvSpPr>
          <p:cNvPr id="248" name="Google Shape;248;g3e23138d502_0_1017"/>
          <p:cNvSpPr txBox="1">
            <a:spLocks noGrp="1"/>
          </p:cNvSpPr>
          <p:nvPr>
            <p:ph type="body" idx="19"/>
          </p:nvPr>
        </p:nvSpPr>
        <p:spPr>
          <a:xfrm>
            <a:off x="838200" y="829056"/>
            <a:ext cx="10515600" cy="46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0475" tIns="15225" rIns="30475" bIns="15225" anchor="t" anchorCtr="0">
            <a:noAutofit/>
          </a:bodyPr>
          <a:lstStyle>
            <a:lvl1pPr marL="457200" marR="0" lvl="0" indent="-22860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NVIDIA Sans"/>
              <a:buNone/>
              <a:defRPr sz="1600" b="0" i="0" u="none" strike="noStrike" cap="none">
                <a:solidFill>
                  <a:schemeClr val="dk2"/>
                </a:solidFill>
                <a:latin typeface="NVIDIA Sans"/>
                <a:ea typeface="NVIDIA Sans"/>
                <a:cs typeface="NVIDIA Sans"/>
                <a:sym typeface="NVIDIA Sans"/>
              </a:defRPr>
            </a:lvl1pPr>
            <a:lvl2pPr marL="914400" marR="0" lvl="1" indent="-22860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NVIDIA Sans"/>
              <a:buNone/>
              <a:defRPr sz="15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2pPr>
            <a:lvl3pPr marL="1371600" marR="0" lvl="2" indent="-22860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NVIDIA Sans"/>
              <a:buNone/>
              <a:defRPr sz="15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3pPr>
            <a:lvl4pPr marL="1828800" marR="0" lvl="3" indent="-22860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NVIDIA Sans"/>
              <a:buNone/>
              <a:defRPr sz="15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4pPr>
            <a:lvl5pPr marL="2286000" marR="0" lvl="4" indent="-22860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NVIDIA Sans"/>
              <a:buNone/>
              <a:defRPr sz="15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5pPr>
            <a:lvl6pPr marL="2743200" marR="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VIDIA Sans"/>
              <a:buChar char="•"/>
              <a:defRPr sz="18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6pPr>
            <a:lvl7pPr marL="3200400" marR="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VIDIA Sans"/>
              <a:buChar char="•"/>
              <a:defRPr sz="18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7pPr>
            <a:lvl8pPr marL="3657600" marR="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VIDIA Sans"/>
              <a:buChar char="•"/>
              <a:defRPr sz="18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8pPr>
            <a:lvl9pPr marL="4114800" marR="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VIDIA Sans"/>
              <a:buChar char="•"/>
              <a:defRPr sz="18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6-up Image">
  <p:cSld name="6-up Image">
    <p:spTree>
      <p:nvGrpSpPr>
        <p:cNvPr id="1" name="Shape 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" name="Google Shape;250;g3e23138d502_0_1035"/>
          <p:cNvSpPr>
            <a:spLocks noGrp="1"/>
          </p:cNvSpPr>
          <p:nvPr>
            <p:ph type="pic" idx="2"/>
          </p:nvPr>
        </p:nvSpPr>
        <p:spPr>
          <a:xfrm>
            <a:off x="4297131" y="1616605"/>
            <a:ext cx="3596700" cy="1645800"/>
          </a:xfrm>
          <a:prstGeom prst="rect">
            <a:avLst/>
          </a:prstGeom>
          <a:solidFill>
            <a:srgbClr val="151617">
              <a:alpha val="60780"/>
            </a:srgbClr>
          </a:solidFill>
          <a:ln w="3175" cap="flat" cmpd="sng">
            <a:solidFill>
              <a:schemeClr val="accent5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51" name="Google Shape;251;g3e23138d502_0_1035"/>
          <p:cNvSpPr>
            <a:spLocks noGrp="1"/>
          </p:cNvSpPr>
          <p:nvPr>
            <p:ph type="pic" idx="3"/>
          </p:nvPr>
        </p:nvSpPr>
        <p:spPr>
          <a:xfrm>
            <a:off x="548528" y="1616605"/>
            <a:ext cx="3596700" cy="1645800"/>
          </a:xfrm>
          <a:prstGeom prst="rect">
            <a:avLst/>
          </a:prstGeom>
          <a:solidFill>
            <a:srgbClr val="151617">
              <a:alpha val="60780"/>
            </a:srgbClr>
          </a:solidFill>
          <a:ln w="3175" cap="flat" cmpd="sng">
            <a:solidFill>
              <a:schemeClr val="accent5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52" name="Google Shape;252;g3e23138d502_0_1035"/>
          <p:cNvSpPr>
            <a:spLocks noGrp="1"/>
          </p:cNvSpPr>
          <p:nvPr>
            <p:ph type="pic" idx="4"/>
          </p:nvPr>
        </p:nvSpPr>
        <p:spPr>
          <a:xfrm>
            <a:off x="8049491" y="1616605"/>
            <a:ext cx="3596700" cy="1645800"/>
          </a:xfrm>
          <a:prstGeom prst="rect">
            <a:avLst/>
          </a:prstGeom>
          <a:solidFill>
            <a:srgbClr val="151617">
              <a:alpha val="60780"/>
            </a:srgbClr>
          </a:solidFill>
          <a:ln w="3175" cap="flat" cmpd="sng">
            <a:solidFill>
              <a:schemeClr val="accent5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53" name="Google Shape;253;g3e23138d502_0_1035"/>
          <p:cNvSpPr txBox="1">
            <a:spLocks noGrp="1"/>
          </p:cNvSpPr>
          <p:nvPr>
            <p:ph type="body" idx="1"/>
          </p:nvPr>
        </p:nvSpPr>
        <p:spPr>
          <a:xfrm>
            <a:off x="552281" y="3327295"/>
            <a:ext cx="3592800" cy="25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0475" tIns="15225" rIns="30475" bIns="15225" anchor="b" anchorCtr="0">
            <a:noAutofit/>
          </a:bodyPr>
          <a:lstStyle>
            <a:lvl1pPr marL="457200" marR="0" lvl="0" indent="-22860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NVIDIA Sans"/>
              <a:buNone/>
              <a:defRPr sz="1300" b="0" i="0" u="none" strike="noStrike" cap="none">
                <a:solidFill>
                  <a:schemeClr val="lt1"/>
                </a:solidFill>
                <a:latin typeface="NVIDIA Sans Medium"/>
                <a:ea typeface="NVIDIA Sans Medium"/>
                <a:cs typeface="NVIDIA Sans Medium"/>
                <a:sym typeface="NVIDIA Sans Medium"/>
              </a:defRPr>
            </a:lvl1pPr>
            <a:lvl2pPr marL="914400" marR="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NVIDIA Sans"/>
              <a:buNone/>
              <a:defRPr sz="1300" b="1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2pPr>
            <a:lvl3pPr marL="1371600" marR="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NVIDIA Sans"/>
              <a:buNone/>
              <a:defRPr sz="1300" b="1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3pPr>
            <a:lvl4pPr marL="1828800" marR="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NVIDIA Sans"/>
              <a:buNone/>
              <a:defRPr sz="1300" b="1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4pPr>
            <a:lvl5pPr marL="2286000" marR="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NVIDIA Sans"/>
              <a:buNone/>
              <a:defRPr sz="1300" b="1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5pPr>
            <a:lvl6pPr marL="2743200" marR="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VIDIA Sans"/>
              <a:buChar char="•"/>
              <a:defRPr sz="18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6pPr>
            <a:lvl7pPr marL="3200400" marR="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VIDIA Sans"/>
              <a:buChar char="•"/>
              <a:defRPr sz="18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7pPr>
            <a:lvl8pPr marL="3657600" marR="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VIDIA Sans"/>
              <a:buChar char="•"/>
              <a:defRPr sz="18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8pPr>
            <a:lvl9pPr marL="4114800" marR="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VIDIA Sans"/>
              <a:buChar char="•"/>
              <a:defRPr sz="18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9pPr>
          </a:lstStyle>
          <a:p>
            <a:endParaRPr/>
          </a:p>
        </p:txBody>
      </p:sp>
      <p:sp>
        <p:nvSpPr>
          <p:cNvPr id="254" name="Google Shape;254;g3e23138d502_0_1035"/>
          <p:cNvSpPr txBox="1">
            <a:spLocks noGrp="1"/>
          </p:cNvSpPr>
          <p:nvPr>
            <p:ph type="body" idx="5"/>
          </p:nvPr>
        </p:nvSpPr>
        <p:spPr>
          <a:xfrm>
            <a:off x="552281" y="3556498"/>
            <a:ext cx="3592800" cy="25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0475" tIns="15225" rIns="30475" bIns="15225" anchor="t" anchorCtr="0">
            <a:noAutofit/>
          </a:bodyPr>
          <a:lstStyle>
            <a:lvl1pPr marL="457200" marR="0" lvl="0" indent="-228600" algn="ctr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Clr>
                <a:schemeClr val="lt1"/>
              </a:buClr>
              <a:buSzPts val="900"/>
              <a:buFont typeface="NVIDIA Sans"/>
              <a:buNone/>
              <a:defRPr sz="900" b="0" i="0" u="none" strike="noStrike" cap="none">
                <a:solidFill>
                  <a:schemeClr val="lt1"/>
                </a:solidFill>
                <a:latin typeface="NVIDIA Sans"/>
                <a:ea typeface="NVIDIA Sans"/>
                <a:cs typeface="NVIDIA Sans"/>
                <a:sym typeface="NVIDIA Sans"/>
              </a:defRPr>
            </a:lvl1pPr>
            <a:lvl2pPr marL="914400" marR="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NVIDIA Sans"/>
              <a:buNone/>
              <a:defRPr sz="1300" b="1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2pPr>
            <a:lvl3pPr marL="1371600" marR="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NVIDIA Sans"/>
              <a:buNone/>
              <a:defRPr sz="1300" b="1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3pPr>
            <a:lvl4pPr marL="1828800" marR="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NVIDIA Sans"/>
              <a:buNone/>
              <a:defRPr sz="1300" b="1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4pPr>
            <a:lvl5pPr marL="2286000" marR="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NVIDIA Sans"/>
              <a:buNone/>
              <a:defRPr sz="1300" b="1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5pPr>
            <a:lvl6pPr marL="2743200" marR="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VIDIA Sans"/>
              <a:buChar char="•"/>
              <a:defRPr sz="18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6pPr>
            <a:lvl7pPr marL="3200400" marR="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VIDIA Sans"/>
              <a:buChar char="•"/>
              <a:defRPr sz="18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7pPr>
            <a:lvl8pPr marL="3657600" marR="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VIDIA Sans"/>
              <a:buChar char="•"/>
              <a:defRPr sz="18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8pPr>
            <a:lvl9pPr marL="4114800" marR="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VIDIA Sans"/>
              <a:buChar char="•"/>
              <a:defRPr sz="18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9pPr>
          </a:lstStyle>
          <a:p>
            <a:endParaRPr/>
          </a:p>
        </p:txBody>
      </p:sp>
      <p:sp>
        <p:nvSpPr>
          <p:cNvPr id="255" name="Google Shape;255;g3e23138d502_0_1035"/>
          <p:cNvSpPr txBox="1">
            <a:spLocks noGrp="1"/>
          </p:cNvSpPr>
          <p:nvPr>
            <p:ph type="body" idx="6"/>
          </p:nvPr>
        </p:nvSpPr>
        <p:spPr>
          <a:xfrm>
            <a:off x="4298116" y="3327295"/>
            <a:ext cx="3592800" cy="25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0475" tIns="15225" rIns="30475" bIns="15225" anchor="b" anchorCtr="0">
            <a:noAutofit/>
          </a:bodyPr>
          <a:lstStyle>
            <a:lvl1pPr marL="457200" marR="0" lvl="0" indent="-22860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NVIDIA Sans"/>
              <a:buNone/>
              <a:defRPr sz="1300" b="0" i="0" u="none" strike="noStrike" cap="none">
                <a:solidFill>
                  <a:schemeClr val="lt1"/>
                </a:solidFill>
                <a:latin typeface="NVIDIA Sans Medium"/>
                <a:ea typeface="NVIDIA Sans Medium"/>
                <a:cs typeface="NVIDIA Sans Medium"/>
                <a:sym typeface="NVIDIA Sans Medium"/>
              </a:defRPr>
            </a:lvl1pPr>
            <a:lvl2pPr marL="914400" marR="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NVIDIA Sans"/>
              <a:buNone/>
              <a:defRPr sz="1300" b="1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2pPr>
            <a:lvl3pPr marL="1371600" marR="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NVIDIA Sans"/>
              <a:buNone/>
              <a:defRPr sz="1300" b="1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3pPr>
            <a:lvl4pPr marL="1828800" marR="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NVIDIA Sans"/>
              <a:buNone/>
              <a:defRPr sz="1300" b="1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4pPr>
            <a:lvl5pPr marL="2286000" marR="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NVIDIA Sans"/>
              <a:buNone/>
              <a:defRPr sz="1300" b="1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5pPr>
            <a:lvl6pPr marL="2743200" marR="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VIDIA Sans"/>
              <a:buChar char="•"/>
              <a:defRPr sz="18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6pPr>
            <a:lvl7pPr marL="3200400" marR="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VIDIA Sans"/>
              <a:buChar char="•"/>
              <a:defRPr sz="18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7pPr>
            <a:lvl8pPr marL="3657600" marR="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VIDIA Sans"/>
              <a:buChar char="•"/>
              <a:defRPr sz="18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8pPr>
            <a:lvl9pPr marL="4114800" marR="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VIDIA Sans"/>
              <a:buChar char="•"/>
              <a:defRPr sz="18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9pPr>
          </a:lstStyle>
          <a:p>
            <a:endParaRPr/>
          </a:p>
        </p:txBody>
      </p:sp>
      <p:sp>
        <p:nvSpPr>
          <p:cNvPr id="256" name="Google Shape;256;g3e23138d502_0_1035"/>
          <p:cNvSpPr txBox="1">
            <a:spLocks noGrp="1"/>
          </p:cNvSpPr>
          <p:nvPr>
            <p:ph type="body" idx="7"/>
          </p:nvPr>
        </p:nvSpPr>
        <p:spPr>
          <a:xfrm>
            <a:off x="4298116" y="3556498"/>
            <a:ext cx="3592800" cy="25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0475" tIns="15225" rIns="30475" bIns="15225" anchor="t" anchorCtr="0">
            <a:noAutofit/>
          </a:bodyPr>
          <a:lstStyle>
            <a:lvl1pPr marL="457200" marR="0" lvl="0" indent="-228600" algn="ctr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Clr>
                <a:schemeClr val="lt1"/>
              </a:buClr>
              <a:buSzPts val="900"/>
              <a:buFont typeface="NVIDIA Sans"/>
              <a:buNone/>
              <a:defRPr sz="900" b="0" i="0" u="none" strike="noStrike" cap="none">
                <a:solidFill>
                  <a:schemeClr val="lt1"/>
                </a:solidFill>
                <a:latin typeface="NVIDIA Sans"/>
                <a:ea typeface="NVIDIA Sans"/>
                <a:cs typeface="NVIDIA Sans"/>
                <a:sym typeface="NVIDIA Sans"/>
              </a:defRPr>
            </a:lvl1pPr>
            <a:lvl2pPr marL="914400" marR="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NVIDIA Sans"/>
              <a:buNone/>
              <a:defRPr sz="1300" b="1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2pPr>
            <a:lvl3pPr marL="1371600" marR="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NVIDIA Sans"/>
              <a:buNone/>
              <a:defRPr sz="1300" b="1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3pPr>
            <a:lvl4pPr marL="1828800" marR="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NVIDIA Sans"/>
              <a:buNone/>
              <a:defRPr sz="1300" b="1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4pPr>
            <a:lvl5pPr marL="2286000" marR="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NVIDIA Sans"/>
              <a:buNone/>
              <a:defRPr sz="1300" b="1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5pPr>
            <a:lvl6pPr marL="2743200" marR="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VIDIA Sans"/>
              <a:buChar char="•"/>
              <a:defRPr sz="18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6pPr>
            <a:lvl7pPr marL="3200400" marR="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VIDIA Sans"/>
              <a:buChar char="•"/>
              <a:defRPr sz="18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7pPr>
            <a:lvl8pPr marL="3657600" marR="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VIDIA Sans"/>
              <a:buChar char="•"/>
              <a:defRPr sz="18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8pPr>
            <a:lvl9pPr marL="4114800" marR="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VIDIA Sans"/>
              <a:buChar char="•"/>
              <a:defRPr sz="18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9pPr>
          </a:lstStyle>
          <a:p>
            <a:endParaRPr/>
          </a:p>
        </p:txBody>
      </p:sp>
      <p:sp>
        <p:nvSpPr>
          <p:cNvPr id="257" name="Google Shape;257;g3e23138d502_0_1035"/>
          <p:cNvSpPr txBox="1">
            <a:spLocks noGrp="1"/>
          </p:cNvSpPr>
          <p:nvPr>
            <p:ph type="body" idx="8"/>
          </p:nvPr>
        </p:nvSpPr>
        <p:spPr>
          <a:xfrm>
            <a:off x="8050438" y="3327295"/>
            <a:ext cx="3593100" cy="25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0475" tIns="15225" rIns="30475" bIns="15225" anchor="b" anchorCtr="0">
            <a:noAutofit/>
          </a:bodyPr>
          <a:lstStyle>
            <a:lvl1pPr marL="457200" marR="0" lvl="0" indent="-22860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NVIDIA Sans"/>
              <a:buNone/>
              <a:defRPr sz="1300" b="0" i="0" u="none" strike="noStrike" cap="none">
                <a:solidFill>
                  <a:schemeClr val="lt1"/>
                </a:solidFill>
                <a:latin typeface="NVIDIA Sans Medium"/>
                <a:ea typeface="NVIDIA Sans Medium"/>
                <a:cs typeface="NVIDIA Sans Medium"/>
                <a:sym typeface="NVIDIA Sans Medium"/>
              </a:defRPr>
            </a:lvl1pPr>
            <a:lvl2pPr marL="914400" marR="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NVIDIA Sans"/>
              <a:buNone/>
              <a:defRPr sz="1300" b="1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2pPr>
            <a:lvl3pPr marL="1371600" marR="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NVIDIA Sans"/>
              <a:buNone/>
              <a:defRPr sz="1300" b="1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3pPr>
            <a:lvl4pPr marL="1828800" marR="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NVIDIA Sans"/>
              <a:buNone/>
              <a:defRPr sz="1300" b="1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4pPr>
            <a:lvl5pPr marL="2286000" marR="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NVIDIA Sans"/>
              <a:buNone/>
              <a:defRPr sz="1300" b="1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5pPr>
            <a:lvl6pPr marL="2743200" marR="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VIDIA Sans"/>
              <a:buChar char="•"/>
              <a:defRPr sz="18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6pPr>
            <a:lvl7pPr marL="3200400" marR="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VIDIA Sans"/>
              <a:buChar char="•"/>
              <a:defRPr sz="18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7pPr>
            <a:lvl8pPr marL="3657600" marR="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VIDIA Sans"/>
              <a:buChar char="•"/>
              <a:defRPr sz="18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8pPr>
            <a:lvl9pPr marL="4114800" marR="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VIDIA Sans"/>
              <a:buChar char="•"/>
              <a:defRPr sz="18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9pPr>
          </a:lstStyle>
          <a:p>
            <a:endParaRPr/>
          </a:p>
        </p:txBody>
      </p:sp>
      <p:sp>
        <p:nvSpPr>
          <p:cNvPr id="258" name="Google Shape;258;g3e23138d502_0_1035"/>
          <p:cNvSpPr txBox="1">
            <a:spLocks noGrp="1"/>
          </p:cNvSpPr>
          <p:nvPr>
            <p:ph type="body" idx="9"/>
          </p:nvPr>
        </p:nvSpPr>
        <p:spPr>
          <a:xfrm>
            <a:off x="8050438" y="3556498"/>
            <a:ext cx="3593100" cy="25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0475" tIns="15225" rIns="30475" bIns="15225" anchor="t" anchorCtr="0">
            <a:noAutofit/>
          </a:bodyPr>
          <a:lstStyle>
            <a:lvl1pPr marL="457200" marR="0" lvl="0" indent="-228600" algn="ctr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Clr>
                <a:schemeClr val="lt1"/>
              </a:buClr>
              <a:buSzPts val="900"/>
              <a:buFont typeface="NVIDIA Sans"/>
              <a:buNone/>
              <a:defRPr sz="900" b="0" i="0" u="none" strike="noStrike" cap="none">
                <a:solidFill>
                  <a:schemeClr val="lt1"/>
                </a:solidFill>
                <a:latin typeface="NVIDIA Sans"/>
                <a:ea typeface="NVIDIA Sans"/>
                <a:cs typeface="NVIDIA Sans"/>
                <a:sym typeface="NVIDIA Sans"/>
              </a:defRPr>
            </a:lvl1pPr>
            <a:lvl2pPr marL="914400" marR="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NVIDIA Sans"/>
              <a:buNone/>
              <a:defRPr sz="1300" b="1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2pPr>
            <a:lvl3pPr marL="1371600" marR="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NVIDIA Sans"/>
              <a:buNone/>
              <a:defRPr sz="1300" b="1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3pPr>
            <a:lvl4pPr marL="1828800" marR="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NVIDIA Sans"/>
              <a:buNone/>
              <a:defRPr sz="1300" b="1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4pPr>
            <a:lvl5pPr marL="2286000" marR="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NVIDIA Sans"/>
              <a:buNone/>
              <a:defRPr sz="1300" b="1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5pPr>
            <a:lvl6pPr marL="2743200" marR="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VIDIA Sans"/>
              <a:buChar char="•"/>
              <a:defRPr sz="18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6pPr>
            <a:lvl7pPr marL="3200400" marR="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VIDIA Sans"/>
              <a:buChar char="•"/>
              <a:defRPr sz="18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7pPr>
            <a:lvl8pPr marL="3657600" marR="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VIDIA Sans"/>
              <a:buChar char="•"/>
              <a:defRPr sz="18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8pPr>
            <a:lvl9pPr marL="4114800" marR="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VIDIA Sans"/>
              <a:buChar char="•"/>
              <a:defRPr sz="18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9pPr>
          </a:lstStyle>
          <a:p>
            <a:endParaRPr/>
          </a:p>
        </p:txBody>
      </p:sp>
      <p:sp>
        <p:nvSpPr>
          <p:cNvPr id="259" name="Google Shape;259;g3e23138d502_0_1035"/>
          <p:cNvSpPr>
            <a:spLocks noGrp="1"/>
          </p:cNvSpPr>
          <p:nvPr>
            <p:ph type="pic" idx="13"/>
          </p:nvPr>
        </p:nvSpPr>
        <p:spPr>
          <a:xfrm>
            <a:off x="4300885" y="3977296"/>
            <a:ext cx="3596700" cy="1645800"/>
          </a:xfrm>
          <a:prstGeom prst="rect">
            <a:avLst/>
          </a:prstGeom>
          <a:solidFill>
            <a:srgbClr val="151617">
              <a:alpha val="60780"/>
            </a:srgbClr>
          </a:solidFill>
          <a:ln w="3175" cap="flat" cmpd="sng">
            <a:solidFill>
              <a:schemeClr val="accent5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60" name="Google Shape;260;g3e23138d502_0_1035"/>
          <p:cNvSpPr>
            <a:spLocks noGrp="1"/>
          </p:cNvSpPr>
          <p:nvPr>
            <p:ph type="pic" idx="14"/>
          </p:nvPr>
        </p:nvSpPr>
        <p:spPr>
          <a:xfrm>
            <a:off x="552281" y="3977296"/>
            <a:ext cx="3596700" cy="1645800"/>
          </a:xfrm>
          <a:prstGeom prst="rect">
            <a:avLst/>
          </a:prstGeom>
          <a:solidFill>
            <a:srgbClr val="151617">
              <a:alpha val="60780"/>
            </a:srgbClr>
          </a:solidFill>
          <a:ln w="3175" cap="flat" cmpd="sng">
            <a:solidFill>
              <a:schemeClr val="accent5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61" name="Google Shape;261;g3e23138d502_0_1035"/>
          <p:cNvSpPr>
            <a:spLocks noGrp="1"/>
          </p:cNvSpPr>
          <p:nvPr>
            <p:ph type="pic" idx="15"/>
          </p:nvPr>
        </p:nvSpPr>
        <p:spPr>
          <a:xfrm>
            <a:off x="8053245" y="3977296"/>
            <a:ext cx="3596700" cy="1645800"/>
          </a:xfrm>
          <a:prstGeom prst="rect">
            <a:avLst/>
          </a:prstGeom>
          <a:solidFill>
            <a:srgbClr val="151617">
              <a:alpha val="60780"/>
            </a:srgbClr>
          </a:solidFill>
          <a:ln w="3175" cap="flat" cmpd="sng">
            <a:solidFill>
              <a:schemeClr val="accent5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62" name="Google Shape;262;g3e23138d502_0_1035"/>
          <p:cNvSpPr txBox="1">
            <a:spLocks noGrp="1"/>
          </p:cNvSpPr>
          <p:nvPr>
            <p:ph type="body" idx="16"/>
          </p:nvPr>
        </p:nvSpPr>
        <p:spPr>
          <a:xfrm>
            <a:off x="556035" y="5687987"/>
            <a:ext cx="3592800" cy="25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0475" tIns="15225" rIns="30475" bIns="15225" anchor="b" anchorCtr="0">
            <a:noAutofit/>
          </a:bodyPr>
          <a:lstStyle>
            <a:lvl1pPr marL="457200" marR="0" lvl="0" indent="-22860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NVIDIA Sans"/>
              <a:buNone/>
              <a:defRPr sz="1300" b="0" i="0" u="none" strike="noStrike" cap="none">
                <a:solidFill>
                  <a:schemeClr val="lt1"/>
                </a:solidFill>
                <a:latin typeface="NVIDIA Sans Medium"/>
                <a:ea typeface="NVIDIA Sans Medium"/>
                <a:cs typeface="NVIDIA Sans Medium"/>
                <a:sym typeface="NVIDIA Sans Medium"/>
              </a:defRPr>
            </a:lvl1pPr>
            <a:lvl2pPr marL="914400" marR="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NVIDIA Sans"/>
              <a:buNone/>
              <a:defRPr sz="1300" b="1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2pPr>
            <a:lvl3pPr marL="1371600" marR="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NVIDIA Sans"/>
              <a:buNone/>
              <a:defRPr sz="1300" b="1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3pPr>
            <a:lvl4pPr marL="1828800" marR="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NVIDIA Sans"/>
              <a:buNone/>
              <a:defRPr sz="1300" b="1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4pPr>
            <a:lvl5pPr marL="2286000" marR="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NVIDIA Sans"/>
              <a:buNone/>
              <a:defRPr sz="1300" b="1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5pPr>
            <a:lvl6pPr marL="2743200" marR="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VIDIA Sans"/>
              <a:buChar char="•"/>
              <a:defRPr sz="18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6pPr>
            <a:lvl7pPr marL="3200400" marR="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VIDIA Sans"/>
              <a:buChar char="•"/>
              <a:defRPr sz="18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7pPr>
            <a:lvl8pPr marL="3657600" marR="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VIDIA Sans"/>
              <a:buChar char="•"/>
              <a:defRPr sz="18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8pPr>
            <a:lvl9pPr marL="4114800" marR="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VIDIA Sans"/>
              <a:buChar char="•"/>
              <a:defRPr sz="18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9pPr>
          </a:lstStyle>
          <a:p>
            <a:endParaRPr/>
          </a:p>
        </p:txBody>
      </p:sp>
      <p:sp>
        <p:nvSpPr>
          <p:cNvPr id="263" name="Google Shape;263;g3e23138d502_0_1035"/>
          <p:cNvSpPr txBox="1">
            <a:spLocks noGrp="1"/>
          </p:cNvSpPr>
          <p:nvPr>
            <p:ph type="body" idx="17"/>
          </p:nvPr>
        </p:nvSpPr>
        <p:spPr>
          <a:xfrm>
            <a:off x="556035" y="5917189"/>
            <a:ext cx="3592800" cy="25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0475" tIns="15225" rIns="30475" bIns="15225" anchor="t" anchorCtr="0">
            <a:noAutofit/>
          </a:bodyPr>
          <a:lstStyle>
            <a:lvl1pPr marL="457200" marR="0" lvl="0" indent="-228600" algn="ctr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Clr>
                <a:schemeClr val="lt1"/>
              </a:buClr>
              <a:buSzPts val="900"/>
              <a:buFont typeface="NVIDIA Sans"/>
              <a:buNone/>
              <a:defRPr sz="900" b="0" i="0" u="none" strike="noStrike" cap="none">
                <a:solidFill>
                  <a:schemeClr val="lt1"/>
                </a:solidFill>
                <a:latin typeface="NVIDIA Sans"/>
                <a:ea typeface="NVIDIA Sans"/>
                <a:cs typeface="NVIDIA Sans"/>
                <a:sym typeface="NVIDIA Sans"/>
              </a:defRPr>
            </a:lvl1pPr>
            <a:lvl2pPr marL="914400" marR="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NVIDIA Sans"/>
              <a:buNone/>
              <a:defRPr sz="1300" b="1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2pPr>
            <a:lvl3pPr marL="1371600" marR="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NVIDIA Sans"/>
              <a:buNone/>
              <a:defRPr sz="1300" b="1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3pPr>
            <a:lvl4pPr marL="1828800" marR="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NVIDIA Sans"/>
              <a:buNone/>
              <a:defRPr sz="1300" b="1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4pPr>
            <a:lvl5pPr marL="2286000" marR="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NVIDIA Sans"/>
              <a:buNone/>
              <a:defRPr sz="1300" b="1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5pPr>
            <a:lvl6pPr marL="2743200" marR="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VIDIA Sans"/>
              <a:buChar char="•"/>
              <a:defRPr sz="18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6pPr>
            <a:lvl7pPr marL="3200400" marR="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VIDIA Sans"/>
              <a:buChar char="•"/>
              <a:defRPr sz="18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7pPr>
            <a:lvl8pPr marL="3657600" marR="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VIDIA Sans"/>
              <a:buChar char="•"/>
              <a:defRPr sz="18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8pPr>
            <a:lvl9pPr marL="4114800" marR="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VIDIA Sans"/>
              <a:buChar char="•"/>
              <a:defRPr sz="18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9pPr>
          </a:lstStyle>
          <a:p>
            <a:endParaRPr/>
          </a:p>
        </p:txBody>
      </p:sp>
      <p:sp>
        <p:nvSpPr>
          <p:cNvPr id="264" name="Google Shape;264;g3e23138d502_0_1035"/>
          <p:cNvSpPr txBox="1">
            <a:spLocks noGrp="1"/>
          </p:cNvSpPr>
          <p:nvPr>
            <p:ph type="body" idx="18"/>
          </p:nvPr>
        </p:nvSpPr>
        <p:spPr>
          <a:xfrm>
            <a:off x="4301870" y="5687987"/>
            <a:ext cx="3592800" cy="25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0475" tIns="15225" rIns="30475" bIns="15225" anchor="b" anchorCtr="0">
            <a:noAutofit/>
          </a:bodyPr>
          <a:lstStyle>
            <a:lvl1pPr marL="457200" marR="0" lvl="0" indent="-22860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NVIDIA Sans"/>
              <a:buNone/>
              <a:defRPr sz="1300" b="0" i="0" u="none" strike="noStrike" cap="none">
                <a:solidFill>
                  <a:schemeClr val="lt1"/>
                </a:solidFill>
                <a:latin typeface="NVIDIA Sans Medium"/>
                <a:ea typeface="NVIDIA Sans Medium"/>
                <a:cs typeface="NVIDIA Sans Medium"/>
                <a:sym typeface="NVIDIA Sans Medium"/>
              </a:defRPr>
            </a:lvl1pPr>
            <a:lvl2pPr marL="914400" marR="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NVIDIA Sans"/>
              <a:buNone/>
              <a:defRPr sz="1300" b="1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2pPr>
            <a:lvl3pPr marL="1371600" marR="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NVIDIA Sans"/>
              <a:buNone/>
              <a:defRPr sz="1300" b="1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3pPr>
            <a:lvl4pPr marL="1828800" marR="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NVIDIA Sans"/>
              <a:buNone/>
              <a:defRPr sz="1300" b="1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4pPr>
            <a:lvl5pPr marL="2286000" marR="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NVIDIA Sans"/>
              <a:buNone/>
              <a:defRPr sz="1300" b="1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5pPr>
            <a:lvl6pPr marL="2743200" marR="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VIDIA Sans"/>
              <a:buChar char="•"/>
              <a:defRPr sz="18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6pPr>
            <a:lvl7pPr marL="3200400" marR="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VIDIA Sans"/>
              <a:buChar char="•"/>
              <a:defRPr sz="18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7pPr>
            <a:lvl8pPr marL="3657600" marR="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VIDIA Sans"/>
              <a:buChar char="•"/>
              <a:defRPr sz="18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8pPr>
            <a:lvl9pPr marL="4114800" marR="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VIDIA Sans"/>
              <a:buChar char="•"/>
              <a:defRPr sz="18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9pPr>
          </a:lstStyle>
          <a:p>
            <a:endParaRPr/>
          </a:p>
        </p:txBody>
      </p:sp>
      <p:sp>
        <p:nvSpPr>
          <p:cNvPr id="265" name="Google Shape;265;g3e23138d502_0_1035"/>
          <p:cNvSpPr txBox="1">
            <a:spLocks noGrp="1"/>
          </p:cNvSpPr>
          <p:nvPr>
            <p:ph type="body" idx="19"/>
          </p:nvPr>
        </p:nvSpPr>
        <p:spPr>
          <a:xfrm>
            <a:off x="4301870" y="5917189"/>
            <a:ext cx="3592800" cy="25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0475" tIns="15225" rIns="30475" bIns="15225" anchor="t" anchorCtr="0">
            <a:noAutofit/>
          </a:bodyPr>
          <a:lstStyle>
            <a:lvl1pPr marL="457200" marR="0" lvl="0" indent="-228600" algn="ctr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Clr>
                <a:schemeClr val="lt1"/>
              </a:buClr>
              <a:buSzPts val="900"/>
              <a:buFont typeface="NVIDIA Sans"/>
              <a:buNone/>
              <a:defRPr sz="900" b="0" i="0" u="none" strike="noStrike" cap="none">
                <a:solidFill>
                  <a:schemeClr val="lt1"/>
                </a:solidFill>
                <a:latin typeface="NVIDIA Sans"/>
                <a:ea typeface="NVIDIA Sans"/>
                <a:cs typeface="NVIDIA Sans"/>
                <a:sym typeface="NVIDIA Sans"/>
              </a:defRPr>
            </a:lvl1pPr>
            <a:lvl2pPr marL="914400" marR="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NVIDIA Sans"/>
              <a:buNone/>
              <a:defRPr sz="1300" b="1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2pPr>
            <a:lvl3pPr marL="1371600" marR="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NVIDIA Sans"/>
              <a:buNone/>
              <a:defRPr sz="1300" b="1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3pPr>
            <a:lvl4pPr marL="1828800" marR="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NVIDIA Sans"/>
              <a:buNone/>
              <a:defRPr sz="1300" b="1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4pPr>
            <a:lvl5pPr marL="2286000" marR="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NVIDIA Sans"/>
              <a:buNone/>
              <a:defRPr sz="1300" b="1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5pPr>
            <a:lvl6pPr marL="2743200" marR="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VIDIA Sans"/>
              <a:buChar char="•"/>
              <a:defRPr sz="18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6pPr>
            <a:lvl7pPr marL="3200400" marR="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VIDIA Sans"/>
              <a:buChar char="•"/>
              <a:defRPr sz="18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7pPr>
            <a:lvl8pPr marL="3657600" marR="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VIDIA Sans"/>
              <a:buChar char="•"/>
              <a:defRPr sz="18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8pPr>
            <a:lvl9pPr marL="4114800" marR="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VIDIA Sans"/>
              <a:buChar char="•"/>
              <a:defRPr sz="18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9pPr>
          </a:lstStyle>
          <a:p>
            <a:endParaRPr/>
          </a:p>
        </p:txBody>
      </p:sp>
      <p:sp>
        <p:nvSpPr>
          <p:cNvPr id="266" name="Google Shape;266;g3e23138d502_0_1035"/>
          <p:cNvSpPr txBox="1">
            <a:spLocks noGrp="1"/>
          </p:cNvSpPr>
          <p:nvPr>
            <p:ph type="body" idx="20"/>
          </p:nvPr>
        </p:nvSpPr>
        <p:spPr>
          <a:xfrm>
            <a:off x="8054192" y="5687987"/>
            <a:ext cx="3593100" cy="25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0475" tIns="15225" rIns="30475" bIns="15225" anchor="b" anchorCtr="0">
            <a:noAutofit/>
          </a:bodyPr>
          <a:lstStyle>
            <a:lvl1pPr marL="457200" marR="0" lvl="0" indent="-22860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NVIDIA Sans"/>
              <a:buNone/>
              <a:defRPr sz="1300" b="0" i="0" u="none" strike="noStrike" cap="none">
                <a:solidFill>
                  <a:schemeClr val="lt1"/>
                </a:solidFill>
                <a:latin typeface="NVIDIA Sans Medium"/>
                <a:ea typeface="NVIDIA Sans Medium"/>
                <a:cs typeface="NVIDIA Sans Medium"/>
                <a:sym typeface="NVIDIA Sans Medium"/>
              </a:defRPr>
            </a:lvl1pPr>
            <a:lvl2pPr marL="914400" marR="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NVIDIA Sans"/>
              <a:buNone/>
              <a:defRPr sz="1300" b="1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2pPr>
            <a:lvl3pPr marL="1371600" marR="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NVIDIA Sans"/>
              <a:buNone/>
              <a:defRPr sz="1300" b="1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3pPr>
            <a:lvl4pPr marL="1828800" marR="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NVIDIA Sans"/>
              <a:buNone/>
              <a:defRPr sz="1300" b="1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4pPr>
            <a:lvl5pPr marL="2286000" marR="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NVIDIA Sans"/>
              <a:buNone/>
              <a:defRPr sz="1300" b="1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5pPr>
            <a:lvl6pPr marL="2743200" marR="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VIDIA Sans"/>
              <a:buChar char="•"/>
              <a:defRPr sz="18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6pPr>
            <a:lvl7pPr marL="3200400" marR="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VIDIA Sans"/>
              <a:buChar char="•"/>
              <a:defRPr sz="18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7pPr>
            <a:lvl8pPr marL="3657600" marR="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VIDIA Sans"/>
              <a:buChar char="•"/>
              <a:defRPr sz="18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8pPr>
            <a:lvl9pPr marL="4114800" marR="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VIDIA Sans"/>
              <a:buChar char="•"/>
              <a:defRPr sz="18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9pPr>
          </a:lstStyle>
          <a:p>
            <a:endParaRPr/>
          </a:p>
        </p:txBody>
      </p:sp>
      <p:sp>
        <p:nvSpPr>
          <p:cNvPr id="267" name="Google Shape;267;g3e23138d502_0_1035"/>
          <p:cNvSpPr txBox="1">
            <a:spLocks noGrp="1"/>
          </p:cNvSpPr>
          <p:nvPr>
            <p:ph type="body" idx="21"/>
          </p:nvPr>
        </p:nvSpPr>
        <p:spPr>
          <a:xfrm>
            <a:off x="8054192" y="5917189"/>
            <a:ext cx="3593100" cy="25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0475" tIns="15225" rIns="30475" bIns="15225" anchor="t" anchorCtr="0">
            <a:noAutofit/>
          </a:bodyPr>
          <a:lstStyle>
            <a:lvl1pPr marL="457200" marR="0" lvl="0" indent="-228600" algn="ctr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Clr>
                <a:schemeClr val="lt1"/>
              </a:buClr>
              <a:buSzPts val="900"/>
              <a:buFont typeface="NVIDIA Sans"/>
              <a:buNone/>
              <a:defRPr sz="900" b="0" i="0" u="none" strike="noStrike" cap="none">
                <a:solidFill>
                  <a:schemeClr val="lt1"/>
                </a:solidFill>
                <a:latin typeface="NVIDIA Sans"/>
                <a:ea typeface="NVIDIA Sans"/>
                <a:cs typeface="NVIDIA Sans"/>
                <a:sym typeface="NVIDIA Sans"/>
              </a:defRPr>
            </a:lvl1pPr>
            <a:lvl2pPr marL="914400" marR="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NVIDIA Sans"/>
              <a:buNone/>
              <a:defRPr sz="1300" b="1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2pPr>
            <a:lvl3pPr marL="1371600" marR="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NVIDIA Sans"/>
              <a:buNone/>
              <a:defRPr sz="1300" b="1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3pPr>
            <a:lvl4pPr marL="1828800" marR="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NVIDIA Sans"/>
              <a:buNone/>
              <a:defRPr sz="1300" b="1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4pPr>
            <a:lvl5pPr marL="2286000" marR="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NVIDIA Sans"/>
              <a:buNone/>
              <a:defRPr sz="1300" b="1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5pPr>
            <a:lvl6pPr marL="2743200" marR="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VIDIA Sans"/>
              <a:buChar char="•"/>
              <a:defRPr sz="18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6pPr>
            <a:lvl7pPr marL="3200400" marR="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VIDIA Sans"/>
              <a:buChar char="•"/>
              <a:defRPr sz="18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7pPr>
            <a:lvl8pPr marL="3657600" marR="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VIDIA Sans"/>
              <a:buChar char="•"/>
              <a:defRPr sz="18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8pPr>
            <a:lvl9pPr marL="4114800" marR="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VIDIA Sans"/>
              <a:buChar char="•"/>
              <a:defRPr sz="18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9pPr>
          </a:lstStyle>
          <a:p>
            <a:endParaRPr/>
          </a:p>
        </p:txBody>
      </p:sp>
      <p:sp>
        <p:nvSpPr>
          <p:cNvPr id="268" name="Google Shape;268;g3e23138d502_0_1035"/>
          <p:cNvSpPr txBox="1">
            <a:spLocks noGrp="1"/>
          </p:cNvSpPr>
          <p:nvPr>
            <p:ph type="title"/>
          </p:nvPr>
        </p:nvSpPr>
        <p:spPr>
          <a:xfrm>
            <a:off x="838200" y="0"/>
            <a:ext cx="10515600" cy="83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0475" tIns="15225" rIns="30475" bIns="15225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NVIDIA Sans"/>
              <a:buNone/>
              <a:defRPr sz="2400" b="1" cap="none">
                <a:latin typeface="NVIDIA Sans"/>
                <a:ea typeface="NVIDIA Sans"/>
                <a:cs typeface="NVIDIA Sans"/>
                <a:sym typeface="NVIDIA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9pPr>
          </a:lstStyle>
          <a:p>
            <a:endParaRPr/>
          </a:p>
        </p:txBody>
      </p:sp>
      <p:sp>
        <p:nvSpPr>
          <p:cNvPr id="269" name="Google Shape;269;g3e23138d502_0_1035"/>
          <p:cNvSpPr txBox="1">
            <a:spLocks noGrp="1"/>
          </p:cNvSpPr>
          <p:nvPr>
            <p:ph type="body" idx="22"/>
          </p:nvPr>
        </p:nvSpPr>
        <p:spPr>
          <a:xfrm>
            <a:off x="838200" y="829056"/>
            <a:ext cx="10515600" cy="46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0475" tIns="15225" rIns="30475" bIns="15225" anchor="t" anchorCtr="0">
            <a:noAutofit/>
          </a:bodyPr>
          <a:lstStyle>
            <a:lvl1pPr marL="457200" marR="0" lvl="0" indent="-22860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NVIDIA Sans"/>
              <a:buNone/>
              <a:defRPr sz="1600" b="0" i="0" u="none" strike="noStrike" cap="none">
                <a:solidFill>
                  <a:schemeClr val="dk2"/>
                </a:solidFill>
                <a:latin typeface="NVIDIA Sans"/>
                <a:ea typeface="NVIDIA Sans"/>
                <a:cs typeface="NVIDIA Sans"/>
                <a:sym typeface="NVIDIA Sans"/>
              </a:defRPr>
            </a:lvl1pPr>
            <a:lvl2pPr marL="914400" marR="0" lvl="1" indent="-22860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NVIDIA Sans"/>
              <a:buNone/>
              <a:defRPr sz="15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2pPr>
            <a:lvl3pPr marL="1371600" marR="0" lvl="2" indent="-22860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NVIDIA Sans"/>
              <a:buNone/>
              <a:defRPr sz="15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3pPr>
            <a:lvl4pPr marL="1828800" marR="0" lvl="3" indent="-22860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NVIDIA Sans"/>
              <a:buNone/>
              <a:defRPr sz="15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4pPr>
            <a:lvl5pPr marL="2286000" marR="0" lvl="4" indent="-22860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NVIDIA Sans"/>
              <a:buNone/>
              <a:defRPr sz="15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5pPr>
            <a:lvl6pPr marL="2743200" marR="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VIDIA Sans"/>
              <a:buChar char="•"/>
              <a:defRPr sz="18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6pPr>
            <a:lvl7pPr marL="3200400" marR="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VIDIA Sans"/>
              <a:buChar char="•"/>
              <a:defRPr sz="18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7pPr>
            <a:lvl8pPr marL="3657600" marR="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VIDIA Sans"/>
              <a:buChar char="•"/>
              <a:defRPr sz="18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8pPr>
            <a:lvl9pPr marL="4114800" marR="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VIDIA Sans"/>
              <a:buChar char="•"/>
              <a:defRPr sz="18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7-up Image">
  <p:cSld name="7-up Image">
    <p:spTree>
      <p:nvGrpSpPr>
        <p:cNvPr id="1" name="Shape 2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1" name="Google Shape;271;g3e23138d502_0_1056"/>
          <p:cNvSpPr txBox="1">
            <a:spLocks noGrp="1"/>
          </p:cNvSpPr>
          <p:nvPr>
            <p:ph type="body" idx="1"/>
          </p:nvPr>
        </p:nvSpPr>
        <p:spPr>
          <a:xfrm>
            <a:off x="4778357" y="5686374"/>
            <a:ext cx="2651700" cy="25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0475" tIns="15225" rIns="30475" bIns="15225" anchor="b" anchorCtr="0">
            <a:noAutofit/>
          </a:bodyPr>
          <a:lstStyle>
            <a:lvl1pPr marL="457200" marR="0" lvl="0" indent="-22860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NVIDIA Sans"/>
              <a:buNone/>
              <a:defRPr sz="1300" b="0" i="0" u="none" strike="noStrike" cap="none">
                <a:solidFill>
                  <a:schemeClr val="lt1"/>
                </a:solidFill>
                <a:latin typeface="NVIDIA Sans Medium"/>
                <a:ea typeface="NVIDIA Sans Medium"/>
                <a:cs typeface="NVIDIA Sans Medium"/>
                <a:sym typeface="NVIDIA Sans Medium"/>
              </a:defRPr>
            </a:lvl1pPr>
            <a:lvl2pPr marL="914400" marR="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NVIDIA Sans"/>
              <a:buNone/>
              <a:defRPr sz="1300" b="1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2pPr>
            <a:lvl3pPr marL="1371600" marR="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NVIDIA Sans"/>
              <a:buNone/>
              <a:defRPr sz="1300" b="1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3pPr>
            <a:lvl4pPr marL="1828800" marR="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NVIDIA Sans"/>
              <a:buNone/>
              <a:defRPr sz="1300" b="1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4pPr>
            <a:lvl5pPr marL="2286000" marR="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NVIDIA Sans"/>
              <a:buNone/>
              <a:defRPr sz="1300" b="1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5pPr>
            <a:lvl6pPr marL="2743200" marR="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VIDIA Sans"/>
              <a:buChar char="•"/>
              <a:defRPr sz="18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6pPr>
            <a:lvl7pPr marL="3200400" marR="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VIDIA Sans"/>
              <a:buChar char="•"/>
              <a:defRPr sz="18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7pPr>
            <a:lvl8pPr marL="3657600" marR="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VIDIA Sans"/>
              <a:buChar char="•"/>
              <a:defRPr sz="18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8pPr>
            <a:lvl9pPr marL="4114800" marR="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VIDIA Sans"/>
              <a:buChar char="•"/>
              <a:defRPr sz="18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9pPr>
          </a:lstStyle>
          <a:p>
            <a:endParaRPr/>
          </a:p>
        </p:txBody>
      </p:sp>
      <p:sp>
        <p:nvSpPr>
          <p:cNvPr id="272" name="Google Shape;272;g3e23138d502_0_1056"/>
          <p:cNvSpPr txBox="1">
            <a:spLocks noGrp="1"/>
          </p:cNvSpPr>
          <p:nvPr>
            <p:ph type="body" idx="2"/>
          </p:nvPr>
        </p:nvSpPr>
        <p:spPr>
          <a:xfrm>
            <a:off x="1962191" y="5686374"/>
            <a:ext cx="2656800" cy="25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0475" tIns="15225" rIns="30475" bIns="15225" anchor="b" anchorCtr="0">
            <a:noAutofit/>
          </a:bodyPr>
          <a:lstStyle>
            <a:lvl1pPr marL="457200" marR="0" lvl="0" indent="-22860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NVIDIA Sans"/>
              <a:buNone/>
              <a:defRPr sz="1300" b="0" i="0" u="none" strike="noStrike" cap="none">
                <a:solidFill>
                  <a:schemeClr val="lt1"/>
                </a:solidFill>
                <a:latin typeface="NVIDIA Sans Medium"/>
                <a:ea typeface="NVIDIA Sans Medium"/>
                <a:cs typeface="NVIDIA Sans Medium"/>
                <a:sym typeface="NVIDIA Sans Medium"/>
              </a:defRPr>
            </a:lvl1pPr>
            <a:lvl2pPr marL="914400" marR="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NVIDIA Sans"/>
              <a:buNone/>
              <a:defRPr sz="1300" b="1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2pPr>
            <a:lvl3pPr marL="1371600" marR="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NVIDIA Sans"/>
              <a:buNone/>
              <a:defRPr sz="1300" b="1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3pPr>
            <a:lvl4pPr marL="1828800" marR="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NVIDIA Sans"/>
              <a:buNone/>
              <a:defRPr sz="1300" b="1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4pPr>
            <a:lvl5pPr marL="2286000" marR="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NVIDIA Sans"/>
              <a:buNone/>
              <a:defRPr sz="1300" b="1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5pPr>
            <a:lvl6pPr marL="2743200" marR="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VIDIA Sans"/>
              <a:buChar char="•"/>
              <a:defRPr sz="18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6pPr>
            <a:lvl7pPr marL="3200400" marR="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VIDIA Sans"/>
              <a:buChar char="•"/>
              <a:defRPr sz="18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7pPr>
            <a:lvl8pPr marL="3657600" marR="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VIDIA Sans"/>
              <a:buChar char="•"/>
              <a:defRPr sz="18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8pPr>
            <a:lvl9pPr marL="4114800" marR="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VIDIA Sans"/>
              <a:buChar char="•"/>
              <a:defRPr sz="18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9pPr>
          </a:lstStyle>
          <a:p>
            <a:endParaRPr/>
          </a:p>
        </p:txBody>
      </p:sp>
      <p:sp>
        <p:nvSpPr>
          <p:cNvPr id="273" name="Google Shape;273;g3e23138d502_0_1056"/>
          <p:cNvSpPr txBox="1">
            <a:spLocks noGrp="1"/>
          </p:cNvSpPr>
          <p:nvPr>
            <p:ph type="body" idx="3"/>
          </p:nvPr>
        </p:nvSpPr>
        <p:spPr>
          <a:xfrm>
            <a:off x="4778357" y="5909019"/>
            <a:ext cx="2651700" cy="25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0475" tIns="15225" rIns="30475" bIns="15225" anchor="t" anchorCtr="0">
            <a:noAutofit/>
          </a:bodyPr>
          <a:lstStyle>
            <a:lvl1pPr marL="457200" marR="0" lvl="0" indent="-228600" algn="ctr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Clr>
                <a:schemeClr val="lt1"/>
              </a:buClr>
              <a:buSzPts val="900"/>
              <a:buFont typeface="NVIDIA Sans"/>
              <a:buNone/>
              <a:defRPr sz="900" b="0" i="0" u="none" strike="noStrike" cap="none">
                <a:solidFill>
                  <a:schemeClr val="lt1"/>
                </a:solidFill>
                <a:latin typeface="NVIDIA Sans"/>
                <a:ea typeface="NVIDIA Sans"/>
                <a:cs typeface="NVIDIA Sans"/>
                <a:sym typeface="NVIDIA Sans"/>
              </a:defRPr>
            </a:lvl1pPr>
            <a:lvl2pPr marL="914400" marR="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NVIDIA Sans"/>
              <a:buNone/>
              <a:defRPr sz="1300" b="1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2pPr>
            <a:lvl3pPr marL="1371600" marR="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NVIDIA Sans"/>
              <a:buNone/>
              <a:defRPr sz="1300" b="1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3pPr>
            <a:lvl4pPr marL="1828800" marR="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NVIDIA Sans"/>
              <a:buNone/>
              <a:defRPr sz="1300" b="1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4pPr>
            <a:lvl5pPr marL="2286000" marR="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NVIDIA Sans"/>
              <a:buNone/>
              <a:defRPr sz="1300" b="1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5pPr>
            <a:lvl6pPr marL="2743200" marR="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VIDIA Sans"/>
              <a:buChar char="•"/>
              <a:defRPr sz="18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6pPr>
            <a:lvl7pPr marL="3200400" marR="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VIDIA Sans"/>
              <a:buChar char="•"/>
              <a:defRPr sz="18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7pPr>
            <a:lvl8pPr marL="3657600" marR="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VIDIA Sans"/>
              <a:buChar char="•"/>
              <a:defRPr sz="18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8pPr>
            <a:lvl9pPr marL="4114800" marR="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VIDIA Sans"/>
              <a:buChar char="•"/>
              <a:defRPr sz="18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9pPr>
          </a:lstStyle>
          <a:p>
            <a:endParaRPr/>
          </a:p>
        </p:txBody>
      </p:sp>
      <p:sp>
        <p:nvSpPr>
          <p:cNvPr id="274" name="Google Shape;274;g3e23138d502_0_1056"/>
          <p:cNvSpPr txBox="1">
            <a:spLocks noGrp="1"/>
          </p:cNvSpPr>
          <p:nvPr>
            <p:ph type="body" idx="4"/>
          </p:nvPr>
        </p:nvSpPr>
        <p:spPr>
          <a:xfrm>
            <a:off x="1962191" y="5909019"/>
            <a:ext cx="2656800" cy="25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0475" tIns="15225" rIns="30475" bIns="15225" anchor="t" anchorCtr="0">
            <a:noAutofit/>
          </a:bodyPr>
          <a:lstStyle>
            <a:lvl1pPr marL="457200" marR="0" lvl="0" indent="-228600" algn="ctr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Clr>
                <a:schemeClr val="lt1"/>
              </a:buClr>
              <a:buSzPts val="900"/>
              <a:buFont typeface="NVIDIA Sans"/>
              <a:buNone/>
              <a:defRPr sz="900" b="0" i="0" u="none" strike="noStrike" cap="none">
                <a:solidFill>
                  <a:schemeClr val="lt1"/>
                </a:solidFill>
                <a:latin typeface="NVIDIA Sans"/>
                <a:ea typeface="NVIDIA Sans"/>
                <a:cs typeface="NVIDIA Sans"/>
                <a:sym typeface="NVIDIA Sans"/>
              </a:defRPr>
            </a:lvl1pPr>
            <a:lvl2pPr marL="914400" marR="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NVIDIA Sans"/>
              <a:buNone/>
              <a:defRPr sz="1300" b="1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2pPr>
            <a:lvl3pPr marL="1371600" marR="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NVIDIA Sans"/>
              <a:buNone/>
              <a:defRPr sz="1300" b="1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3pPr>
            <a:lvl4pPr marL="1828800" marR="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NVIDIA Sans"/>
              <a:buNone/>
              <a:defRPr sz="1300" b="1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4pPr>
            <a:lvl5pPr marL="2286000" marR="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NVIDIA Sans"/>
              <a:buNone/>
              <a:defRPr sz="1300" b="1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5pPr>
            <a:lvl6pPr marL="2743200" marR="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VIDIA Sans"/>
              <a:buChar char="•"/>
              <a:defRPr sz="18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6pPr>
            <a:lvl7pPr marL="3200400" marR="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VIDIA Sans"/>
              <a:buChar char="•"/>
              <a:defRPr sz="18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7pPr>
            <a:lvl8pPr marL="3657600" marR="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VIDIA Sans"/>
              <a:buChar char="•"/>
              <a:defRPr sz="18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8pPr>
            <a:lvl9pPr marL="4114800" marR="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VIDIA Sans"/>
              <a:buChar char="•"/>
              <a:defRPr sz="18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9pPr>
          </a:lstStyle>
          <a:p>
            <a:endParaRPr/>
          </a:p>
        </p:txBody>
      </p:sp>
      <p:sp>
        <p:nvSpPr>
          <p:cNvPr id="275" name="Google Shape;275;g3e23138d502_0_1056"/>
          <p:cNvSpPr>
            <a:spLocks noGrp="1"/>
          </p:cNvSpPr>
          <p:nvPr>
            <p:ph type="pic" idx="5"/>
          </p:nvPr>
        </p:nvSpPr>
        <p:spPr>
          <a:xfrm>
            <a:off x="1962191" y="3975399"/>
            <a:ext cx="2651700" cy="1645800"/>
          </a:xfrm>
          <a:prstGeom prst="rect">
            <a:avLst/>
          </a:prstGeom>
          <a:solidFill>
            <a:srgbClr val="151617">
              <a:alpha val="60780"/>
            </a:srgbClr>
          </a:solidFill>
          <a:ln w="3175" cap="flat" cmpd="sng">
            <a:solidFill>
              <a:schemeClr val="accent5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76" name="Google Shape;276;g3e23138d502_0_1056"/>
          <p:cNvSpPr>
            <a:spLocks noGrp="1"/>
          </p:cNvSpPr>
          <p:nvPr>
            <p:ph type="pic" idx="6"/>
          </p:nvPr>
        </p:nvSpPr>
        <p:spPr>
          <a:xfrm>
            <a:off x="4778358" y="3975399"/>
            <a:ext cx="2651700" cy="1645800"/>
          </a:xfrm>
          <a:prstGeom prst="rect">
            <a:avLst/>
          </a:prstGeom>
          <a:solidFill>
            <a:srgbClr val="151617">
              <a:alpha val="60780"/>
            </a:srgbClr>
          </a:solidFill>
          <a:ln w="3175" cap="flat" cmpd="sng">
            <a:solidFill>
              <a:schemeClr val="accent5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77" name="Google Shape;277;g3e23138d502_0_1056"/>
          <p:cNvSpPr>
            <a:spLocks noGrp="1"/>
          </p:cNvSpPr>
          <p:nvPr>
            <p:ph type="pic" idx="7"/>
          </p:nvPr>
        </p:nvSpPr>
        <p:spPr>
          <a:xfrm>
            <a:off x="7594525" y="3975399"/>
            <a:ext cx="2651700" cy="1645800"/>
          </a:xfrm>
          <a:prstGeom prst="rect">
            <a:avLst/>
          </a:prstGeom>
          <a:solidFill>
            <a:srgbClr val="151617">
              <a:alpha val="60780"/>
            </a:srgbClr>
          </a:solidFill>
          <a:ln w="3175" cap="flat" cmpd="sng">
            <a:solidFill>
              <a:schemeClr val="accent5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78" name="Google Shape;278;g3e23138d502_0_1056"/>
          <p:cNvSpPr txBox="1">
            <a:spLocks noGrp="1"/>
          </p:cNvSpPr>
          <p:nvPr>
            <p:ph type="body" idx="8"/>
          </p:nvPr>
        </p:nvSpPr>
        <p:spPr>
          <a:xfrm>
            <a:off x="7594525" y="5686374"/>
            <a:ext cx="2650500" cy="25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0475" tIns="15225" rIns="30475" bIns="15225" anchor="b" anchorCtr="0">
            <a:noAutofit/>
          </a:bodyPr>
          <a:lstStyle>
            <a:lvl1pPr marL="457200" marR="0" lvl="0" indent="-22860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NVIDIA Sans"/>
              <a:buNone/>
              <a:defRPr sz="1300" b="0" i="0" u="none" strike="noStrike" cap="none">
                <a:solidFill>
                  <a:schemeClr val="lt1"/>
                </a:solidFill>
                <a:latin typeface="NVIDIA Sans Medium"/>
                <a:ea typeface="NVIDIA Sans Medium"/>
                <a:cs typeface="NVIDIA Sans Medium"/>
                <a:sym typeface="NVIDIA Sans Medium"/>
              </a:defRPr>
            </a:lvl1pPr>
            <a:lvl2pPr marL="914400" marR="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NVIDIA Sans"/>
              <a:buNone/>
              <a:defRPr sz="1300" b="1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2pPr>
            <a:lvl3pPr marL="1371600" marR="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NVIDIA Sans"/>
              <a:buNone/>
              <a:defRPr sz="1300" b="1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3pPr>
            <a:lvl4pPr marL="1828800" marR="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NVIDIA Sans"/>
              <a:buNone/>
              <a:defRPr sz="1300" b="1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4pPr>
            <a:lvl5pPr marL="2286000" marR="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NVIDIA Sans"/>
              <a:buNone/>
              <a:defRPr sz="1300" b="1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5pPr>
            <a:lvl6pPr marL="2743200" marR="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VIDIA Sans"/>
              <a:buChar char="•"/>
              <a:defRPr sz="18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6pPr>
            <a:lvl7pPr marL="3200400" marR="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VIDIA Sans"/>
              <a:buChar char="•"/>
              <a:defRPr sz="18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7pPr>
            <a:lvl8pPr marL="3657600" marR="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VIDIA Sans"/>
              <a:buChar char="•"/>
              <a:defRPr sz="18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8pPr>
            <a:lvl9pPr marL="4114800" marR="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VIDIA Sans"/>
              <a:buChar char="•"/>
              <a:defRPr sz="18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9pPr>
          </a:lstStyle>
          <a:p>
            <a:endParaRPr/>
          </a:p>
        </p:txBody>
      </p:sp>
      <p:sp>
        <p:nvSpPr>
          <p:cNvPr id="279" name="Google Shape;279;g3e23138d502_0_1056"/>
          <p:cNvSpPr txBox="1">
            <a:spLocks noGrp="1"/>
          </p:cNvSpPr>
          <p:nvPr>
            <p:ph type="body" idx="9"/>
          </p:nvPr>
        </p:nvSpPr>
        <p:spPr>
          <a:xfrm>
            <a:off x="7594525" y="5909019"/>
            <a:ext cx="2650500" cy="25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0475" tIns="15225" rIns="30475" bIns="15225" anchor="t" anchorCtr="0">
            <a:noAutofit/>
          </a:bodyPr>
          <a:lstStyle>
            <a:lvl1pPr marL="457200" marR="0" lvl="0" indent="-228600" algn="ctr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Clr>
                <a:schemeClr val="lt1"/>
              </a:buClr>
              <a:buSzPts val="900"/>
              <a:buFont typeface="NVIDIA Sans"/>
              <a:buNone/>
              <a:defRPr sz="900" b="0" i="0" u="none" strike="noStrike" cap="none">
                <a:solidFill>
                  <a:schemeClr val="lt1"/>
                </a:solidFill>
                <a:latin typeface="NVIDIA Sans"/>
                <a:ea typeface="NVIDIA Sans"/>
                <a:cs typeface="NVIDIA Sans"/>
                <a:sym typeface="NVIDIA Sans"/>
              </a:defRPr>
            </a:lvl1pPr>
            <a:lvl2pPr marL="914400" marR="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NVIDIA Sans"/>
              <a:buNone/>
              <a:defRPr sz="1300" b="1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2pPr>
            <a:lvl3pPr marL="1371600" marR="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NVIDIA Sans"/>
              <a:buNone/>
              <a:defRPr sz="1300" b="1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3pPr>
            <a:lvl4pPr marL="1828800" marR="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NVIDIA Sans"/>
              <a:buNone/>
              <a:defRPr sz="1300" b="1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4pPr>
            <a:lvl5pPr marL="2286000" marR="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NVIDIA Sans"/>
              <a:buNone/>
              <a:defRPr sz="1300" b="1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5pPr>
            <a:lvl6pPr marL="2743200" marR="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VIDIA Sans"/>
              <a:buChar char="•"/>
              <a:defRPr sz="18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6pPr>
            <a:lvl7pPr marL="3200400" marR="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VIDIA Sans"/>
              <a:buChar char="•"/>
              <a:defRPr sz="18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7pPr>
            <a:lvl8pPr marL="3657600" marR="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VIDIA Sans"/>
              <a:buChar char="•"/>
              <a:defRPr sz="18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8pPr>
            <a:lvl9pPr marL="4114800" marR="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VIDIA Sans"/>
              <a:buChar char="•"/>
              <a:defRPr sz="18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9pPr>
          </a:lstStyle>
          <a:p>
            <a:endParaRPr/>
          </a:p>
        </p:txBody>
      </p:sp>
      <p:sp>
        <p:nvSpPr>
          <p:cNvPr id="280" name="Google Shape;280;g3e23138d502_0_1056"/>
          <p:cNvSpPr>
            <a:spLocks noGrp="1"/>
          </p:cNvSpPr>
          <p:nvPr>
            <p:ph type="pic" idx="13"/>
          </p:nvPr>
        </p:nvSpPr>
        <p:spPr>
          <a:xfrm>
            <a:off x="6178203" y="1616605"/>
            <a:ext cx="2651700" cy="1645800"/>
          </a:xfrm>
          <a:prstGeom prst="rect">
            <a:avLst/>
          </a:prstGeom>
          <a:solidFill>
            <a:srgbClr val="151617">
              <a:alpha val="60780"/>
            </a:srgbClr>
          </a:solidFill>
          <a:ln w="3175" cap="flat" cmpd="sng">
            <a:solidFill>
              <a:schemeClr val="accent5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81" name="Google Shape;281;g3e23138d502_0_1056"/>
          <p:cNvSpPr>
            <a:spLocks noGrp="1"/>
          </p:cNvSpPr>
          <p:nvPr>
            <p:ph type="pic" idx="14"/>
          </p:nvPr>
        </p:nvSpPr>
        <p:spPr>
          <a:xfrm>
            <a:off x="3362036" y="1616605"/>
            <a:ext cx="2651700" cy="1645800"/>
          </a:xfrm>
          <a:prstGeom prst="rect">
            <a:avLst/>
          </a:prstGeom>
          <a:solidFill>
            <a:srgbClr val="151617">
              <a:alpha val="60780"/>
            </a:srgbClr>
          </a:solidFill>
          <a:ln w="3175" cap="flat" cmpd="sng">
            <a:solidFill>
              <a:schemeClr val="accent5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82" name="Google Shape;282;g3e23138d502_0_1056"/>
          <p:cNvSpPr>
            <a:spLocks noGrp="1"/>
          </p:cNvSpPr>
          <p:nvPr>
            <p:ph type="pic" idx="15"/>
          </p:nvPr>
        </p:nvSpPr>
        <p:spPr>
          <a:xfrm>
            <a:off x="545869" y="1616605"/>
            <a:ext cx="2651700" cy="1645800"/>
          </a:xfrm>
          <a:prstGeom prst="rect">
            <a:avLst/>
          </a:prstGeom>
          <a:solidFill>
            <a:srgbClr val="151617">
              <a:alpha val="60780"/>
            </a:srgbClr>
          </a:solidFill>
          <a:ln w="3175" cap="flat" cmpd="sng">
            <a:solidFill>
              <a:schemeClr val="accent5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83" name="Google Shape;283;g3e23138d502_0_1056"/>
          <p:cNvSpPr>
            <a:spLocks noGrp="1"/>
          </p:cNvSpPr>
          <p:nvPr>
            <p:ph type="pic" idx="16"/>
          </p:nvPr>
        </p:nvSpPr>
        <p:spPr>
          <a:xfrm>
            <a:off x="8994371" y="1616605"/>
            <a:ext cx="2651700" cy="1645800"/>
          </a:xfrm>
          <a:prstGeom prst="rect">
            <a:avLst/>
          </a:prstGeom>
          <a:solidFill>
            <a:srgbClr val="151617">
              <a:alpha val="60780"/>
            </a:srgbClr>
          </a:solidFill>
          <a:ln w="3175" cap="flat" cmpd="sng">
            <a:solidFill>
              <a:schemeClr val="accent5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84" name="Google Shape;284;g3e23138d502_0_1056"/>
          <p:cNvSpPr txBox="1">
            <a:spLocks noGrp="1"/>
          </p:cNvSpPr>
          <p:nvPr>
            <p:ph type="body" idx="17"/>
          </p:nvPr>
        </p:nvSpPr>
        <p:spPr>
          <a:xfrm>
            <a:off x="3364803" y="3327295"/>
            <a:ext cx="2649000" cy="25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0475" tIns="15225" rIns="30475" bIns="15225" anchor="b" anchorCtr="0">
            <a:noAutofit/>
          </a:bodyPr>
          <a:lstStyle>
            <a:lvl1pPr marL="457200" marR="0" lvl="0" indent="-22860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NVIDIA Sans"/>
              <a:buNone/>
              <a:defRPr sz="1300" b="0" i="0" u="none" strike="noStrike" cap="none">
                <a:solidFill>
                  <a:schemeClr val="lt1"/>
                </a:solidFill>
                <a:latin typeface="NVIDIA Sans Medium"/>
                <a:ea typeface="NVIDIA Sans Medium"/>
                <a:cs typeface="NVIDIA Sans Medium"/>
                <a:sym typeface="NVIDIA Sans Medium"/>
              </a:defRPr>
            </a:lvl1pPr>
            <a:lvl2pPr marL="914400" marR="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NVIDIA Sans"/>
              <a:buNone/>
              <a:defRPr sz="1300" b="1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2pPr>
            <a:lvl3pPr marL="1371600" marR="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NVIDIA Sans"/>
              <a:buNone/>
              <a:defRPr sz="1300" b="1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3pPr>
            <a:lvl4pPr marL="1828800" marR="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NVIDIA Sans"/>
              <a:buNone/>
              <a:defRPr sz="1300" b="1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4pPr>
            <a:lvl5pPr marL="2286000" marR="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NVIDIA Sans"/>
              <a:buNone/>
              <a:defRPr sz="1300" b="1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5pPr>
            <a:lvl6pPr marL="2743200" marR="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VIDIA Sans"/>
              <a:buChar char="•"/>
              <a:defRPr sz="18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6pPr>
            <a:lvl7pPr marL="3200400" marR="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VIDIA Sans"/>
              <a:buChar char="•"/>
              <a:defRPr sz="18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7pPr>
            <a:lvl8pPr marL="3657600" marR="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VIDIA Sans"/>
              <a:buChar char="•"/>
              <a:defRPr sz="18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8pPr>
            <a:lvl9pPr marL="4114800" marR="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VIDIA Sans"/>
              <a:buChar char="•"/>
              <a:defRPr sz="18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9pPr>
          </a:lstStyle>
          <a:p>
            <a:endParaRPr/>
          </a:p>
        </p:txBody>
      </p:sp>
      <p:sp>
        <p:nvSpPr>
          <p:cNvPr id="285" name="Google Shape;285;g3e23138d502_0_1056"/>
          <p:cNvSpPr txBox="1">
            <a:spLocks noGrp="1"/>
          </p:cNvSpPr>
          <p:nvPr>
            <p:ph type="body" idx="18"/>
          </p:nvPr>
        </p:nvSpPr>
        <p:spPr>
          <a:xfrm>
            <a:off x="545868" y="3327295"/>
            <a:ext cx="2649000" cy="25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0475" tIns="15225" rIns="30475" bIns="15225" anchor="b" anchorCtr="0">
            <a:noAutofit/>
          </a:bodyPr>
          <a:lstStyle>
            <a:lvl1pPr marL="457200" marR="0" lvl="0" indent="-22860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NVIDIA Sans"/>
              <a:buNone/>
              <a:defRPr sz="1300" b="0" i="0" u="none" strike="noStrike" cap="none">
                <a:solidFill>
                  <a:schemeClr val="lt1"/>
                </a:solidFill>
                <a:latin typeface="NVIDIA Sans Medium"/>
                <a:ea typeface="NVIDIA Sans Medium"/>
                <a:cs typeface="NVIDIA Sans Medium"/>
                <a:sym typeface="NVIDIA Sans Medium"/>
              </a:defRPr>
            </a:lvl1pPr>
            <a:lvl2pPr marL="914400" marR="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NVIDIA Sans"/>
              <a:buNone/>
              <a:defRPr sz="1300" b="1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2pPr>
            <a:lvl3pPr marL="1371600" marR="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NVIDIA Sans"/>
              <a:buNone/>
              <a:defRPr sz="1300" b="1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3pPr>
            <a:lvl4pPr marL="1828800" marR="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NVIDIA Sans"/>
              <a:buNone/>
              <a:defRPr sz="1300" b="1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4pPr>
            <a:lvl5pPr marL="2286000" marR="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NVIDIA Sans"/>
              <a:buNone/>
              <a:defRPr sz="1300" b="1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5pPr>
            <a:lvl6pPr marL="2743200" marR="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VIDIA Sans"/>
              <a:buChar char="•"/>
              <a:defRPr sz="18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6pPr>
            <a:lvl7pPr marL="3200400" marR="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VIDIA Sans"/>
              <a:buChar char="•"/>
              <a:defRPr sz="18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7pPr>
            <a:lvl8pPr marL="3657600" marR="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VIDIA Sans"/>
              <a:buChar char="•"/>
              <a:defRPr sz="18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8pPr>
            <a:lvl9pPr marL="4114800" marR="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VIDIA Sans"/>
              <a:buChar char="•"/>
              <a:defRPr sz="18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9pPr>
          </a:lstStyle>
          <a:p>
            <a:endParaRPr/>
          </a:p>
        </p:txBody>
      </p:sp>
      <p:sp>
        <p:nvSpPr>
          <p:cNvPr id="286" name="Google Shape;286;g3e23138d502_0_1056"/>
          <p:cNvSpPr txBox="1">
            <a:spLocks noGrp="1"/>
          </p:cNvSpPr>
          <p:nvPr>
            <p:ph type="body" idx="19"/>
          </p:nvPr>
        </p:nvSpPr>
        <p:spPr>
          <a:xfrm>
            <a:off x="3364803" y="3556498"/>
            <a:ext cx="2649000" cy="25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0475" tIns="15225" rIns="30475" bIns="15225" anchor="t" anchorCtr="0">
            <a:noAutofit/>
          </a:bodyPr>
          <a:lstStyle>
            <a:lvl1pPr marL="457200" marR="0" lvl="0" indent="-228600" algn="ctr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Clr>
                <a:schemeClr val="lt1"/>
              </a:buClr>
              <a:buSzPts val="900"/>
              <a:buFont typeface="NVIDIA Sans"/>
              <a:buNone/>
              <a:defRPr sz="900" b="0" i="0" u="none" strike="noStrike" cap="none">
                <a:solidFill>
                  <a:schemeClr val="lt1"/>
                </a:solidFill>
                <a:latin typeface="NVIDIA Sans"/>
                <a:ea typeface="NVIDIA Sans"/>
                <a:cs typeface="NVIDIA Sans"/>
                <a:sym typeface="NVIDIA Sans"/>
              </a:defRPr>
            </a:lvl1pPr>
            <a:lvl2pPr marL="914400" marR="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NVIDIA Sans"/>
              <a:buNone/>
              <a:defRPr sz="1300" b="1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2pPr>
            <a:lvl3pPr marL="1371600" marR="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NVIDIA Sans"/>
              <a:buNone/>
              <a:defRPr sz="1300" b="1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3pPr>
            <a:lvl4pPr marL="1828800" marR="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NVIDIA Sans"/>
              <a:buNone/>
              <a:defRPr sz="1300" b="1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4pPr>
            <a:lvl5pPr marL="2286000" marR="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NVIDIA Sans"/>
              <a:buNone/>
              <a:defRPr sz="1300" b="1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5pPr>
            <a:lvl6pPr marL="2743200" marR="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VIDIA Sans"/>
              <a:buChar char="•"/>
              <a:defRPr sz="18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6pPr>
            <a:lvl7pPr marL="3200400" marR="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VIDIA Sans"/>
              <a:buChar char="•"/>
              <a:defRPr sz="18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7pPr>
            <a:lvl8pPr marL="3657600" marR="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VIDIA Sans"/>
              <a:buChar char="•"/>
              <a:defRPr sz="18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8pPr>
            <a:lvl9pPr marL="4114800" marR="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VIDIA Sans"/>
              <a:buChar char="•"/>
              <a:defRPr sz="18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9pPr>
          </a:lstStyle>
          <a:p>
            <a:endParaRPr/>
          </a:p>
        </p:txBody>
      </p:sp>
      <p:sp>
        <p:nvSpPr>
          <p:cNvPr id="287" name="Google Shape;287;g3e23138d502_0_1056"/>
          <p:cNvSpPr txBox="1">
            <a:spLocks noGrp="1"/>
          </p:cNvSpPr>
          <p:nvPr>
            <p:ph type="body" idx="20"/>
          </p:nvPr>
        </p:nvSpPr>
        <p:spPr>
          <a:xfrm>
            <a:off x="545868" y="3556498"/>
            <a:ext cx="2649000" cy="25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0475" tIns="15225" rIns="30475" bIns="15225" anchor="t" anchorCtr="0">
            <a:noAutofit/>
          </a:bodyPr>
          <a:lstStyle>
            <a:lvl1pPr marL="457200" marR="0" lvl="0" indent="-228600" algn="ctr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Clr>
                <a:schemeClr val="lt1"/>
              </a:buClr>
              <a:buSzPts val="900"/>
              <a:buFont typeface="NVIDIA Sans"/>
              <a:buNone/>
              <a:defRPr sz="900" b="0" i="0" u="none" strike="noStrike" cap="none">
                <a:solidFill>
                  <a:schemeClr val="lt1"/>
                </a:solidFill>
                <a:latin typeface="NVIDIA Sans"/>
                <a:ea typeface="NVIDIA Sans"/>
                <a:cs typeface="NVIDIA Sans"/>
                <a:sym typeface="NVIDIA Sans"/>
              </a:defRPr>
            </a:lvl1pPr>
            <a:lvl2pPr marL="914400" marR="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NVIDIA Sans"/>
              <a:buNone/>
              <a:defRPr sz="1300" b="1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2pPr>
            <a:lvl3pPr marL="1371600" marR="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NVIDIA Sans"/>
              <a:buNone/>
              <a:defRPr sz="1300" b="1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3pPr>
            <a:lvl4pPr marL="1828800" marR="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NVIDIA Sans"/>
              <a:buNone/>
              <a:defRPr sz="1300" b="1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4pPr>
            <a:lvl5pPr marL="2286000" marR="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NVIDIA Sans"/>
              <a:buNone/>
              <a:defRPr sz="1300" b="1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5pPr>
            <a:lvl6pPr marL="2743200" marR="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VIDIA Sans"/>
              <a:buChar char="•"/>
              <a:defRPr sz="18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6pPr>
            <a:lvl7pPr marL="3200400" marR="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VIDIA Sans"/>
              <a:buChar char="•"/>
              <a:defRPr sz="18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7pPr>
            <a:lvl8pPr marL="3657600" marR="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VIDIA Sans"/>
              <a:buChar char="•"/>
              <a:defRPr sz="18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8pPr>
            <a:lvl9pPr marL="4114800" marR="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VIDIA Sans"/>
              <a:buChar char="•"/>
              <a:defRPr sz="18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9pPr>
          </a:lstStyle>
          <a:p>
            <a:endParaRPr/>
          </a:p>
        </p:txBody>
      </p:sp>
      <p:sp>
        <p:nvSpPr>
          <p:cNvPr id="288" name="Google Shape;288;g3e23138d502_0_1056"/>
          <p:cNvSpPr txBox="1">
            <a:spLocks noGrp="1"/>
          </p:cNvSpPr>
          <p:nvPr>
            <p:ph type="body" idx="21"/>
          </p:nvPr>
        </p:nvSpPr>
        <p:spPr>
          <a:xfrm>
            <a:off x="6178202" y="3327295"/>
            <a:ext cx="2649000" cy="25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0475" tIns="15225" rIns="30475" bIns="15225" anchor="b" anchorCtr="0">
            <a:noAutofit/>
          </a:bodyPr>
          <a:lstStyle>
            <a:lvl1pPr marL="457200" marR="0" lvl="0" indent="-22860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NVIDIA Sans"/>
              <a:buNone/>
              <a:defRPr sz="1300" b="0" i="0" u="none" strike="noStrike" cap="none">
                <a:solidFill>
                  <a:schemeClr val="lt1"/>
                </a:solidFill>
                <a:latin typeface="NVIDIA Sans Medium"/>
                <a:ea typeface="NVIDIA Sans Medium"/>
                <a:cs typeface="NVIDIA Sans Medium"/>
                <a:sym typeface="NVIDIA Sans Medium"/>
              </a:defRPr>
            </a:lvl1pPr>
            <a:lvl2pPr marL="914400" marR="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NVIDIA Sans"/>
              <a:buNone/>
              <a:defRPr sz="1300" b="1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2pPr>
            <a:lvl3pPr marL="1371600" marR="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NVIDIA Sans"/>
              <a:buNone/>
              <a:defRPr sz="1300" b="1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3pPr>
            <a:lvl4pPr marL="1828800" marR="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NVIDIA Sans"/>
              <a:buNone/>
              <a:defRPr sz="1300" b="1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4pPr>
            <a:lvl5pPr marL="2286000" marR="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NVIDIA Sans"/>
              <a:buNone/>
              <a:defRPr sz="1300" b="1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5pPr>
            <a:lvl6pPr marL="2743200" marR="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VIDIA Sans"/>
              <a:buChar char="•"/>
              <a:defRPr sz="18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6pPr>
            <a:lvl7pPr marL="3200400" marR="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VIDIA Sans"/>
              <a:buChar char="•"/>
              <a:defRPr sz="18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7pPr>
            <a:lvl8pPr marL="3657600" marR="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VIDIA Sans"/>
              <a:buChar char="•"/>
              <a:defRPr sz="18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8pPr>
            <a:lvl9pPr marL="4114800" marR="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VIDIA Sans"/>
              <a:buChar char="•"/>
              <a:defRPr sz="18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9pPr>
          </a:lstStyle>
          <a:p>
            <a:endParaRPr/>
          </a:p>
        </p:txBody>
      </p:sp>
      <p:sp>
        <p:nvSpPr>
          <p:cNvPr id="289" name="Google Shape;289;g3e23138d502_0_1056"/>
          <p:cNvSpPr txBox="1">
            <a:spLocks noGrp="1"/>
          </p:cNvSpPr>
          <p:nvPr>
            <p:ph type="body" idx="22"/>
          </p:nvPr>
        </p:nvSpPr>
        <p:spPr>
          <a:xfrm>
            <a:off x="6178202" y="3556498"/>
            <a:ext cx="2649000" cy="25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0475" tIns="15225" rIns="30475" bIns="15225" anchor="t" anchorCtr="0">
            <a:noAutofit/>
          </a:bodyPr>
          <a:lstStyle>
            <a:lvl1pPr marL="457200" marR="0" lvl="0" indent="-228600" algn="ctr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Clr>
                <a:schemeClr val="lt1"/>
              </a:buClr>
              <a:buSzPts val="900"/>
              <a:buFont typeface="NVIDIA Sans"/>
              <a:buNone/>
              <a:defRPr sz="900" b="0" i="0" u="none" strike="noStrike" cap="none">
                <a:solidFill>
                  <a:schemeClr val="lt1"/>
                </a:solidFill>
                <a:latin typeface="NVIDIA Sans"/>
                <a:ea typeface="NVIDIA Sans"/>
                <a:cs typeface="NVIDIA Sans"/>
                <a:sym typeface="NVIDIA Sans"/>
              </a:defRPr>
            </a:lvl1pPr>
            <a:lvl2pPr marL="914400" marR="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NVIDIA Sans"/>
              <a:buNone/>
              <a:defRPr sz="1300" b="1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2pPr>
            <a:lvl3pPr marL="1371600" marR="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NVIDIA Sans"/>
              <a:buNone/>
              <a:defRPr sz="1300" b="1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3pPr>
            <a:lvl4pPr marL="1828800" marR="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NVIDIA Sans"/>
              <a:buNone/>
              <a:defRPr sz="1300" b="1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4pPr>
            <a:lvl5pPr marL="2286000" marR="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NVIDIA Sans"/>
              <a:buNone/>
              <a:defRPr sz="1300" b="1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5pPr>
            <a:lvl6pPr marL="2743200" marR="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VIDIA Sans"/>
              <a:buChar char="•"/>
              <a:defRPr sz="18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6pPr>
            <a:lvl7pPr marL="3200400" marR="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VIDIA Sans"/>
              <a:buChar char="•"/>
              <a:defRPr sz="18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7pPr>
            <a:lvl8pPr marL="3657600" marR="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VIDIA Sans"/>
              <a:buChar char="•"/>
              <a:defRPr sz="18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8pPr>
            <a:lvl9pPr marL="4114800" marR="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VIDIA Sans"/>
              <a:buChar char="•"/>
              <a:defRPr sz="18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9pPr>
          </a:lstStyle>
          <a:p>
            <a:endParaRPr/>
          </a:p>
        </p:txBody>
      </p:sp>
      <p:sp>
        <p:nvSpPr>
          <p:cNvPr id="290" name="Google Shape;290;g3e23138d502_0_1056"/>
          <p:cNvSpPr txBox="1">
            <a:spLocks noGrp="1"/>
          </p:cNvSpPr>
          <p:nvPr>
            <p:ph type="body" idx="23"/>
          </p:nvPr>
        </p:nvSpPr>
        <p:spPr>
          <a:xfrm>
            <a:off x="8994371" y="3327295"/>
            <a:ext cx="2649000" cy="25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0475" tIns="15225" rIns="30475" bIns="15225" anchor="b" anchorCtr="0">
            <a:noAutofit/>
          </a:bodyPr>
          <a:lstStyle>
            <a:lvl1pPr marL="457200" marR="0" lvl="0" indent="-22860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NVIDIA Sans"/>
              <a:buNone/>
              <a:defRPr sz="1300" b="0" i="0" u="none" strike="noStrike" cap="none">
                <a:solidFill>
                  <a:schemeClr val="lt1"/>
                </a:solidFill>
                <a:latin typeface="NVIDIA Sans Medium"/>
                <a:ea typeface="NVIDIA Sans Medium"/>
                <a:cs typeface="NVIDIA Sans Medium"/>
                <a:sym typeface="NVIDIA Sans Medium"/>
              </a:defRPr>
            </a:lvl1pPr>
            <a:lvl2pPr marL="914400" marR="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NVIDIA Sans"/>
              <a:buNone/>
              <a:defRPr sz="1300" b="1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2pPr>
            <a:lvl3pPr marL="1371600" marR="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NVIDIA Sans"/>
              <a:buNone/>
              <a:defRPr sz="1300" b="1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3pPr>
            <a:lvl4pPr marL="1828800" marR="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NVIDIA Sans"/>
              <a:buNone/>
              <a:defRPr sz="1300" b="1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4pPr>
            <a:lvl5pPr marL="2286000" marR="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NVIDIA Sans"/>
              <a:buNone/>
              <a:defRPr sz="1300" b="1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5pPr>
            <a:lvl6pPr marL="2743200" marR="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VIDIA Sans"/>
              <a:buChar char="•"/>
              <a:defRPr sz="18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6pPr>
            <a:lvl7pPr marL="3200400" marR="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VIDIA Sans"/>
              <a:buChar char="•"/>
              <a:defRPr sz="18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7pPr>
            <a:lvl8pPr marL="3657600" marR="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VIDIA Sans"/>
              <a:buChar char="•"/>
              <a:defRPr sz="18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8pPr>
            <a:lvl9pPr marL="4114800" marR="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VIDIA Sans"/>
              <a:buChar char="•"/>
              <a:defRPr sz="18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9pPr>
          </a:lstStyle>
          <a:p>
            <a:endParaRPr/>
          </a:p>
        </p:txBody>
      </p:sp>
      <p:sp>
        <p:nvSpPr>
          <p:cNvPr id="291" name="Google Shape;291;g3e23138d502_0_1056"/>
          <p:cNvSpPr txBox="1">
            <a:spLocks noGrp="1"/>
          </p:cNvSpPr>
          <p:nvPr>
            <p:ph type="body" idx="24"/>
          </p:nvPr>
        </p:nvSpPr>
        <p:spPr>
          <a:xfrm>
            <a:off x="8994371" y="3556498"/>
            <a:ext cx="2649000" cy="25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0475" tIns="15225" rIns="30475" bIns="15225" anchor="t" anchorCtr="0">
            <a:noAutofit/>
          </a:bodyPr>
          <a:lstStyle>
            <a:lvl1pPr marL="457200" marR="0" lvl="0" indent="-228600" algn="ctr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Clr>
                <a:schemeClr val="lt1"/>
              </a:buClr>
              <a:buSzPts val="900"/>
              <a:buFont typeface="NVIDIA Sans"/>
              <a:buNone/>
              <a:defRPr sz="900" b="0" i="0" u="none" strike="noStrike" cap="none">
                <a:solidFill>
                  <a:schemeClr val="lt1"/>
                </a:solidFill>
                <a:latin typeface="NVIDIA Sans"/>
                <a:ea typeface="NVIDIA Sans"/>
                <a:cs typeface="NVIDIA Sans"/>
                <a:sym typeface="NVIDIA Sans"/>
              </a:defRPr>
            </a:lvl1pPr>
            <a:lvl2pPr marL="914400" marR="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NVIDIA Sans"/>
              <a:buNone/>
              <a:defRPr sz="1300" b="1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2pPr>
            <a:lvl3pPr marL="1371600" marR="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NVIDIA Sans"/>
              <a:buNone/>
              <a:defRPr sz="1300" b="1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3pPr>
            <a:lvl4pPr marL="1828800" marR="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NVIDIA Sans"/>
              <a:buNone/>
              <a:defRPr sz="1300" b="1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4pPr>
            <a:lvl5pPr marL="2286000" marR="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NVIDIA Sans"/>
              <a:buNone/>
              <a:defRPr sz="1300" b="1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5pPr>
            <a:lvl6pPr marL="2743200" marR="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VIDIA Sans"/>
              <a:buChar char="•"/>
              <a:defRPr sz="18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6pPr>
            <a:lvl7pPr marL="3200400" marR="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VIDIA Sans"/>
              <a:buChar char="•"/>
              <a:defRPr sz="18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7pPr>
            <a:lvl8pPr marL="3657600" marR="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VIDIA Sans"/>
              <a:buChar char="•"/>
              <a:defRPr sz="18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8pPr>
            <a:lvl9pPr marL="4114800" marR="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VIDIA Sans"/>
              <a:buChar char="•"/>
              <a:defRPr sz="18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9pPr>
          </a:lstStyle>
          <a:p>
            <a:endParaRPr/>
          </a:p>
        </p:txBody>
      </p:sp>
      <p:sp>
        <p:nvSpPr>
          <p:cNvPr id="292" name="Google Shape;292;g3e23138d502_0_1056"/>
          <p:cNvSpPr txBox="1">
            <a:spLocks noGrp="1"/>
          </p:cNvSpPr>
          <p:nvPr>
            <p:ph type="title"/>
          </p:nvPr>
        </p:nvSpPr>
        <p:spPr>
          <a:xfrm>
            <a:off x="838200" y="0"/>
            <a:ext cx="10515600" cy="83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0475" tIns="15225" rIns="30475" bIns="15225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NVIDIA Sans"/>
              <a:buNone/>
              <a:defRPr sz="2400" b="1" cap="none">
                <a:latin typeface="NVIDIA Sans"/>
                <a:ea typeface="NVIDIA Sans"/>
                <a:cs typeface="NVIDIA Sans"/>
                <a:sym typeface="NVIDIA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9pPr>
          </a:lstStyle>
          <a:p>
            <a:endParaRPr/>
          </a:p>
        </p:txBody>
      </p:sp>
      <p:sp>
        <p:nvSpPr>
          <p:cNvPr id="293" name="Google Shape;293;g3e23138d502_0_1056"/>
          <p:cNvSpPr txBox="1">
            <a:spLocks noGrp="1"/>
          </p:cNvSpPr>
          <p:nvPr>
            <p:ph type="body" idx="25"/>
          </p:nvPr>
        </p:nvSpPr>
        <p:spPr>
          <a:xfrm>
            <a:off x="838200" y="829056"/>
            <a:ext cx="10515600" cy="46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0475" tIns="15225" rIns="30475" bIns="15225" anchor="t" anchorCtr="0">
            <a:noAutofit/>
          </a:bodyPr>
          <a:lstStyle>
            <a:lvl1pPr marL="457200" marR="0" lvl="0" indent="-22860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NVIDIA Sans"/>
              <a:buNone/>
              <a:defRPr sz="1600" b="0" i="0" u="none" strike="noStrike" cap="none">
                <a:solidFill>
                  <a:schemeClr val="dk2"/>
                </a:solidFill>
                <a:latin typeface="NVIDIA Sans"/>
                <a:ea typeface="NVIDIA Sans"/>
                <a:cs typeface="NVIDIA Sans"/>
                <a:sym typeface="NVIDIA Sans"/>
              </a:defRPr>
            </a:lvl1pPr>
            <a:lvl2pPr marL="914400" marR="0" lvl="1" indent="-22860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NVIDIA Sans"/>
              <a:buNone/>
              <a:defRPr sz="15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2pPr>
            <a:lvl3pPr marL="1371600" marR="0" lvl="2" indent="-22860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NVIDIA Sans"/>
              <a:buNone/>
              <a:defRPr sz="15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3pPr>
            <a:lvl4pPr marL="1828800" marR="0" lvl="3" indent="-22860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NVIDIA Sans"/>
              <a:buNone/>
              <a:defRPr sz="15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4pPr>
            <a:lvl5pPr marL="2286000" marR="0" lvl="4" indent="-22860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NVIDIA Sans"/>
              <a:buNone/>
              <a:defRPr sz="15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5pPr>
            <a:lvl6pPr marL="2743200" marR="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VIDIA Sans"/>
              <a:buChar char="•"/>
              <a:defRPr sz="18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6pPr>
            <a:lvl7pPr marL="3200400" marR="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VIDIA Sans"/>
              <a:buChar char="•"/>
              <a:defRPr sz="18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7pPr>
            <a:lvl8pPr marL="3657600" marR="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VIDIA Sans"/>
              <a:buChar char="•"/>
              <a:defRPr sz="18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8pPr>
            <a:lvl9pPr marL="4114800" marR="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VIDIA Sans"/>
              <a:buChar char="•"/>
              <a:defRPr sz="18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8-up Image">
  <p:cSld name="8-up Image">
    <p:spTree>
      <p:nvGrpSpPr>
        <p:cNvPr id="1" name="Shape 2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5" name="Google Shape;295;g3e23138d502_0_1080"/>
          <p:cNvSpPr>
            <a:spLocks noGrp="1"/>
          </p:cNvSpPr>
          <p:nvPr>
            <p:ph type="pic" idx="2"/>
          </p:nvPr>
        </p:nvSpPr>
        <p:spPr>
          <a:xfrm>
            <a:off x="545868" y="3975399"/>
            <a:ext cx="2651700" cy="1645800"/>
          </a:xfrm>
          <a:prstGeom prst="rect">
            <a:avLst/>
          </a:prstGeom>
          <a:solidFill>
            <a:srgbClr val="151617">
              <a:alpha val="60780"/>
            </a:srgbClr>
          </a:solidFill>
          <a:ln w="3175" cap="flat" cmpd="sng">
            <a:solidFill>
              <a:schemeClr val="accent5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96" name="Google Shape;296;g3e23138d502_0_1080"/>
          <p:cNvSpPr>
            <a:spLocks noGrp="1"/>
          </p:cNvSpPr>
          <p:nvPr>
            <p:ph type="pic" idx="3"/>
          </p:nvPr>
        </p:nvSpPr>
        <p:spPr>
          <a:xfrm>
            <a:off x="3362035" y="3975399"/>
            <a:ext cx="2651700" cy="1645800"/>
          </a:xfrm>
          <a:prstGeom prst="rect">
            <a:avLst/>
          </a:prstGeom>
          <a:solidFill>
            <a:srgbClr val="151617">
              <a:alpha val="60780"/>
            </a:srgbClr>
          </a:solidFill>
          <a:ln w="3175" cap="flat" cmpd="sng">
            <a:solidFill>
              <a:schemeClr val="accent5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97" name="Google Shape;297;g3e23138d502_0_1080"/>
          <p:cNvSpPr>
            <a:spLocks noGrp="1"/>
          </p:cNvSpPr>
          <p:nvPr>
            <p:ph type="pic" idx="4"/>
          </p:nvPr>
        </p:nvSpPr>
        <p:spPr>
          <a:xfrm>
            <a:off x="6178202" y="3975399"/>
            <a:ext cx="2651700" cy="1645800"/>
          </a:xfrm>
          <a:prstGeom prst="rect">
            <a:avLst/>
          </a:prstGeom>
          <a:solidFill>
            <a:srgbClr val="151617">
              <a:alpha val="60780"/>
            </a:srgbClr>
          </a:solidFill>
          <a:ln w="3175" cap="flat" cmpd="sng">
            <a:solidFill>
              <a:schemeClr val="accent5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98" name="Google Shape;298;g3e23138d502_0_1080"/>
          <p:cNvSpPr>
            <a:spLocks noGrp="1"/>
          </p:cNvSpPr>
          <p:nvPr>
            <p:ph type="pic" idx="5"/>
          </p:nvPr>
        </p:nvSpPr>
        <p:spPr>
          <a:xfrm>
            <a:off x="6178203" y="1616605"/>
            <a:ext cx="2651700" cy="1645800"/>
          </a:xfrm>
          <a:prstGeom prst="rect">
            <a:avLst/>
          </a:prstGeom>
          <a:solidFill>
            <a:srgbClr val="151617">
              <a:alpha val="60780"/>
            </a:srgbClr>
          </a:solidFill>
          <a:ln w="3175" cap="flat" cmpd="sng">
            <a:solidFill>
              <a:schemeClr val="accent5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99" name="Google Shape;299;g3e23138d502_0_1080"/>
          <p:cNvSpPr>
            <a:spLocks noGrp="1"/>
          </p:cNvSpPr>
          <p:nvPr>
            <p:ph type="pic" idx="6"/>
          </p:nvPr>
        </p:nvSpPr>
        <p:spPr>
          <a:xfrm>
            <a:off x="3362036" y="1616605"/>
            <a:ext cx="2651700" cy="1645800"/>
          </a:xfrm>
          <a:prstGeom prst="rect">
            <a:avLst/>
          </a:prstGeom>
          <a:solidFill>
            <a:srgbClr val="151617">
              <a:alpha val="60780"/>
            </a:srgbClr>
          </a:solidFill>
          <a:ln w="3175" cap="flat" cmpd="sng">
            <a:solidFill>
              <a:schemeClr val="accent5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00" name="Google Shape;300;g3e23138d502_0_1080"/>
          <p:cNvSpPr>
            <a:spLocks noGrp="1"/>
          </p:cNvSpPr>
          <p:nvPr>
            <p:ph type="pic" idx="7"/>
          </p:nvPr>
        </p:nvSpPr>
        <p:spPr>
          <a:xfrm>
            <a:off x="545869" y="1616605"/>
            <a:ext cx="2651700" cy="1645800"/>
          </a:xfrm>
          <a:prstGeom prst="rect">
            <a:avLst/>
          </a:prstGeom>
          <a:solidFill>
            <a:srgbClr val="151617">
              <a:alpha val="60780"/>
            </a:srgbClr>
          </a:solidFill>
          <a:ln w="3175" cap="flat" cmpd="sng">
            <a:solidFill>
              <a:schemeClr val="accent5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01" name="Google Shape;301;g3e23138d502_0_1080"/>
          <p:cNvSpPr>
            <a:spLocks noGrp="1"/>
          </p:cNvSpPr>
          <p:nvPr>
            <p:ph type="pic" idx="8"/>
          </p:nvPr>
        </p:nvSpPr>
        <p:spPr>
          <a:xfrm>
            <a:off x="8994371" y="1616605"/>
            <a:ext cx="2651700" cy="1645800"/>
          </a:xfrm>
          <a:prstGeom prst="rect">
            <a:avLst/>
          </a:prstGeom>
          <a:solidFill>
            <a:srgbClr val="151617">
              <a:alpha val="60780"/>
            </a:srgbClr>
          </a:solidFill>
          <a:ln w="3175" cap="flat" cmpd="sng">
            <a:solidFill>
              <a:schemeClr val="accent5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02" name="Google Shape;302;g3e23138d502_0_1080"/>
          <p:cNvSpPr>
            <a:spLocks noGrp="1"/>
          </p:cNvSpPr>
          <p:nvPr>
            <p:ph type="pic" idx="9"/>
          </p:nvPr>
        </p:nvSpPr>
        <p:spPr>
          <a:xfrm>
            <a:off x="8989354" y="3975399"/>
            <a:ext cx="2651700" cy="1645800"/>
          </a:xfrm>
          <a:prstGeom prst="rect">
            <a:avLst/>
          </a:prstGeom>
          <a:solidFill>
            <a:srgbClr val="151617">
              <a:alpha val="60780"/>
            </a:srgbClr>
          </a:solidFill>
          <a:ln w="3175" cap="flat" cmpd="sng">
            <a:solidFill>
              <a:schemeClr val="accent5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03" name="Google Shape;303;g3e23138d502_0_1080"/>
          <p:cNvSpPr txBox="1">
            <a:spLocks noGrp="1"/>
          </p:cNvSpPr>
          <p:nvPr>
            <p:ph type="body" idx="1"/>
          </p:nvPr>
        </p:nvSpPr>
        <p:spPr>
          <a:xfrm>
            <a:off x="3364803" y="3327295"/>
            <a:ext cx="2649000" cy="25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0475" tIns="15225" rIns="30475" bIns="15225" anchor="b" anchorCtr="0">
            <a:noAutofit/>
          </a:bodyPr>
          <a:lstStyle>
            <a:lvl1pPr marL="457200" marR="0" lvl="0" indent="-22860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NVIDIA Sans"/>
              <a:buNone/>
              <a:defRPr sz="1300" b="0" i="0" u="none" strike="noStrike" cap="none">
                <a:solidFill>
                  <a:schemeClr val="lt1"/>
                </a:solidFill>
                <a:latin typeface="NVIDIA Sans Medium"/>
                <a:ea typeface="NVIDIA Sans Medium"/>
                <a:cs typeface="NVIDIA Sans Medium"/>
                <a:sym typeface="NVIDIA Sans Medium"/>
              </a:defRPr>
            </a:lvl1pPr>
            <a:lvl2pPr marL="914400" marR="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NVIDIA Sans"/>
              <a:buNone/>
              <a:defRPr sz="1300" b="1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2pPr>
            <a:lvl3pPr marL="1371600" marR="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NVIDIA Sans"/>
              <a:buNone/>
              <a:defRPr sz="1300" b="1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3pPr>
            <a:lvl4pPr marL="1828800" marR="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NVIDIA Sans"/>
              <a:buNone/>
              <a:defRPr sz="1300" b="1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4pPr>
            <a:lvl5pPr marL="2286000" marR="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NVIDIA Sans"/>
              <a:buNone/>
              <a:defRPr sz="1300" b="1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5pPr>
            <a:lvl6pPr marL="2743200" marR="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VIDIA Sans"/>
              <a:buChar char="•"/>
              <a:defRPr sz="18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6pPr>
            <a:lvl7pPr marL="3200400" marR="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VIDIA Sans"/>
              <a:buChar char="•"/>
              <a:defRPr sz="18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7pPr>
            <a:lvl8pPr marL="3657600" marR="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VIDIA Sans"/>
              <a:buChar char="•"/>
              <a:defRPr sz="18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8pPr>
            <a:lvl9pPr marL="4114800" marR="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VIDIA Sans"/>
              <a:buChar char="•"/>
              <a:defRPr sz="18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9pPr>
          </a:lstStyle>
          <a:p>
            <a:endParaRPr/>
          </a:p>
        </p:txBody>
      </p:sp>
      <p:sp>
        <p:nvSpPr>
          <p:cNvPr id="304" name="Google Shape;304;g3e23138d502_0_1080"/>
          <p:cNvSpPr txBox="1">
            <a:spLocks noGrp="1"/>
          </p:cNvSpPr>
          <p:nvPr>
            <p:ph type="body" idx="13"/>
          </p:nvPr>
        </p:nvSpPr>
        <p:spPr>
          <a:xfrm>
            <a:off x="545868" y="3327295"/>
            <a:ext cx="2649000" cy="25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0475" tIns="15225" rIns="30475" bIns="15225" anchor="b" anchorCtr="0">
            <a:noAutofit/>
          </a:bodyPr>
          <a:lstStyle>
            <a:lvl1pPr marL="457200" marR="0" lvl="0" indent="-22860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NVIDIA Sans"/>
              <a:buNone/>
              <a:defRPr sz="1300" b="0" i="0" u="none" strike="noStrike" cap="none">
                <a:solidFill>
                  <a:schemeClr val="lt1"/>
                </a:solidFill>
                <a:latin typeface="NVIDIA Sans Medium"/>
                <a:ea typeface="NVIDIA Sans Medium"/>
                <a:cs typeface="NVIDIA Sans Medium"/>
                <a:sym typeface="NVIDIA Sans Medium"/>
              </a:defRPr>
            </a:lvl1pPr>
            <a:lvl2pPr marL="914400" marR="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NVIDIA Sans"/>
              <a:buNone/>
              <a:defRPr sz="1300" b="1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2pPr>
            <a:lvl3pPr marL="1371600" marR="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NVIDIA Sans"/>
              <a:buNone/>
              <a:defRPr sz="1300" b="1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3pPr>
            <a:lvl4pPr marL="1828800" marR="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NVIDIA Sans"/>
              <a:buNone/>
              <a:defRPr sz="1300" b="1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4pPr>
            <a:lvl5pPr marL="2286000" marR="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NVIDIA Sans"/>
              <a:buNone/>
              <a:defRPr sz="1300" b="1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5pPr>
            <a:lvl6pPr marL="2743200" marR="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VIDIA Sans"/>
              <a:buChar char="•"/>
              <a:defRPr sz="18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6pPr>
            <a:lvl7pPr marL="3200400" marR="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VIDIA Sans"/>
              <a:buChar char="•"/>
              <a:defRPr sz="18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7pPr>
            <a:lvl8pPr marL="3657600" marR="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VIDIA Sans"/>
              <a:buChar char="•"/>
              <a:defRPr sz="18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8pPr>
            <a:lvl9pPr marL="4114800" marR="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VIDIA Sans"/>
              <a:buChar char="•"/>
              <a:defRPr sz="18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9pPr>
          </a:lstStyle>
          <a:p>
            <a:endParaRPr/>
          </a:p>
        </p:txBody>
      </p:sp>
      <p:sp>
        <p:nvSpPr>
          <p:cNvPr id="305" name="Google Shape;305;g3e23138d502_0_1080"/>
          <p:cNvSpPr txBox="1">
            <a:spLocks noGrp="1"/>
          </p:cNvSpPr>
          <p:nvPr>
            <p:ph type="body" idx="14"/>
          </p:nvPr>
        </p:nvSpPr>
        <p:spPr>
          <a:xfrm>
            <a:off x="3364803" y="3556498"/>
            <a:ext cx="2649000" cy="25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0475" tIns="15225" rIns="30475" bIns="15225" anchor="t" anchorCtr="0">
            <a:noAutofit/>
          </a:bodyPr>
          <a:lstStyle>
            <a:lvl1pPr marL="457200" marR="0" lvl="0" indent="-228600" algn="ctr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Clr>
                <a:schemeClr val="lt1"/>
              </a:buClr>
              <a:buSzPts val="900"/>
              <a:buFont typeface="NVIDIA Sans"/>
              <a:buNone/>
              <a:defRPr sz="900" b="0" i="0" u="none" strike="noStrike" cap="none">
                <a:solidFill>
                  <a:schemeClr val="lt1"/>
                </a:solidFill>
                <a:latin typeface="NVIDIA Sans"/>
                <a:ea typeface="NVIDIA Sans"/>
                <a:cs typeface="NVIDIA Sans"/>
                <a:sym typeface="NVIDIA Sans"/>
              </a:defRPr>
            </a:lvl1pPr>
            <a:lvl2pPr marL="914400" marR="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NVIDIA Sans"/>
              <a:buNone/>
              <a:defRPr sz="1300" b="1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2pPr>
            <a:lvl3pPr marL="1371600" marR="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NVIDIA Sans"/>
              <a:buNone/>
              <a:defRPr sz="1300" b="1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3pPr>
            <a:lvl4pPr marL="1828800" marR="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NVIDIA Sans"/>
              <a:buNone/>
              <a:defRPr sz="1300" b="1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4pPr>
            <a:lvl5pPr marL="2286000" marR="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NVIDIA Sans"/>
              <a:buNone/>
              <a:defRPr sz="1300" b="1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5pPr>
            <a:lvl6pPr marL="2743200" marR="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VIDIA Sans"/>
              <a:buChar char="•"/>
              <a:defRPr sz="18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6pPr>
            <a:lvl7pPr marL="3200400" marR="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VIDIA Sans"/>
              <a:buChar char="•"/>
              <a:defRPr sz="18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7pPr>
            <a:lvl8pPr marL="3657600" marR="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VIDIA Sans"/>
              <a:buChar char="•"/>
              <a:defRPr sz="18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8pPr>
            <a:lvl9pPr marL="4114800" marR="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VIDIA Sans"/>
              <a:buChar char="•"/>
              <a:defRPr sz="18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9pPr>
          </a:lstStyle>
          <a:p>
            <a:endParaRPr/>
          </a:p>
        </p:txBody>
      </p:sp>
      <p:sp>
        <p:nvSpPr>
          <p:cNvPr id="306" name="Google Shape;306;g3e23138d502_0_1080"/>
          <p:cNvSpPr txBox="1">
            <a:spLocks noGrp="1"/>
          </p:cNvSpPr>
          <p:nvPr>
            <p:ph type="body" idx="15"/>
          </p:nvPr>
        </p:nvSpPr>
        <p:spPr>
          <a:xfrm>
            <a:off x="545868" y="3556498"/>
            <a:ext cx="2649000" cy="25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0475" tIns="15225" rIns="30475" bIns="15225" anchor="t" anchorCtr="0">
            <a:noAutofit/>
          </a:bodyPr>
          <a:lstStyle>
            <a:lvl1pPr marL="457200" marR="0" lvl="0" indent="-228600" algn="ctr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Clr>
                <a:schemeClr val="lt1"/>
              </a:buClr>
              <a:buSzPts val="900"/>
              <a:buFont typeface="NVIDIA Sans"/>
              <a:buNone/>
              <a:defRPr sz="900" b="0" i="0" u="none" strike="noStrike" cap="none">
                <a:solidFill>
                  <a:schemeClr val="lt1"/>
                </a:solidFill>
                <a:latin typeface="NVIDIA Sans"/>
                <a:ea typeface="NVIDIA Sans"/>
                <a:cs typeface="NVIDIA Sans"/>
                <a:sym typeface="NVIDIA Sans"/>
              </a:defRPr>
            </a:lvl1pPr>
            <a:lvl2pPr marL="914400" marR="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NVIDIA Sans"/>
              <a:buNone/>
              <a:defRPr sz="1300" b="1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2pPr>
            <a:lvl3pPr marL="1371600" marR="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NVIDIA Sans"/>
              <a:buNone/>
              <a:defRPr sz="1300" b="1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3pPr>
            <a:lvl4pPr marL="1828800" marR="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NVIDIA Sans"/>
              <a:buNone/>
              <a:defRPr sz="1300" b="1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4pPr>
            <a:lvl5pPr marL="2286000" marR="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NVIDIA Sans"/>
              <a:buNone/>
              <a:defRPr sz="1300" b="1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5pPr>
            <a:lvl6pPr marL="2743200" marR="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VIDIA Sans"/>
              <a:buChar char="•"/>
              <a:defRPr sz="18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6pPr>
            <a:lvl7pPr marL="3200400" marR="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VIDIA Sans"/>
              <a:buChar char="•"/>
              <a:defRPr sz="18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7pPr>
            <a:lvl8pPr marL="3657600" marR="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VIDIA Sans"/>
              <a:buChar char="•"/>
              <a:defRPr sz="18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8pPr>
            <a:lvl9pPr marL="4114800" marR="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VIDIA Sans"/>
              <a:buChar char="•"/>
              <a:defRPr sz="18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9pPr>
          </a:lstStyle>
          <a:p>
            <a:endParaRPr/>
          </a:p>
        </p:txBody>
      </p:sp>
      <p:sp>
        <p:nvSpPr>
          <p:cNvPr id="307" name="Google Shape;307;g3e23138d502_0_1080"/>
          <p:cNvSpPr txBox="1">
            <a:spLocks noGrp="1"/>
          </p:cNvSpPr>
          <p:nvPr>
            <p:ph type="body" idx="16"/>
          </p:nvPr>
        </p:nvSpPr>
        <p:spPr>
          <a:xfrm>
            <a:off x="6178202" y="3327295"/>
            <a:ext cx="2649000" cy="25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0475" tIns="15225" rIns="30475" bIns="15225" anchor="b" anchorCtr="0">
            <a:noAutofit/>
          </a:bodyPr>
          <a:lstStyle>
            <a:lvl1pPr marL="457200" marR="0" lvl="0" indent="-22860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NVIDIA Sans"/>
              <a:buNone/>
              <a:defRPr sz="1300" b="0" i="0" u="none" strike="noStrike" cap="none">
                <a:solidFill>
                  <a:schemeClr val="lt1"/>
                </a:solidFill>
                <a:latin typeface="NVIDIA Sans Medium"/>
                <a:ea typeface="NVIDIA Sans Medium"/>
                <a:cs typeface="NVIDIA Sans Medium"/>
                <a:sym typeface="NVIDIA Sans Medium"/>
              </a:defRPr>
            </a:lvl1pPr>
            <a:lvl2pPr marL="914400" marR="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NVIDIA Sans"/>
              <a:buNone/>
              <a:defRPr sz="1300" b="1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2pPr>
            <a:lvl3pPr marL="1371600" marR="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NVIDIA Sans"/>
              <a:buNone/>
              <a:defRPr sz="1300" b="1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3pPr>
            <a:lvl4pPr marL="1828800" marR="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NVIDIA Sans"/>
              <a:buNone/>
              <a:defRPr sz="1300" b="1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4pPr>
            <a:lvl5pPr marL="2286000" marR="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NVIDIA Sans"/>
              <a:buNone/>
              <a:defRPr sz="1300" b="1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5pPr>
            <a:lvl6pPr marL="2743200" marR="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VIDIA Sans"/>
              <a:buChar char="•"/>
              <a:defRPr sz="18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6pPr>
            <a:lvl7pPr marL="3200400" marR="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VIDIA Sans"/>
              <a:buChar char="•"/>
              <a:defRPr sz="18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7pPr>
            <a:lvl8pPr marL="3657600" marR="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VIDIA Sans"/>
              <a:buChar char="•"/>
              <a:defRPr sz="18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8pPr>
            <a:lvl9pPr marL="4114800" marR="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VIDIA Sans"/>
              <a:buChar char="•"/>
              <a:defRPr sz="18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9pPr>
          </a:lstStyle>
          <a:p>
            <a:endParaRPr/>
          </a:p>
        </p:txBody>
      </p:sp>
      <p:sp>
        <p:nvSpPr>
          <p:cNvPr id="308" name="Google Shape;308;g3e23138d502_0_1080"/>
          <p:cNvSpPr txBox="1">
            <a:spLocks noGrp="1"/>
          </p:cNvSpPr>
          <p:nvPr>
            <p:ph type="body" idx="17"/>
          </p:nvPr>
        </p:nvSpPr>
        <p:spPr>
          <a:xfrm>
            <a:off x="6178202" y="3556498"/>
            <a:ext cx="2649000" cy="25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0475" tIns="15225" rIns="30475" bIns="15225" anchor="t" anchorCtr="0">
            <a:noAutofit/>
          </a:bodyPr>
          <a:lstStyle>
            <a:lvl1pPr marL="457200" marR="0" lvl="0" indent="-228600" algn="ctr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Clr>
                <a:schemeClr val="lt1"/>
              </a:buClr>
              <a:buSzPts val="900"/>
              <a:buFont typeface="NVIDIA Sans"/>
              <a:buNone/>
              <a:defRPr sz="900" b="0" i="0" u="none" strike="noStrike" cap="none">
                <a:solidFill>
                  <a:schemeClr val="lt1"/>
                </a:solidFill>
                <a:latin typeface="NVIDIA Sans"/>
                <a:ea typeface="NVIDIA Sans"/>
                <a:cs typeface="NVIDIA Sans"/>
                <a:sym typeface="NVIDIA Sans"/>
              </a:defRPr>
            </a:lvl1pPr>
            <a:lvl2pPr marL="914400" marR="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NVIDIA Sans"/>
              <a:buNone/>
              <a:defRPr sz="1300" b="1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2pPr>
            <a:lvl3pPr marL="1371600" marR="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NVIDIA Sans"/>
              <a:buNone/>
              <a:defRPr sz="1300" b="1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3pPr>
            <a:lvl4pPr marL="1828800" marR="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NVIDIA Sans"/>
              <a:buNone/>
              <a:defRPr sz="1300" b="1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4pPr>
            <a:lvl5pPr marL="2286000" marR="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NVIDIA Sans"/>
              <a:buNone/>
              <a:defRPr sz="1300" b="1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5pPr>
            <a:lvl6pPr marL="2743200" marR="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VIDIA Sans"/>
              <a:buChar char="•"/>
              <a:defRPr sz="18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6pPr>
            <a:lvl7pPr marL="3200400" marR="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VIDIA Sans"/>
              <a:buChar char="•"/>
              <a:defRPr sz="18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7pPr>
            <a:lvl8pPr marL="3657600" marR="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VIDIA Sans"/>
              <a:buChar char="•"/>
              <a:defRPr sz="18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8pPr>
            <a:lvl9pPr marL="4114800" marR="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VIDIA Sans"/>
              <a:buChar char="•"/>
              <a:defRPr sz="18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9pPr>
          </a:lstStyle>
          <a:p>
            <a:endParaRPr/>
          </a:p>
        </p:txBody>
      </p:sp>
      <p:sp>
        <p:nvSpPr>
          <p:cNvPr id="309" name="Google Shape;309;g3e23138d502_0_1080"/>
          <p:cNvSpPr txBox="1">
            <a:spLocks noGrp="1"/>
          </p:cNvSpPr>
          <p:nvPr>
            <p:ph type="body" idx="18"/>
          </p:nvPr>
        </p:nvSpPr>
        <p:spPr>
          <a:xfrm>
            <a:off x="8994371" y="3327295"/>
            <a:ext cx="2649000" cy="25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0475" tIns="15225" rIns="30475" bIns="15225" anchor="b" anchorCtr="0">
            <a:noAutofit/>
          </a:bodyPr>
          <a:lstStyle>
            <a:lvl1pPr marL="457200" marR="0" lvl="0" indent="-22860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NVIDIA Sans"/>
              <a:buNone/>
              <a:defRPr sz="1300" b="0" i="0" u="none" strike="noStrike" cap="none">
                <a:solidFill>
                  <a:schemeClr val="lt1"/>
                </a:solidFill>
                <a:latin typeface="NVIDIA Sans Medium"/>
                <a:ea typeface="NVIDIA Sans Medium"/>
                <a:cs typeface="NVIDIA Sans Medium"/>
                <a:sym typeface="NVIDIA Sans Medium"/>
              </a:defRPr>
            </a:lvl1pPr>
            <a:lvl2pPr marL="914400" marR="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NVIDIA Sans"/>
              <a:buNone/>
              <a:defRPr sz="1300" b="1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2pPr>
            <a:lvl3pPr marL="1371600" marR="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NVIDIA Sans"/>
              <a:buNone/>
              <a:defRPr sz="1300" b="1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3pPr>
            <a:lvl4pPr marL="1828800" marR="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NVIDIA Sans"/>
              <a:buNone/>
              <a:defRPr sz="1300" b="1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4pPr>
            <a:lvl5pPr marL="2286000" marR="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NVIDIA Sans"/>
              <a:buNone/>
              <a:defRPr sz="1300" b="1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5pPr>
            <a:lvl6pPr marL="2743200" marR="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VIDIA Sans"/>
              <a:buChar char="•"/>
              <a:defRPr sz="18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6pPr>
            <a:lvl7pPr marL="3200400" marR="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VIDIA Sans"/>
              <a:buChar char="•"/>
              <a:defRPr sz="18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7pPr>
            <a:lvl8pPr marL="3657600" marR="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VIDIA Sans"/>
              <a:buChar char="•"/>
              <a:defRPr sz="18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8pPr>
            <a:lvl9pPr marL="4114800" marR="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VIDIA Sans"/>
              <a:buChar char="•"/>
              <a:defRPr sz="18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9pPr>
          </a:lstStyle>
          <a:p>
            <a:endParaRPr/>
          </a:p>
        </p:txBody>
      </p:sp>
      <p:sp>
        <p:nvSpPr>
          <p:cNvPr id="310" name="Google Shape;310;g3e23138d502_0_1080"/>
          <p:cNvSpPr txBox="1">
            <a:spLocks noGrp="1"/>
          </p:cNvSpPr>
          <p:nvPr>
            <p:ph type="body" idx="19"/>
          </p:nvPr>
        </p:nvSpPr>
        <p:spPr>
          <a:xfrm>
            <a:off x="8994371" y="3556498"/>
            <a:ext cx="2649000" cy="25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0475" tIns="15225" rIns="30475" bIns="15225" anchor="t" anchorCtr="0">
            <a:noAutofit/>
          </a:bodyPr>
          <a:lstStyle>
            <a:lvl1pPr marL="457200" marR="0" lvl="0" indent="-228600" algn="ctr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Clr>
                <a:schemeClr val="lt1"/>
              </a:buClr>
              <a:buSzPts val="900"/>
              <a:buFont typeface="NVIDIA Sans"/>
              <a:buNone/>
              <a:defRPr sz="900" b="0" i="0" u="none" strike="noStrike" cap="none">
                <a:solidFill>
                  <a:schemeClr val="lt1"/>
                </a:solidFill>
                <a:latin typeface="NVIDIA Sans"/>
                <a:ea typeface="NVIDIA Sans"/>
                <a:cs typeface="NVIDIA Sans"/>
                <a:sym typeface="NVIDIA Sans"/>
              </a:defRPr>
            </a:lvl1pPr>
            <a:lvl2pPr marL="914400" marR="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NVIDIA Sans"/>
              <a:buNone/>
              <a:defRPr sz="1300" b="1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2pPr>
            <a:lvl3pPr marL="1371600" marR="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NVIDIA Sans"/>
              <a:buNone/>
              <a:defRPr sz="1300" b="1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3pPr>
            <a:lvl4pPr marL="1828800" marR="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NVIDIA Sans"/>
              <a:buNone/>
              <a:defRPr sz="1300" b="1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4pPr>
            <a:lvl5pPr marL="2286000" marR="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NVIDIA Sans"/>
              <a:buNone/>
              <a:defRPr sz="1300" b="1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5pPr>
            <a:lvl6pPr marL="2743200" marR="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VIDIA Sans"/>
              <a:buChar char="•"/>
              <a:defRPr sz="18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6pPr>
            <a:lvl7pPr marL="3200400" marR="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VIDIA Sans"/>
              <a:buChar char="•"/>
              <a:defRPr sz="18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7pPr>
            <a:lvl8pPr marL="3657600" marR="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VIDIA Sans"/>
              <a:buChar char="•"/>
              <a:defRPr sz="18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8pPr>
            <a:lvl9pPr marL="4114800" marR="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VIDIA Sans"/>
              <a:buChar char="•"/>
              <a:defRPr sz="18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9pPr>
          </a:lstStyle>
          <a:p>
            <a:endParaRPr/>
          </a:p>
        </p:txBody>
      </p:sp>
      <p:sp>
        <p:nvSpPr>
          <p:cNvPr id="311" name="Google Shape;311;g3e23138d502_0_1080"/>
          <p:cNvSpPr txBox="1">
            <a:spLocks noGrp="1"/>
          </p:cNvSpPr>
          <p:nvPr>
            <p:ph type="body" idx="20"/>
          </p:nvPr>
        </p:nvSpPr>
        <p:spPr>
          <a:xfrm>
            <a:off x="3362444" y="5686374"/>
            <a:ext cx="2649000" cy="25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0475" tIns="15225" rIns="30475" bIns="15225" anchor="b" anchorCtr="0">
            <a:noAutofit/>
          </a:bodyPr>
          <a:lstStyle>
            <a:lvl1pPr marL="457200" marR="0" lvl="0" indent="-22860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NVIDIA Sans"/>
              <a:buNone/>
              <a:defRPr sz="1300" b="0" i="0" u="none" strike="noStrike" cap="none">
                <a:solidFill>
                  <a:schemeClr val="lt1"/>
                </a:solidFill>
                <a:latin typeface="NVIDIA Sans Medium"/>
                <a:ea typeface="NVIDIA Sans Medium"/>
                <a:cs typeface="NVIDIA Sans Medium"/>
                <a:sym typeface="NVIDIA Sans Medium"/>
              </a:defRPr>
            </a:lvl1pPr>
            <a:lvl2pPr marL="914400" marR="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NVIDIA Sans"/>
              <a:buNone/>
              <a:defRPr sz="1300" b="1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2pPr>
            <a:lvl3pPr marL="1371600" marR="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NVIDIA Sans"/>
              <a:buNone/>
              <a:defRPr sz="1300" b="1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3pPr>
            <a:lvl4pPr marL="1828800" marR="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NVIDIA Sans"/>
              <a:buNone/>
              <a:defRPr sz="1300" b="1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4pPr>
            <a:lvl5pPr marL="2286000" marR="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NVIDIA Sans"/>
              <a:buNone/>
              <a:defRPr sz="1300" b="1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5pPr>
            <a:lvl6pPr marL="2743200" marR="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VIDIA Sans"/>
              <a:buChar char="•"/>
              <a:defRPr sz="18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6pPr>
            <a:lvl7pPr marL="3200400" marR="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VIDIA Sans"/>
              <a:buChar char="•"/>
              <a:defRPr sz="18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7pPr>
            <a:lvl8pPr marL="3657600" marR="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VIDIA Sans"/>
              <a:buChar char="•"/>
              <a:defRPr sz="18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8pPr>
            <a:lvl9pPr marL="4114800" marR="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VIDIA Sans"/>
              <a:buChar char="•"/>
              <a:defRPr sz="18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9pPr>
          </a:lstStyle>
          <a:p>
            <a:endParaRPr/>
          </a:p>
        </p:txBody>
      </p:sp>
      <p:sp>
        <p:nvSpPr>
          <p:cNvPr id="312" name="Google Shape;312;g3e23138d502_0_1080"/>
          <p:cNvSpPr txBox="1">
            <a:spLocks noGrp="1"/>
          </p:cNvSpPr>
          <p:nvPr>
            <p:ph type="body" idx="21"/>
          </p:nvPr>
        </p:nvSpPr>
        <p:spPr>
          <a:xfrm>
            <a:off x="543509" y="5686374"/>
            <a:ext cx="2649000" cy="25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0475" tIns="15225" rIns="30475" bIns="15225" anchor="b" anchorCtr="0">
            <a:noAutofit/>
          </a:bodyPr>
          <a:lstStyle>
            <a:lvl1pPr marL="457200" marR="0" lvl="0" indent="-22860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NVIDIA Sans"/>
              <a:buNone/>
              <a:defRPr sz="1300" b="0" i="0" u="none" strike="noStrike" cap="none">
                <a:solidFill>
                  <a:schemeClr val="lt1"/>
                </a:solidFill>
                <a:latin typeface="NVIDIA Sans Medium"/>
                <a:ea typeface="NVIDIA Sans Medium"/>
                <a:cs typeface="NVIDIA Sans Medium"/>
                <a:sym typeface="NVIDIA Sans Medium"/>
              </a:defRPr>
            </a:lvl1pPr>
            <a:lvl2pPr marL="914400" marR="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NVIDIA Sans"/>
              <a:buNone/>
              <a:defRPr sz="1300" b="1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2pPr>
            <a:lvl3pPr marL="1371600" marR="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NVIDIA Sans"/>
              <a:buNone/>
              <a:defRPr sz="1300" b="1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3pPr>
            <a:lvl4pPr marL="1828800" marR="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NVIDIA Sans"/>
              <a:buNone/>
              <a:defRPr sz="1300" b="1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4pPr>
            <a:lvl5pPr marL="2286000" marR="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NVIDIA Sans"/>
              <a:buNone/>
              <a:defRPr sz="1300" b="1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5pPr>
            <a:lvl6pPr marL="2743200" marR="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VIDIA Sans"/>
              <a:buChar char="•"/>
              <a:defRPr sz="18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6pPr>
            <a:lvl7pPr marL="3200400" marR="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VIDIA Sans"/>
              <a:buChar char="•"/>
              <a:defRPr sz="18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7pPr>
            <a:lvl8pPr marL="3657600" marR="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VIDIA Sans"/>
              <a:buChar char="•"/>
              <a:defRPr sz="18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8pPr>
            <a:lvl9pPr marL="4114800" marR="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VIDIA Sans"/>
              <a:buChar char="•"/>
              <a:defRPr sz="18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9pPr>
          </a:lstStyle>
          <a:p>
            <a:endParaRPr/>
          </a:p>
        </p:txBody>
      </p:sp>
      <p:sp>
        <p:nvSpPr>
          <p:cNvPr id="313" name="Google Shape;313;g3e23138d502_0_1080"/>
          <p:cNvSpPr txBox="1">
            <a:spLocks noGrp="1"/>
          </p:cNvSpPr>
          <p:nvPr>
            <p:ph type="body" idx="22"/>
          </p:nvPr>
        </p:nvSpPr>
        <p:spPr>
          <a:xfrm>
            <a:off x="3362444" y="5915576"/>
            <a:ext cx="2649000" cy="25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0475" tIns="15225" rIns="30475" bIns="15225" anchor="t" anchorCtr="0">
            <a:noAutofit/>
          </a:bodyPr>
          <a:lstStyle>
            <a:lvl1pPr marL="457200" marR="0" lvl="0" indent="-228600" algn="ctr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Clr>
                <a:schemeClr val="lt1"/>
              </a:buClr>
              <a:buSzPts val="900"/>
              <a:buFont typeface="NVIDIA Sans"/>
              <a:buNone/>
              <a:defRPr sz="900" b="0" i="0" u="none" strike="noStrike" cap="none">
                <a:solidFill>
                  <a:schemeClr val="lt1"/>
                </a:solidFill>
                <a:latin typeface="NVIDIA Sans"/>
                <a:ea typeface="NVIDIA Sans"/>
                <a:cs typeface="NVIDIA Sans"/>
                <a:sym typeface="NVIDIA Sans"/>
              </a:defRPr>
            </a:lvl1pPr>
            <a:lvl2pPr marL="914400" marR="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NVIDIA Sans"/>
              <a:buNone/>
              <a:defRPr sz="1300" b="1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2pPr>
            <a:lvl3pPr marL="1371600" marR="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NVIDIA Sans"/>
              <a:buNone/>
              <a:defRPr sz="1300" b="1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3pPr>
            <a:lvl4pPr marL="1828800" marR="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NVIDIA Sans"/>
              <a:buNone/>
              <a:defRPr sz="1300" b="1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4pPr>
            <a:lvl5pPr marL="2286000" marR="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NVIDIA Sans"/>
              <a:buNone/>
              <a:defRPr sz="1300" b="1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5pPr>
            <a:lvl6pPr marL="2743200" marR="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VIDIA Sans"/>
              <a:buChar char="•"/>
              <a:defRPr sz="18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6pPr>
            <a:lvl7pPr marL="3200400" marR="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VIDIA Sans"/>
              <a:buChar char="•"/>
              <a:defRPr sz="18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7pPr>
            <a:lvl8pPr marL="3657600" marR="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VIDIA Sans"/>
              <a:buChar char="•"/>
              <a:defRPr sz="18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8pPr>
            <a:lvl9pPr marL="4114800" marR="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VIDIA Sans"/>
              <a:buChar char="•"/>
              <a:defRPr sz="18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9pPr>
          </a:lstStyle>
          <a:p>
            <a:endParaRPr/>
          </a:p>
        </p:txBody>
      </p:sp>
      <p:sp>
        <p:nvSpPr>
          <p:cNvPr id="314" name="Google Shape;314;g3e23138d502_0_1080"/>
          <p:cNvSpPr txBox="1">
            <a:spLocks noGrp="1"/>
          </p:cNvSpPr>
          <p:nvPr>
            <p:ph type="body" idx="23"/>
          </p:nvPr>
        </p:nvSpPr>
        <p:spPr>
          <a:xfrm>
            <a:off x="543509" y="5915576"/>
            <a:ext cx="2649000" cy="25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0475" tIns="15225" rIns="30475" bIns="15225" anchor="t" anchorCtr="0">
            <a:noAutofit/>
          </a:bodyPr>
          <a:lstStyle>
            <a:lvl1pPr marL="457200" marR="0" lvl="0" indent="-228600" algn="ctr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Clr>
                <a:schemeClr val="lt1"/>
              </a:buClr>
              <a:buSzPts val="900"/>
              <a:buFont typeface="NVIDIA Sans"/>
              <a:buNone/>
              <a:defRPr sz="900" b="0" i="0" u="none" strike="noStrike" cap="none">
                <a:solidFill>
                  <a:schemeClr val="lt1"/>
                </a:solidFill>
                <a:latin typeface="NVIDIA Sans"/>
                <a:ea typeface="NVIDIA Sans"/>
                <a:cs typeface="NVIDIA Sans"/>
                <a:sym typeface="NVIDIA Sans"/>
              </a:defRPr>
            </a:lvl1pPr>
            <a:lvl2pPr marL="914400" marR="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NVIDIA Sans"/>
              <a:buNone/>
              <a:defRPr sz="1300" b="1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2pPr>
            <a:lvl3pPr marL="1371600" marR="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NVIDIA Sans"/>
              <a:buNone/>
              <a:defRPr sz="1300" b="1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3pPr>
            <a:lvl4pPr marL="1828800" marR="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NVIDIA Sans"/>
              <a:buNone/>
              <a:defRPr sz="1300" b="1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4pPr>
            <a:lvl5pPr marL="2286000" marR="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NVIDIA Sans"/>
              <a:buNone/>
              <a:defRPr sz="1300" b="1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5pPr>
            <a:lvl6pPr marL="2743200" marR="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VIDIA Sans"/>
              <a:buChar char="•"/>
              <a:defRPr sz="18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6pPr>
            <a:lvl7pPr marL="3200400" marR="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VIDIA Sans"/>
              <a:buChar char="•"/>
              <a:defRPr sz="18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7pPr>
            <a:lvl8pPr marL="3657600" marR="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VIDIA Sans"/>
              <a:buChar char="•"/>
              <a:defRPr sz="18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8pPr>
            <a:lvl9pPr marL="4114800" marR="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VIDIA Sans"/>
              <a:buChar char="•"/>
              <a:defRPr sz="18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9pPr>
          </a:lstStyle>
          <a:p>
            <a:endParaRPr/>
          </a:p>
        </p:txBody>
      </p:sp>
      <p:sp>
        <p:nvSpPr>
          <p:cNvPr id="315" name="Google Shape;315;g3e23138d502_0_1080"/>
          <p:cNvSpPr txBox="1">
            <a:spLocks noGrp="1"/>
          </p:cNvSpPr>
          <p:nvPr>
            <p:ph type="body" idx="24"/>
          </p:nvPr>
        </p:nvSpPr>
        <p:spPr>
          <a:xfrm>
            <a:off x="6175843" y="5686374"/>
            <a:ext cx="2649000" cy="25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0475" tIns="15225" rIns="30475" bIns="15225" anchor="b" anchorCtr="0">
            <a:noAutofit/>
          </a:bodyPr>
          <a:lstStyle>
            <a:lvl1pPr marL="457200" marR="0" lvl="0" indent="-22860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NVIDIA Sans"/>
              <a:buNone/>
              <a:defRPr sz="1300" b="0" i="0" u="none" strike="noStrike" cap="none">
                <a:solidFill>
                  <a:schemeClr val="lt1"/>
                </a:solidFill>
                <a:latin typeface="NVIDIA Sans Medium"/>
                <a:ea typeface="NVIDIA Sans Medium"/>
                <a:cs typeface="NVIDIA Sans Medium"/>
                <a:sym typeface="NVIDIA Sans Medium"/>
              </a:defRPr>
            </a:lvl1pPr>
            <a:lvl2pPr marL="914400" marR="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NVIDIA Sans"/>
              <a:buNone/>
              <a:defRPr sz="1300" b="1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2pPr>
            <a:lvl3pPr marL="1371600" marR="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NVIDIA Sans"/>
              <a:buNone/>
              <a:defRPr sz="1300" b="1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3pPr>
            <a:lvl4pPr marL="1828800" marR="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NVIDIA Sans"/>
              <a:buNone/>
              <a:defRPr sz="1300" b="1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4pPr>
            <a:lvl5pPr marL="2286000" marR="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NVIDIA Sans"/>
              <a:buNone/>
              <a:defRPr sz="1300" b="1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5pPr>
            <a:lvl6pPr marL="2743200" marR="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VIDIA Sans"/>
              <a:buChar char="•"/>
              <a:defRPr sz="18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6pPr>
            <a:lvl7pPr marL="3200400" marR="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VIDIA Sans"/>
              <a:buChar char="•"/>
              <a:defRPr sz="18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7pPr>
            <a:lvl8pPr marL="3657600" marR="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VIDIA Sans"/>
              <a:buChar char="•"/>
              <a:defRPr sz="18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8pPr>
            <a:lvl9pPr marL="4114800" marR="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VIDIA Sans"/>
              <a:buChar char="•"/>
              <a:defRPr sz="18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9pPr>
          </a:lstStyle>
          <a:p>
            <a:endParaRPr/>
          </a:p>
        </p:txBody>
      </p:sp>
      <p:sp>
        <p:nvSpPr>
          <p:cNvPr id="316" name="Google Shape;316;g3e23138d502_0_1080"/>
          <p:cNvSpPr txBox="1">
            <a:spLocks noGrp="1"/>
          </p:cNvSpPr>
          <p:nvPr>
            <p:ph type="body" idx="25"/>
          </p:nvPr>
        </p:nvSpPr>
        <p:spPr>
          <a:xfrm>
            <a:off x="6175843" y="5915576"/>
            <a:ext cx="2649000" cy="25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0475" tIns="15225" rIns="30475" bIns="15225" anchor="t" anchorCtr="0">
            <a:noAutofit/>
          </a:bodyPr>
          <a:lstStyle>
            <a:lvl1pPr marL="457200" marR="0" lvl="0" indent="-228600" algn="ctr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Clr>
                <a:schemeClr val="lt1"/>
              </a:buClr>
              <a:buSzPts val="900"/>
              <a:buFont typeface="NVIDIA Sans"/>
              <a:buNone/>
              <a:defRPr sz="900" b="0" i="0" u="none" strike="noStrike" cap="none">
                <a:solidFill>
                  <a:schemeClr val="lt1"/>
                </a:solidFill>
                <a:latin typeface="NVIDIA Sans"/>
                <a:ea typeface="NVIDIA Sans"/>
                <a:cs typeface="NVIDIA Sans"/>
                <a:sym typeface="NVIDIA Sans"/>
              </a:defRPr>
            </a:lvl1pPr>
            <a:lvl2pPr marL="914400" marR="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NVIDIA Sans"/>
              <a:buNone/>
              <a:defRPr sz="1300" b="1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2pPr>
            <a:lvl3pPr marL="1371600" marR="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NVIDIA Sans"/>
              <a:buNone/>
              <a:defRPr sz="1300" b="1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3pPr>
            <a:lvl4pPr marL="1828800" marR="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NVIDIA Sans"/>
              <a:buNone/>
              <a:defRPr sz="1300" b="1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4pPr>
            <a:lvl5pPr marL="2286000" marR="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NVIDIA Sans"/>
              <a:buNone/>
              <a:defRPr sz="1300" b="1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5pPr>
            <a:lvl6pPr marL="2743200" marR="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VIDIA Sans"/>
              <a:buChar char="•"/>
              <a:defRPr sz="18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6pPr>
            <a:lvl7pPr marL="3200400" marR="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VIDIA Sans"/>
              <a:buChar char="•"/>
              <a:defRPr sz="18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7pPr>
            <a:lvl8pPr marL="3657600" marR="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VIDIA Sans"/>
              <a:buChar char="•"/>
              <a:defRPr sz="18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8pPr>
            <a:lvl9pPr marL="4114800" marR="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VIDIA Sans"/>
              <a:buChar char="•"/>
              <a:defRPr sz="18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9pPr>
          </a:lstStyle>
          <a:p>
            <a:endParaRPr/>
          </a:p>
        </p:txBody>
      </p:sp>
      <p:sp>
        <p:nvSpPr>
          <p:cNvPr id="317" name="Google Shape;317;g3e23138d502_0_1080"/>
          <p:cNvSpPr txBox="1">
            <a:spLocks noGrp="1"/>
          </p:cNvSpPr>
          <p:nvPr>
            <p:ph type="body" idx="26"/>
          </p:nvPr>
        </p:nvSpPr>
        <p:spPr>
          <a:xfrm>
            <a:off x="8992012" y="5686374"/>
            <a:ext cx="2649000" cy="25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0475" tIns="15225" rIns="30475" bIns="15225" anchor="b" anchorCtr="0">
            <a:noAutofit/>
          </a:bodyPr>
          <a:lstStyle>
            <a:lvl1pPr marL="457200" marR="0" lvl="0" indent="-22860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NVIDIA Sans"/>
              <a:buNone/>
              <a:defRPr sz="1300" b="0" i="0" u="none" strike="noStrike" cap="none">
                <a:solidFill>
                  <a:schemeClr val="lt1"/>
                </a:solidFill>
                <a:latin typeface="NVIDIA Sans Medium"/>
                <a:ea typeface="NVIDIA Sans Medium"/>
                <a:cs typeface="NVIDIA Sans Medium"/>
                <a:sym typeface="NVIDIA Sans Medium"/>
              </a:defRPr>
            </a:lvl1pPr>
            <a:lvl2pPr marL="914400" marR="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NVIDIA Sans"/>
              <a:buNone/>
              <a:defRPr sz="1300" b="1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2pPr>
            <a:lvl3pPr marL="1371600" marR="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NVIDIA Sans"/>
              <a:buNone/>
              <a:defRPr sz="1300" b="1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3pPr>
            <a:lvl4pPr marL="1828800" marR="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NVIDIA Sans"/>
              <a:buNone/>
              <a:defRPr sz="1300" b="1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4pPr>
            <a:lvl5pPr marL="2286000" marR="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NVIDIA Sans"/>
              <a:buNone/>
              <a:defRPr sz="1300" b="1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5pPr>
            <a:lvl6pPr marL="2743200" marR="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VIDIA Sans"/>
              <a:buChar char="•"/>
              <a:defRPr sz="18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6pPr>
            <a:lvl7pPr marL="3200400" marR="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VIDIA Sans"/>
              <a:buChar char="•"/>
              <a:defRPr sz="18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7pPr>
            <a:lvl8pPr marL="3657600" marR="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VIDIA Sans"/>
              <a:buChar char="•"/>
              <a:defRPr sz="18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8pPr>
            <a:lvl9pPr marL="4114800" marR="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VIDIA Sans"/>
              <a:buChar char="•"/>
              <a:defRPr sz="18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9pPr>
          </a:lstStyle>
          <a:p>
            <a:endParaRPr/>
          </a:p>
        </p:txBody>
      </p:sp>
      <p:sp>
        <p:nvSpPr>
          <p:cNvPr id="318" name="Google Shape;318;g3e23138d502_0_1080"/>
          <p:cNvSpPr txBox="1">
            <a:spLocks noGrp="1"/>
          </p:cNvSpPr>
          <p:nvPr>
            <p:ph type="body" idx="27"/>
          </p:nvPr>
        </p:nvSpPr>
        <p:spPr>
          <a:xfrm>
            <a:off x="8992012" y="5915576"/>
            <a:ext cx="2649000" cy="25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0475" tIns="15225" rIns="30475" bIns="15225" anchor="t" anchorCtr="0">
            <a:noAutofit/>
          </a:bodyPr>
          <a:lstStyle>
            <a:lvl1pPr marL="457200" marR="0" lvl="0" indent="-228600" algn="ctr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Clr>
                <a:schemeClr val="lt1"/>
              </a:buClr>
              <a:buSzPts val="900"/>
              <a:buFont typeface="NVIDIA Sans"/>
              <a:buNone/>
              <a:defRPr sz="900" b="0" i="0" u="none" strike="noStrike" cap="none">
                <a:solidFill>
                  <a:schemeClr val="lt1"/>
                </a:solidFill>
                <a:latin typeface="NVIDIA Sans"/>
                <a:ea typeface="NVIDIA Sans"/>
                <a:cs typeface="NVIDIA Sans"/>
                <a:sym typeface="NVIDIA Sans"/>
              </a:defRPr>
            </a:lvl1pPr>
            <a:lvl2pPr marL="914400" marR="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NVIDIA Sans"/>
              <a:buNone/>
              <a:defRPr sz="1300" b="1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2pPr>
            <a:lvl3pPr marL="1371600" marR="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NVIDIA Sans"/>
              <a:buNone/>
              <a:defRPr sz="1300" b="1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3pPr>
            <a:lvl4pPr marL="1828800" marR="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NVIDIA Sans"/>
              <a:buNone/>
              <a:defRPr sz="1300" b="1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4pPr>
            <a:lvl5pPr marL="2286000" marR="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NVIDIA Sans"/>
              <a:buNone/>
              <a:defRPr sz="1300" b="1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5pPr>
            <a:lvl6pPr marL="2743200" marR="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VIDIA Sans"/>
              <a:buChar char="•"/>
              <a:defRPr sz="18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6pPr>
            <a:lvl7pPr marL="3200400" marR="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VIDIA Sans"/>
              <a:buChar char="•"/>
              <a:defRPr sz="18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7pPr>
            <a:lvl8pPr marL="3657600" marR="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VIDIA Sans"/>
              <a:buChar char="•"/>
              <a:defRPr sz="18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8pPr>
            <a:lvl9pPr marL="4114800" marR="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VIDIA Sans"/>
              <a:buChar char="•"/>
              <a:defRPr sz="18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9pPr>
          </a:lstStyle>
          <a:p>
            <a:endParaRPr/>
          </a:p>
        </p:txBody>
      </p:sp>
      <p:sp>
        <p:nvSpPr>
          <p:cNvPr id="319" name="Google Shape;319;g3e23138d502_0_1080"/>
          <p:cNvSpPr txBox="1">
            <a:spLocks noGrp="1"/>
          </p:cNvSpPr>
          <p:nvPr>
            <p:ph type="title"/>
          </p:nvPr>
        </p:nvSpPr>
        <p:spPr>
          <a:xfrm>
            <a:off x="838200" y="0"/>
            <a:ext cx="10515600" cy="83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0475" tIns="15225" rIns="30475" bIns="15225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NVIDIA Sans"/>
              <a:buNone/>
              <a:defRPr sz="2400" b="1" cap="none">
                <a:latin typeface="NVIDIA Sans"/>
                <a:ea typeface="NVIDIA Sans"/>
                <a:cs typeface="NVIDIA Sans"/>
                <a:sym typeface="NVIDIA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9pPr>
          </a:lstStyle>
          <a:p>
            <a:endParaRPr/>
          </a:p>
        </p:txBody>
      </p:sp>
      <p:sp>
        <p:nvSpPr>
          <p:cNvPr id="320" name="Google Shape;320;g3e23138d502_0_1080"/>
          <p:cNvSpPr txBox="1">
            <a:spLocks noGrp="1"/>
          </p:cNvSpPr>
          <p:nvPr>
            <p:ph type="body" idx="28"/>
          </p:nvPr>
        </p:nvSpPr>
        <p:spPr>
          <a:xfrm>
            <a:off x="838200" y="829056"/>
            <a:ext cx="10515600" cy="46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0475" tIns="15225" rIns="30475" bIns="15225" anchor="t" anchorCtr="0">
            <a:noAutofit/>
          </a:bodyPr>
          <a:lstStyle>
            <a:lvl1pPr marL="457200" marR="0" lvl="0" indent="-22860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NVIDIA Sans"/>
              <a:buNone/>
              <a:defRPr sz="1600" b="0" i="0" u="none" strike="noStrike" cap="none">
                <a:solidFill>
                  <a:schemeClr val="dk2"/>
                </a:solidFill>
                <a:latin typeface="NVIDIA Sans"/>
                <a:ea typeface="NVIDIA Sans"/>
                <a:cs typeface="NVIDIA Sans"/>
                <a:sym typeface="NVIDIA Sans"/>
              </a:defRPr>
            </a:lvl1pPr>
            <a:lvl2pPr marL="914400" marR="0" lvl="1" indent="-22860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NVIDIA Sans"/>
              <a:buNone/>
              <a:defRPr sz="15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2pPr>
            <a:lvl3pPr marL="1371600" marR="0" lvl="2" indent="-22860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NVIDIA Sans"/>
              <a:buNone/>
              <a:defRPr sz="15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3pPr>
            <a:lvl4pPr marL="1828800" marR="0" lvl="3" indent="-22860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NVIDIA Sans"/>
              <a:buNone/>
              <a:defRPr sz="15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4pPr>
            <a:lvl5pPr marL="2286000" marR="0" lvl="4" indent="-22860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NVIDIA Sans"/>
              <a:buNone/>
              <a:defRPr sz="15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5pPr>
            <a:lvl6pPr marL="2743200" marR="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VIDIA Sans"/>
              <a:buChar char="•"/>
              <a:defRPr sz="18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6pPr>
            <a:lvl7pPr marL="3200400" marR="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VIDIA Sans"/>
              <a:buChar char="•"/>
              <a:defRPr sz="18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7pPr>
            <a:lvl8pPr marL="3657600" marR="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VIDIA Sans"/>
              <a:buChar char="•"/>
              <a:defRPr sz="18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8pPr>
            <a:lvl9pPr marL="4114800" marR="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VIDIA Sans"/>
              <a:buChar char="•"/>
              <a:defRPr sz="18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9-up Image">
  <p:cSld name="9-up Image">
    <p:spTree>
      <p:nvGrpSpPr>
        <p:cNvPr id="1" name="Shape 3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2" name="Google Shape;322;g3e23138d502_0_1107"/>
          <p:cNvSpPr txBox="1">
            <a:spLocks noGrp="1"/>
          </p:cNvSpPr>
          <p:nvPr>
            <p:ph type="body" idx="1"/>
          </p:nvPr>
        </p:nvSpPr>
        <p:spPr>
          <a:xfrm>
            <a:off x="3927370" y="5686374"/>
            <a:ext cx="2087100" cy="25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0475" tIns="15225" rIns="30475" bIns="15225" anchor="b" anchorCtr="0">
            <a:noAutofit/>
          </a:bodyPr>
          <a:lstStyle>
            <a:lvl1pPr marL="457200" marR="0" lvl="0" indent="-22860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NVIDIA Sans"/>
              <a:buNone/>
              <a:defRPr sz="1300" b="0" i="0" u="none" strike="noStrike" cap="none">
                <a:solidFill>
                  <a:schemeClr val="lt1"/>
                </a:solidFill>
                <a:latin typeface="NVIDIA Sans Medium"/>
                <a:ea typeface="NVIDIA Sans Medium"/>
                <a:cs typeface="NVIDIA Sans Medium"/>
                <a:sym typeface="NVIDIA Sans Medium"/>
              </a:defRPr>
            </a:lvl1pPr>
            <a:lvl2pPr marL="914400" marR="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NVIDIA Sans"/>
              <a:buNone/>
              <a:defRPr sz="1300" b="1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2pPr>
            <a:lvl3pPr marL="1371600" marR="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NVIDIA Sans"/>
              <a:buNone/>
              <a:defRPr sz="1300" b="1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3pPr>
            <a:lvl4pPr marL="1828800" marR="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NVIDIA Sans"/>
              <a:buNone/>
              <a:defRPr sz="1300" b="1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4pPr>
            <a:lvl5pPr marL="2286000" marR="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NVIDIA Sans"/>
              <a:buNone/>
              <a:defRPr sz="1300" b="1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5pPr>
            <a:lvl6pPr marL="2743200" marR="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VIDIA Sans"/>
              <a:buChar char="•"/>
              <a:defRPr sz="18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6pPr>
            <a:lvl7pPr marL="3200400" marR="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VIDIA Sans"/>
              <a:buChar char="•"/>
              <a:defRPr sz="18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7pPr>
            <a:lvl8pPr marL="3657600" marR="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VIDIA Sans"/>
              <a:buChar char="•"/>
              <a:defRPr sz="18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8pPr>
            <a:lvl9pPr marL="4114800" marR="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VIDIA Sans"/>
              <a:buChar char="•"/>
              <a:defRPr sz="18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9pPr>
          </a:lstStyle>
          <a:p>
            <a:endParaRPr/>
          </a:p>
        </p:txBody>
      </p:sp>
      <p:sp>
        <p:nvSpPr>
          <p:cNvPr id="323" name="Google Shape;323;g3e23138d502_0_1107"/>
          <p:cNvSpPr txBox="1">
            <a:spLocks noGrp="1"/>
          </p:cNvSpPr>
          <p:nvPr>
            <p:ph type="body" idx="2"/>
          </p:nvPr>
        </p:nvSpPr>
        <p:spPr>
          <a:xfrm>
            <a:off x="1679140" y="5686374"/>
            <a:ext cx="2085000" cy="25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0475" tIns="15225" rIns="30475" bIns="15225" anchor="b" anchorCtr="0">
            <a:noAutofit/>
          </a:bodyPr>
          <a:lstStyle>
            <a:lvl1pPr marL="457200" marR="0" lvl="0" indent="-22860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NVIDIA Sans"/>
              <a:buNone/>
              <a:defRPr sz="1300" b="0" i="0" u="none" strike="noStrike" cap="none">
                <a:solidFill>
                  <a:schemeClr val="lt1"/>
                </a:solidFill>
                <a:latin typeface="NVIDIA Sans Medium"/>
                <a:ea typeface="NVIDIA Sans Medium"/>
                <a:cs typeface="NVIDIA Sans Medium"/>
                <a:sym typeface="NVIDIA Sans Medium"/>
              </a:defRPr>
            </a:lvl1pPr>
            <a:lvl2pPr marL="914400" marR="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NVIDIA Sans"/>
              <a:buNone/>
              <a:defRPr sz="1300" b="1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2pPr>
            <a:lvl3pPr marL="1371600" marR="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NVIDIA Sans"/>
              <a:buNone/>
              <a:defRPr sz="1300" b="1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3pPr>
            <a:lvl4pPr marL="1828800" marR="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NVIDIA Sans"/>
              <a:buNone/>
              <a:defRPr sz="1300" b="1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4pPr>
            <a:lvl5pPr marL="2286000" marR="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NVIDIA Sans"/>
              <a:buNone/>
              <a:defRPr sz="1300" b="1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5pPr>
            <a:lvl6pPr marL="2743200" marR="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VIDIA Sans"/>
              <a:buChar char="•"/>
              <a:defRPr sz="18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6pPr>
            <a:lvl7pPr marL="3200400" marR="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VIDIA Sans"/>
              <a:buChar char="•"/>
              <a:defRPr sz="18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7pPr>
            <a:lvl8pPr marL="3657600" marR="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VIDIA Sans"/>
              <a:buChar char="•"/>
              <a:defRPr sz="18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8pPr>
            <a:lvl9pPr marL="4114800" marR="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VIDIA Sans"/>
              <a:buChar char="•"/>
              <a:defRPr sz="18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9pPr>
          </a:lstStyle>
          <a:p>
            <a:endParaRPr/>
          </a:p>
        </p:txBody>
      </p:sp>
      <p:sp>
        <p:nvSpPr>
          <p:cNvPr id="324" name="Google Shape;324;g3e23138d502_0_1107"/>
          <p:cNvSpPr txBox="1">
            <a:spLocks noGrp="1"/>
          </p:cNvSpPr>
          <p:nvPr>
            <p:ph type="body" idx="3"/>
          </p:nvPr>
        </p:nvSpPr>
        <p:spPr>
          <a:xfrm>
            <a:off x="3927370" y="5909019"/>
            <a:ext cx="2087100" cy="25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0475" tIns="15225" rIns="30475" bIns="15225" anchor="t" anchorCtr="0">
            <a:noAutofit/>
          </a:bodyPr>
          <a:lstStyle>
            <a:lvl1pPr marL="457200" marR="0" lvl="0" indent="-228600" algn="ctr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Clr>
                <a:schemeClr val="lt1"/>
              </a:buClr>
              <a:buSzPts val="900"/>
              <a:buFont typeface="NVIDIA Sans"/>
              <a:buNone/>
              <a:defRPr sz="900" b="0" i="0" u="none" strike="noStrike" cap="none">
                <a:solidFill>
                  <a:schemeClr val="lt1"/>
                </a:solidFill>
                <a:latin typeface="NVIDIA Sans"/>
                <a:ea typeface="NVIDIA Sans"/>
                <a:cs typeface="NVIDIA Sans"/>
                <a:sym typeface="NVIDIA Sans"/>
              </a:defRPr>
            </a:lvl1pPr>
            <a:lvl2pPr marL="914400" marR="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NVIDIA Sans"/>
              <a:buNone/>
              <a:defRPr sz="1300" b="1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2pPr>
            <a:lvl3pPr marL="1371600" marR="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NVIDIA Sans"/>
              <a:buNone/>
              <a:defRPr sz="1300" b="1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3pPr>
            <a:lvl4pPr marL="1828800" marR="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NVIDIA Sans"/>
              <a:buNone/>
              <a:defRPr sz="1300" b="1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4pPr>
            <a:lvl5pPr marL="2286000" marR="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NVIDIA Sans"/>
              <a:buNone/>
              <a:defRPr sz="1300" b="1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5pPr>
            <a:lvl6pPr marL="2743200" marR="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VIDIA Sans"/>
              <a:buChar char="•"/>
              <a:defRPr sz="18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6pPr>
            <a:lvl7pPr marL="3200400" marR="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VIDIA Sans"/>
              <a:buChar char="•"/>
              <a:defRPr sz="18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7pPr>
            <a:lvl8pPr marL="3657600" marR="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VIDIA Sans"/>
              <a:buChar char="•"/>
              <a:defRPr sz="18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8pPr>
            <a:lvl9pPr marL="4114800" marR="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VIDIA Sans"/>
              <a:buChar char="•"/>
              <a:defRPr sz="18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9pPr>
          </a:lstStyle>
          <a:p>
            <a:endParaRPr/>
          </a:p>
        </p:txBody>
      </p:sp>
      <p:sp>
        <p:nvSpPr>
          <p:cNvPr id="325" name="Google Shape;325;g3e23138d502_0_1107"/>
          <p:cNvSpPr txBox="1">
            <a:spLocks noGrp="1"/>
          </p:cNvSpPr>
          <p:nvPr>
            <p:ph type="body" idx="4"/>
          </p:nvPr>
        </p:nvSpPr>
        <p:spPr>
          <a:xfrm>
            <a:off x="1679140" y="5909019"/>
            <a:ext cx="2085000" cy="25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0475" tIns="15225" rIns="30475" bIns="15225" anchor="t" anchorCtr="0">
            <a:noAutofit/>
          </a:bodyPr>
          <a:lstStyle>
            <a:lvl1pPr marL="457200" marR="0" lvl="0" indent="-228600" algn="ctr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Clr>
                <a:schemeClr val="lt1"/>
              </a:buClr>
              <a:buSzPts val="900"/>
              <a:buFont typeface="NVIDIA Sans"/>
              <a:buNone/>
              <a:defRPr sz="900" b="0" i="0" u="none" strike="noStrike" cap="none">
                <a:solidFill>
                  <a:schemeClr val="lt1"/>
                </a:solidFill>
                <a:latin typeface="NVIDIA Sans"/>
                <a:ea typeface="NVIDIA Sans"/>
                <a:cs typeface="NVIDIA Sans"/>
                <a:sym typeface="NVIDIA Sans"/>
              </a:defRPr>
            </a:lvl1pPr>
            <a:lvl2pPr marL="914400" marR="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NVIDIA Sans"/>
              <a:buNone/>
              <a:defRPr sz="1300" b="1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2pPr>
            <a:lvl3pPr marL="1371600" marR="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NVIDIA Sans"/>
              <a:buNone/>
              <a:defRPr sz="1300" b="1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3pPr>
            <a:lvl4pPr marL="1828800" marR="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NVIDIA Sans"/>
              <a:buNone/>
              <a:defRPr sz="1300" b="1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4pPr>
            <a:lvl5pPr marL="2286000" marR="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NVIDIA Sans"/>
              <a:buNone/>
              <a:defRPr sz="1300" b="1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5pPr>
            <a:lvl6pPr marL="2743200" marR="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VIDIA Sans"/>
              <a:buChar char="•"/>
              <a:defRPr sz="18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6pPr>
            <a:lvl7pPr marL="3200400" marR="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VIDIA Sans"/>
              <a:buChar char="•"/>
              <a:defRPr sz="18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7pPr>
            <a:lvl8pPr marL="3657600" marR="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VIDIA Sans"/>
              <a:buChar char="•"/>
              <a:defRPr sz="18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8pPr>
            <a:lvl9pPr marL="4114800" marR="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VIDIA Sans"/>
              <a:buChar char="•"/>
              <a:defRPr sz="18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9pPr>
          </a:lstStyle>
          <a:p>
            <a:endParaRPr/>
          </a:p>
        </p:txBody>
      </p:sp>
      <p:sp>
        <p:nvSpPr>
          <p:cNvPr id="326" name="Google Shape;326;g3e23138d502_0_1107"/>
          <p:cNvSpPr>
            <a:spLocks noGrp="1"/>
          </p:cNvSpPr>
          <p:nvPr>
            <p:ph type="pic" idx="5"/>
          </p:nvPr>
        </p:nvSpPr>
        <p:spPr>
          <a:xfrm>
            <a:off x="1673726" y="3975399"/>
            <a:ext cx="2088000" cy="1645800"/>
          </a:xfrm>
          <a:prstGeom prst="rect">
            <a:avLst/>
          </a:prstGeom>
          <a:solidFill>
            <a:srgbClr val="151617">
              <a:alpha val="60780"/>
            </a:srgbClr>
          </a:solidFill>
          <a:ln w="3175" cap="flat" cmpd="sng">
            <a:solidFill>
              <a:schemeClr val="accent5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27" name="Google Shape;327;g3e23138d502_0_1107"/>
          <p:cNvSpPr>
            <a:spLocks noGrp="1"/>
          </p:cNvSpPr>
          <p:nvPr>
            <p:ph type="pic" idx="6"/>
          </p:nvPr>
        </p:nvSpPr>
        <p:spPr>
          <a:xfrm>
            <a:off x="3926572" y="3975399"/>
            <a:ext cx="2088000" cy="1645800"/>
          </a:xfrm>
          <a:prstGeom prst="rect">
            <a:avLst/>
          </a:prstGeom>
          <a:solidFill>
            <a:srgbClr val="151617">
              <a:alpha val="60780"/>
            </a:srgbClr>
          </a:solidFill>
          <a:ln w="3175" cap="flat" cmpd="sng">
            <a:solidFill>
              <a:schemeClr val="accent5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28" name="Google Shape;328;g3e23138d502_0_1107"/>
          <p:cNvSpPr>
            <a:spLocks noGrp="1"/>
          </p:cNvSpPr>
          <p:nvPr>
            <p:ph type="pic" idx="7"/>
          </p:nvPr>
        </p:nvSpPr>
        <p:spPr>
          <a:xfrm>
            <a:off x="8428719" y="3975399"/>
            <a:ext cx="2088000" cy="1645800"/>
          </a:xfrm>
          <a:prstGeom prst="rect">
            <a:avLst/>
          </a:prstGeom>
          <a:solidFill>
            <a:srgbClr val="151617">
              <a:alpha val="60780"/>
            </a:srgbClr>
          </a:solidFill>
          <a:ln w="3175" cap="flat" cmpd="sng">
            <a:solidFill>
              <a:schemeClr val="accent5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29" name="Google Shape;329;g3e23138d502_0_1107"/>
          <p:cNvSpPr txBox="1">
            <a:spLocks noGrp="1"/>
          </p:cNvSpPr>
          <p:nvPr>
            <p:ph type="body" idx="8"/>
          </p:nvPr>
        </p:nvSpPr>
        <p:spPr>
          <a:xfrm>
            <a:off x="6177470" y="5686374"/>
            <a:ext cx="2088000" cy="25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0475" tIns="15225" rIns="30475" bIns="15225" anchor="b" anchorCtr="0">
            <a:noAutofit/>
          </a:bodyPr>
          <a:lstStyle>
            <a:lvl1pPr marL="457200" marR="0" lvl="0" indent="-22860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NVIDIA Sans"/>
              <a:buNone/>
              <a:defRPr sz="1300" b="0" i="0" u="none" strike="noStrike" cap="none">
                <a:solidFill>
                  <a:schemeClr val="lt1"/>
                </a:solidFill>
                <a:latin typeface="NVIDIA Sans Medium"/>
                <a:ea typeface="NVIDIA Sans Medium"/>
                <a:cs typeface="NVIDIA Sans Medium"/>
                <a:sym typeface="NVIDIA Sans Medium"/>
              </a:defRPr>
            </a:lvl1pPr>
            <a:lvl2pPr marL="914400" marR="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NVIDIA Sans"/>
              <a:buNone/>
              <a:defRPr sz="1300" b="1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2pPr>
            <a:lvl3pPr marL="1371600" marR="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NVIDIA Sans"/>
              <a:buNone/>
              <a:defRPr sz="1300" b="1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3pPr>
            <a:lvl4pPr marL="1828800" marR="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NVIDIA Sans"/>
              <a:buNone/>
              <a:defRPr sz="1300" b="1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4pPr>
            <a:lvl5pPr marL="2286000" marR="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NVIDIA Sans"/>
              <a:buNone/>
              <a:defRPr sz="1300" b="1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5pPr>
            <a:lvl6pPr marL="2743200" marR="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VIDIA Sans"/>
              <a:buChar char="•"/>
              <a:defRPr sz="18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6pPr>
            <a:lvl7pPr marL="3200400" marR="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VIDIA Sans"/>
              <a:buChar char="•"/>
              <a:defRPr sz="18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7pPr>
            <a:lvl8pPr marL="3657600" marR="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VIDIA Sans"/>
              <a:buChar char="•"/>
              <a:defRPr sz="18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8pPr>
            <a:lvl9pPr marL="4114800" marR="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VIDIA Sans"/>
              <a:buChar char="•"/>
              <a:defRPr sz="18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9pPr>
          </a:lstStyle>
          <a:p>
            <a:endParaRPr/>
          </a:p>
        </p:txBody>
      </p:sp>
      <p:sp>
        <p:nvSpPr>
          <p:cNvPr id="330" name="Google Shape;330;g3e23138d502_0_1107"/>
          <p:cNvSpPr txBox="1">
            <a:spLocks noGrp="1"/>
          </p:cNvSpPr>
          <p:nvPr>
            <p:ph type="body" idx="9"/>
          </p:nvPr>
        </p:nvSpPr>
        <p:spPr>
          <a:xfrm>
            <a:off x="6177470" y="5909019"/>
            <a:ext cx="2088000" cy="25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0475" tIns="15225" rIns="30475" bIns="15225" anchor="t" anchorCtr="0">
            <a:noAutofit/>
          </a:bodyPr>
          <a:lstStyle>
            <a:lvl1pPr marL="457200" marR="0" lvl="0" indent="-228600" algn="ctr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Clr>
                <a:schemeClr val="lt1"/>
              </a:buClr>
              <a:buSzPts val="900"/>
              <a:buFont typeface="NVIDIA Sans"/>
              <a:buNone/>
              <a:defRPr sz="900" b="0" i="0" u="none" strike="noStrike" cap="none">
                <a:solidFill>
                  <a:schemeClr val="lt1"/>
                </a:solidFill>
                <a:latin typeface="NVIDIA Sans"/>
                <a:ea typeface="NVIDIA Sans"/>
                <a:cs typeface="NVIDIA Sans"/>
                <a:sym typeface="NVIDIA Sans"/>
              </a:defRPr>
            </a:lvl1pPr>
            <a:lvl2pPr marL="914400" marR="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NVIDIA Sans"/>
              <a:buNone/>
              <a:defRPr sz="1300" b="1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2pPr>
            <a:lvl3pPr marL="1371600" marR="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NVIDIA Sans"/>
              <a:buNone/>
              <a:defRPr sz="1300" b="1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3pPr>
            <a:lvl4pPr marL="1828800" marR="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NVIDIA Sans"/>
              <a:buNone/>
              <a:defRPr sz="1300" b="1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4pPr>
            <a:lvl5pPr marL="2286000" marR="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NVIDIA Sans"/>
              <a:buNone/>
              <a:defRPr sz="1300" b="1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5pPr>
            <a:lvl6pPr marL="2743200" marR="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VIDIA Sans"/>
              <a:buChar char="•"/>
              <a:defRPr sz="18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6pPr>
            <a:lvl7pPr marL="3200400" marR="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VIDIA Sans"/>
              <a:buChar char="•"/>
              <a:defRPr sz="18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7pPr>
            <a:lvl8pPr marL="3657600" marR="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VIDIA Sans"/>
              <a:buChar char="•"/>
              <a:defRPr sz="18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8pPr>
            <a:lvl9pPr marL="4114800" marR="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VIDIA Sans"/>
              <a:buChar char="•"/>
              <a:defRPr sz="18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9pPr>
          </a:lstStyle>
          <a:p>
            <a:endParaRPr/>
          </a:p>
        </p:txBody>
      </p:sp>
      <p:sp>
        <p:nvSpPr>
          <p:cNvPr id="331" name="Google Shape;331;g3e23138d502_0_1107"/>
          <p:cNvSpPr>
            <a:spLocks noGrp="1"/>
          </p:cNvSpPr>
          <p:nvPr>
            <p:ph type="pic" idx="13"/>
          </p:nvPr>
        </p:nvSpPr>
        <p:spPr>
          <a:xfrm>
            <a:off x="5050687" y="1616280"/>
            <a:ext cx="2088000" cy="1645800"/>
          </a:xfrm>
          <a:prstGeom prst="rect">
            <a:avLst/>
          </a:prstGeom>
          <a:solidFill>
            <a:srgbClr val="151617">
              <a:alpha val="60780"/>
            </a:srgbClr>
          </a:solidFill>
          <a:ln w="3175" cap="flat" cmpd="sng">
            <a:solidFill>
              <a:schemeClr val="accent5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32" name="Google Shape;332;g3e23138d502_0_1107"/>
          <p:cNvSpPr>
            <a:spLocks noGrp="1"/>
          </p:cNvSpPr>
          <p:nvPr>
            <p:ph type="pic" idx="14"/>
          </p:nvPr>
        </p:nvSpPr>
        <p:spPr>
          <a:xfrm>
            <a:off x="2798278" y="1616280"/>
            <a:ext cx="2088000" cy="1645800"/>
          </a:xfrm>
          <a:prstGeom prst="rect">
            <a:avLst/>
          </a:prstGeom>
          <a:solidFill>
            <a:srgbClr val="151617">
              <a:alpha val="60780"/>
            </a:srgbClr>
          </a:solidFill>
          <a:ln w="3175" cap="flat" cmpd="sng">
            <a:solidFill>
              <a:schemeClr val="accent5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33" name="Google Shape;333;g3e23138d502_0_1107"/>
          <p:cNvSpPr>
            <a:spLocks noGrp="1"/>
          </p:cNvSpPr>
          <p:nvPr>
            <p:ph type="pic" idx="15"/>
          </p:nvPr>
        </p:nvSpPr>
        <p:spPr>
          <a:xfrm>
            <a:off x="545869" y="1616280"/>
            <a:ext cx="2088000" cy="1645800"/>
          </a:xfrm>
          <a:prstGeom prst="rect">
            <a:avLst/>
          </a:prstGeom>
          <a:solidFill>
            <a:srgbClr val="151617">
              <a:alpha val="60780"/>
            </a:srgbClr>
          </a:solidFill>
          <a:ln w="3175" cap="flat" cmpd="sng">
            <a:solidFill>
              <a:schemeClr val="accent5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34" name="Google Shape;334;g3e23138d502_0_1107"/>
          <p:cNvSpPr>
            <a:spLocks noGrp="1"/>
          </p:cNvSpPr>
          <p:nvPr>
            <p:ph type="pic" idx="16"/>
          </p:nvPr>
        </p:nvSpPr>
        <p:spPr>
          <a:xfrm>
            <a:off x="7303096" y="1616280"/>
            <a:ext cx="2088000" cy="1645800"/>
          </a:xfrm>
          <a:prstGeom prst="rect">
            <a:avLst/>
          </a:prstGeom>
          <a:solidFill>
            <a:srgbClr val="151617">
              <a:alpha val="60780"/>
            </a:srgbClr>
          </a:solidFill>
          <a:ln w="3175" cap="flat" cmpd="sng">
            <a:solidFill>
              <a:schemeClr val="accent5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35" name="Google Shape;335;g3e23138d502_0_1107"/>
          <p:cNvSpPr>
            <a:spLocks noGrp="1"/>
          </p:cNvSpPr>
          <p:nvPr>
            <p:ph type="pic" idx="17"/>
          </p:nvPr>
        </p:nvSpPr>
        <p:spPr>
          <a:xfrm>
            <a:off x="9555505" y="1616280"/>
            <a:ext cx="2088000" cy="1645800"/>
          </a:xfrm>
          <a:prstGeom prst="rect">
            <a:avLst/>
          </a:prstGeom>
          <a:solidFill>
            <a:srgbClr val="151617">
              <a:alpha val="60780"/>
            </a:srgbClr>
          </a:solidFill>
          <a:ln w="3175" cap="flat" cmpd="sng">
            <a:solidFill>
              <a:schemeClr val="accent5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36" name="Google Shape;336;g3e23138d502_0_1107"/>
          <p:cNvSpPr>
            <a:spLocks noGrp="1"/>
          </p:cNvSpPr>
          <p:nvPr>
            <p:ph type="pic" idx="18"/>
          </p:nvPr>
        </p:nvSpPr>
        <p:spPr>
          <a:xfrm>
            <a:off x="6175873" y="3975399"/>
            <a:ext cx="2088000" cy="1645800"/>
          </a:xfrm>
          <a:prstGeom prst="rect">
            <a:avLst/>
          </a:prstGeom>
          <a:solidFill>
            <a:srgbClr val="151617">
              <a:alpha val="60780"/>
            </a:srgbClr>
          </a:solidFill>
          <a:ln w="3175" cap="flat" cmpd="sng">
            <a:solidFill>
              <a:schemeClr val="accent5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37" name="Google Shape;337;g3e23138d502_0_1107"/>
          <p:cNvSpPr txBox="1">
            <a:spLocks noGrp="1"/>
          </p:cNvSpPr>
          <p:nvPr>
            <p:ph type="body" idx="19"/>
          </p:nvPr>
        </p:nvSpPr>
        <p:spPr>
          <a:xfrm>
            <a:off x="8435808" y="5686374"/>
            <a:ext cx="2088000" cy="25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0475" tIns="15225" rIns="30475" bIns="15225" anchor="b" anchorCtr="0">
            <a:noAutofit/>
          </a:bodyPr>
          <a:lstStyle>
            <a:lvl1pPr marL="457200" marR="0" lvl="0" indent="-22860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NVIDIA Sans"/>
              <a:buNone/>
              <a:defRPr sz="1300" b="0" i="0" u="none" strike="noStrike" cap="none">
                <a:solidFill>
                  <a:schemeClr val="lt1"/>
                </a:solidFill>
                <a:latin typeface="NVIDIA Sans Medium"/>
                <a:ea typeface="NVIDIA Sans Medium"/>
                <a:cs typeface="NVIDIA Sans Medium"/>
                <a:sym typeface="NVIDIA Sans Medium"/>
              </a:defRPr>
            </a:lvl1pPr>
            <a:lvl2pPr marL="914400" marR="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NVIDIA Sans"/>
              <a:buNone/>
              <a:defRPr sz="1300" b="1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2pPr>
            <a:lvl3pPr marL="1371600" marR="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NVIDIA Sans"/>
              <a:buNone/>
              <a:defRPr sz="1300" b="1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3pPr>
            <a:lvl4pPr marL="1828800" marR="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NVIDIA Sans"/>
              <a:buNone/>
              <a:defRPr sz="1300" b="1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4pPr>
            <a:lvl5pPr marL="2286000" marR="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NVIDIA Sans"/>
              <a:buNone/>
              <a:defRPr sz="1300" b="1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5pPr>
            <a:lvl6pPr marL="2743200" marR="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VIDIA Sans"/>
              <a:buChar char="•"/>
              <a:defRPr sz="18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6pPr>
            <a:lvl7pPr marL="3200400" marR="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VIDIA Sans"/>
              <a:buChar char="•"/>
              <a:defRPr sz="18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7pPr>
            <a:lvl8pPr marL="3657600" marR="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VIDIA Sans"/>
              <a:buChar char="•"/>
              <a:defRPr sz="18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8pPr>
            <a:lvl9pPr marL="4114800" marR="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VIDIA Sans"/>
              <a:buChar char="•"/>
              <a:defRPr sz="18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9pPr>
          </a:lstStyle>
          <a:p>
            <a:endParaRPr/>
          </a:p>
        </p:txBody>
      </p:sp>
      <p:sp>
        <p:nvSpPr>
          <p:cNvPr id="338" name="Google Shape;338;g3e23138d502_0_1107"/>
          <p:cNvSpPr txBox="1">
            <a:spLocks noGrp="1"/>
          </p:cNvSpPr>
          <p:nvPr>
            <p:ph type="body" idx="20"/>
          </p:nvPr>
        </p:nvSpPr>
        <p:spPr>
          <a:xfrm>
            <a:off x="8435808" y="5909019"/>
            <a:ext cx="2088000" cy="25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0475" tIns="15225" rIns="30475" bIns="15225" anchor="t" anchorCtr="0">
            <a:noAutofit/>
          </a:bodyPr>
          <a:lstStyle>
            <a:lvl1pPr marL="457200" marR="0" lvl="0" indent="-228600" algn="ctr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Clr>
                <a:schemeClr val="lt1"/>
              </a:buClr>
              <a:buSzPts val="900"/>
              <a:buFont typeface="NVIDIA Sans"/>
              <a:buNone/>
              <a:defRPr sz="900" b="0" i="0" u="none" strike="noStrike" cap="none">
                <a:solidFill>
                  <a:schemeClr val="lt1"/>
                </a:solidFill>
                <a:latin typeface="NVIDIA Sans"/>
                <a:ea typeface="NVIDIA Sans"/>
                <a:cs typeface="NVIDIA Sans"/>
                <a:sym typeface="NVIDIA Sans"/>
              </a:defRPr>
            </a:lvl1pPr>
            <a:lvl2pPr marL="914400" marR="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NVIDIA Sans"/>
              <a:buNone/>
              <a:defRPr sz="1300" b="1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2pPr>
            <a:lvl3pPr marL="1371600" marR="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NVIDIA Sans"/>
              <a:buNone/>
              <a:defRPr sz="1300" b="1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3pPr>
            <a:lvl4pPr marL="1828800" marR="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NVIDIA Sans"/>
              <a:buNone/>
              <a:defRPr sz="1300" b="1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4pPr>
            <a:lvl5pPr marL="2286000" marR="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NVIDIA Sans"/>
              <a:buNone/>
              <a:defRPr sz="1300" b="1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5pPr>
            <a:lvl6pPr marL="2743200" marR="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VIDIA Sans"/>
              <a:buChar char="•"/>
              <a:defRPr sz="18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6pPr>
            <a:lvl7pPr marL="3200400" marR="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VIDIA Sans"/>
              <a:buChar char="•"/>
              <a:defRPr sz="18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7pPr>
            <a:lvl8pPr marL="3657600" marR="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VIDIA Sans"/>
              <a:buChar char="•"/>
              <a:defRPr sz="18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8pPr>
            <a:lvl9pPr marL="4114800" marR="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VIDIA Sans"/>
              <a:buChar char="•"/>
              <a:defRPr sz="18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9pPr>
          </a:lstStyle>
          <a:p>
            <a:endParaRPr/>
          </a:p>
        </p:txBody>
      </p:sp>
      <p:sp>
        <p:nvSpPr>
          <p:cNvPr id="339" name="Google Shape;339;g3e23138d502_0_1107"/>
          <p:cNvSpPr txBox="1">
            <a:spLocks noGrp="1"/>
          </p:cNvSpPr>
          <p:nvPr>
            <p:ph type="body" idx="21"/>
          </p:nvPr>
        </p:nvSpPr>
        <p:spPr>
          <a:xfrm>
            <a:off x="5047304" y="3327295"/>
            <a:ext cx="2088000" cy="25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0475" tIns="15225" rIns="30475" bIns="15225" anchor="b" anchorCtr="0">
            <a:noAutofit/>
          </a:bodyPr>
          <a:lstStyle>
            <a:lvl1pPr marL="457200" marR="0" lvl="0" indent="-22860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NVIDIA Sans"/>
              <a:buNone/>
              <a:defRPr sz="1300" b="0" i="0" u="none" strike="noStrike" cap="none">
                <a:solidFill>
                  <a:schemeClr val="lt1"/>
                </a:solidFill>
                <a:latin typeface="NVIDIA Sans Medium"/>
                <a:ea typeface="NVIDIA Sans Medium"/>
                <a:cs typeface="NVIDIA Sans Medium"/>
                <a:sym typeface="NVIDIA Sans Medium"/>
              </a:defRPr>
            </a:lvl1pPr>
            <a:lvl2pPr marL="914400" marR="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NVIDIA Sans"/>
              <a:buNone/>
              <a:defRPr sz="1300" b="1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2pPr>
            <a:lvl3pPr marL="1371600" marR="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NVIDIA Sans"/>
              <a:buNone/>
              <a:defRPr sz="1300" b="1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3pPr>
            <a:lvl4pPr marL="1828800" marR="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NVIDIA Sans"/>
              <a:buNone/>
              <a:defRPr sz="1300" b="1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4pPr>
            <a:lvl5pPr marL="2286000" marR="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NVIDIA Sans"/>
              <a:buNone/>
              <a:defRPr sz="1300" b="1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5pPr>
            <a:lvl6pPr marL="2743200" marR="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VIDIA Sans"/>
              <a:buChar char="•"/>
              <a:defRPr sz="18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6pPr>
            <a:lvl7pPr marL="3200400" marR="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VIDIA Sans"/>
              <a:buChar char="•"/>
              <a:defRPr sz="18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7pPr>
            <a:lvl8pPr marL="3657600" marR="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VIDIA Sans"/>
              <a:buChar char="•"/>
              <a:defRPr sz="18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8pPr>
            <a:lvl9pPr marL="4114800" marR="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VIDIA Sans"/>
              <a:buChar char="•"/>
              <a:defRPr sz="18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9pPr>
          </a:lstStyle>
          <a:p>
            <a:endParaRPr/>
          </a:p>
        </p:txBody>
      </p:sp>
      <p:sp>
        <p:nvSpPr>
          <p:cNvPr id="340" name="Google Shape;340;g3e23138d502_0_1107"/>
          <p:cNvSpPr txBox="1">
            <a:spLocks noGrp="1"/>
          </p:cNvSpPr>
          <p:nvPr>
            <p:ph type="body" idx="22"/>
          </p:nvPr>
        </p:nvSpPr>
        <p:spPr>
          <a:xfrm>
            <a:off x="2797319" y="3327295"/>
            <a:ext cx="2088000" cy="25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0475" tIns="15225" rIns="30475" bIns="15225" anchor="b" anchorCtr="0">
            <a:noAutofit/>
          </a:bodyPr>
          <a:lstStyle>
            <a:lvl1pPr marL="457200" marR="0" lvl="0" indent="-22860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NVIDIA Sans"/>
              <a:buNone/>
              <a:defRPr sz="1300" b="0" i="0" u="none" strike="noStrike" cap="none">
                <a:solidFill>
                  <a:schemeClr val="lt1"/>
                </a:solidFill>
                <a:latin typeface="NVIDIA Sans Medium"/>
                <a:ea typeface="NVIDIA Sans Medium"/>
                <a:cs typeface="NVIDIA Sans Medium"/>
                <a:sym typeface="NVIDIA Sans Medium"/>
              </a:defRPr>
            </a:lvl1pPr>
            <a:lvl2pPr marL="914400" marR="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NVIDIA Sans"/>
              <a:buNone/>
              <a:defRPr sz="1300" b="1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2pPr>
            <a:lvl3pPr marL="1371600" marR="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NVIDIA Sans"/>
              <a:buNone/>
              <a:defRPr sz="1300" b="1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3pPr>
            <a:lvl4pPr marL="1828800" marR="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NVIDIA Sans"/>
              <a:buNone/>
              <a:defRPr sz="1300" b="1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4pPr>
            <a:lvl5pPr marL="2286000" marR="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NVIDIA Sans"/>
              <a:buNone/>
              <a:defRPr sz="1300" b="1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5pPr>
            <a:lvl6pPr marL="2743200" marR="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VIDIA Sans"/>
              <a:buChar char="•"/>
              <a:defRPr sz="18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6pPr>
            <a:lvl7pPr marL="3200400" marR="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VIDIA Sans"/>
              <a:buChar char="•"/>
              <a:defRPr sz="18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7pPr>
            <a:lvl8pPr marL="3657600" marR="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VIDIA Sans"/>
              <a:buChar char="•"/>
              <a:defRPr sz="18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8pPr>
            <a:lvl9pPr marL="4114800" marR="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VIDIA Sans"/>
              <a:buChar char="•"/>
              <a:defRPr sz="18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9pPr>
          </a:lstStyle>
          <a:p>
            <a:endParaRPr/>
          </a:p>
        </p:txBody>
      </p:sp>
      <p:sp>
        <p:nvSpPr>
          <p:cNvPr id="341" name="Google Shape;341;g3e23138d502_0_1107"/>
          <p:cNvSpPr txBox="1">
            <a:spLocks noGrp="1"/>
          </p:cNvSpPr>
          <p:nvPr>
            <p:ph type="body" idx="23"/>
          </p:nvPr>
        </p:nvSpPr>
        <p:spPr>
          <a:xfrm>
            <a:off x="5047304" y="3556498"/>
            <a:ext cx="2088000" cy="25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0475" tIns="15225" rIns="30475" bIns="15225" anchor="t" anchorCtr="0">
            <a:noAutofit/>
          </a:bodyPr>
          <a:lstStyle>
            <a:lvl1pPr marL="457200" marR="0" lvl="0" indent="-228600" algn="ctr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Clr>
                <a:schemeClr val="lt1"/>
              </a:buClr>
              <a:buSzPts val="900"/>
              <a:buFont typeface="NVIDIA Sans"/>
              <a:buNone/>
              <a:defRPr sz="900" b="0" i="0" u="none" strike="noStrike" cap="none">
                <a:solidFill>
                  <a:schemeClr val="lt1"/>
                </a:solidFill>
                <a:latin typeface="NVIDIA Sans"/>
                <a:ea typeface="NVIDIA Sans"/>
                <a:cs typeface="NVIDIA Sans"/>
                <a:sym typeface="NVIDIA Sans"/>
              </a:defRPr>
            </a:lvl1pPr>
            <a:lvl2pPr marL="914400" marR="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NVIDIA Sans"/>
              <a:buNone/>
              <a:defRPr sz="1300" b="1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2pPr>
            <a:lvl3pPr marL="1371600" marR="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NVIDIA Sans"/>
              <a:buNone/>
              <a:defRPr sz="1300" b="1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3pPr>
            <a:lvl4pPr marL="1828800" marR="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NVIDIA Sans"/>
              <a:buNone/>
              <a:defRPr sz="1300" b="1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4pPr>
            <a:lvl5pPr marL="2286000" marR="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NVIDIA Sans"/>
              <a:buNone/>
              <a:defRPr sz="1300" b="1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5pPr>
            <a:lvl6pPr marL="2743200" marR="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VIDIA Sans"/>
              <a:buChar char="•"/>
              <a:defRPr sz="18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6pPr>
            <a:lvl7pPr marL="3200400" marR="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VIDIA Sans"/>
              <a:buChar char="•"/>
              <a:defRPr sz="18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7pPr>
            <a:lvl8pPr marL="3657600" marR="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VIDIA Sans"/>
              <a:buChar char="•"/>
              <a:defRPr sz="18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8pPr>
            <a:lvl9pPr marL="4114800" marR="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VIDIA Sans"/>
              <a:buChar char="•"/>
              <a:defRPr sz="18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9pPr>
          </a:lstStyle>
          <a:p>
            <a:endParaRPr/>
          </a:p>
        </p:txBody>
      </p:sp>
      <p:sp>
        <p:nvSpPr>
          <p:cNvPr id="342" name="Google Shape;342;g3e23138d502_0_1107"/>
          <p:cNvSpPr txBox="1">
            <a:spLocks noGrp="1"/>
          </p:cNvSpPr>
          <p:nvPr>
            <p:ph type="body" idx="24"/>
          </p:nvPr>
        </p:nvSpPr>
        <p:spPr>
          <a:xfrm>
            <a:off x="2797319" y="3556498"/>
            <a:ext cx="2088000" cy="25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0475" tIns="15225" rIns="30475" bIns="15225" anchor="t" anchorCtr="0">
            <a:noAutofit/>
          </a:bodyPr>
          <a:lstStyle>
            <a:lvl1pPr marL="457200" marR="0" lvl="0" indent="-228600" algn="ctr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Clr>
                <a:schemeClr val="lt1"/>
              </a:buClr>
              <a:buSzPts val="900"/>
              <a:buFont typeface="NVIDIA Sans"/>
              <a:buNone/>
              <a:defRPr sz="900" b="0" i="0" u="none" strike="noStrike" cap="none">
                <a:solidFill>
                  <a:schemeClr val="lt1"/>
                </a:solidFill>
                <a:latin typeface="NVIDIA Sans"/>
                <a:ea typeface="NVIDIA Sans"/>
                <a:cs typeface="NVIDIA Sans"/>
                <a:sym typeface="NVIDIA Sans"/>
              </a:defRPr>
            </a:lvl1pPr>
            <a:lvl2pPr marL="914400" marR="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NVIDIA Sans"/>
              <a:buNone/>
              <a:defRPr sz="1300" b="1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2pPr>
            <a:lvl3pPr marL="1371600" marR="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NVIDIA Sans"/>
              <a:buNone/>
              <a:defRPr sz="1300" b="1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3pPr>
            <a:lvl4pPr marL="1828800" marR="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NVIDIA Sans"/>
              <a:buNone/>
              <a:defRPr sz="1300" b="1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4pPr>
            <a:lvl5pPr marL="2286000" marR="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NVIDIA Sans"/>
              <a:buNone/>
              <a:defRPr sz="1300" b="1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5pPr>
            <a:lvl6pPr marL="2743200" marR="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VIDIA Sans"/>
              <a:buChar char="•"/>
              <a:defRPr sz="18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6pPr>
            <a:lvl7pPr marL="3200400" marR="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VIDIA Sans"/>
              <a:buChar char="•"/>
              <a:defRPr sz="18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7pPr>
            <a:lvl8pPr marL="3657600" marR="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VIDIA Sans"/>
              <a:buChar char="•"/>
              <a:defRPr sz="18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8pPr>
            <a:lvl9pPr marL="4114800" marR="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VIDIA Sans"/>
              <a:buChar char="•"/>
              <a:defRPr sz="18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9pPr>
          </a:lstStyle>
          <a:p>
            <a:endParaRPr/>
          </a:p>
        </p:txBody>
      </p:sp>
      <p:sp>
        <p:nvSpPr>
          <p:cNvPr id="343" name="Google Shape;343;g3e23138d502_0_1107"/>
          <p:cNvSpPr txBox="1">
            <a:spLocks noGrp="1"/>
          </p:cNvSpPr>
          <p:nvPr>
            <p:ph type="body" idx="25"/>
          </p:nvPr>
        </p:nvSpPr>
        <p:spPr>
          <a:xfrm>
            <a:off x="7300221" y="3327295"/>
            <a:ext cx="2088000" cy="25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0475" tIns="15225" rIns="30475" bIns="15225" anchor="b" anchorCtr="0">
            <a:noAutofit/>
          </a:bodyPr>
          <a:lstStyle>
            <a:lvl1pPr marL="457200" marR="0" lvl="0" indent="-22860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NVIDIA Sans"/>
              <a:buNone/>
              <a:defRPr sz="1300" b="0" i="0" u="none" strike="noStrike" cap="none">
                <a:solidFill>
                  <a:schemeClr val="lt1"/>
                </a:solidFill>
                <a:latin typeface="NVIDIA Sans Medium"/>
                <a:ea typeface="NVIDIA Sans Medium"/>
                <a:cs typeface="NVIDIA Sans Medium"/>
                <a:sym typeface="NVIDIA Sans Medium"/>
              </a:defRPr>
            </a:lvl1pPr>
            <a:lvl2pPr marL="914400" marR="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NVIDIA Sans"/>
              <a:buNone/>
              <a:defRPr sz="1300" b="1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2pPr>
            <a:lvl3pPr marL="1371600" marR="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NVIDIA Sans"/>
              <a:buNone/>
              <a:defRPr sz="1300" b="1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3pPr>
            <a:lvl4pPr marL="1828800" marR="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NVIDIA Sans"/>
              <a:buNone/>
              <a:defRPr sz="1300" b="1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4pPr>
            <a:lvl5pPr marL="2286000" marR="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NVIDIA Sans"/>
              <a:buNone/>
              <a:defRPr sz="1300" b="1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5pPr>
            <a:lvl6pPr marL="2743200" marR="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VIDIA Sans"/>
              <a:buChar char="•"/>
              <a:defRPr sz="18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6pPr>
            <a:lvl7pPr marL="3200400" marR="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VIDIA Sans"/>
              <a:buChar char="•"/>
              <a:defRPr sz="18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7pPr>
            <a:lvl8pPr marL="3657600" marR="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VIDIA Sans"/>
              <a:buChar char="•"/>
              <a:defRPr sz="18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8pPr>
            <a:lvl9pPr marL="4114800" marR="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VIDIA Sans"/>
              <a:buChar char="•"/>
              <a:defRPr sz="18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9pPr>
          </a:lstStyle>
          <a:p>
            <a:endParaRPr/>
          </a:p>
        </p:txBody>
      </p:sp>
      <p:sp>
        <p:nvSpPr>
          <p:cNvPr id="344" name="Google Shape;344;g3e23138d502_0_1107"/>
          <p:cNvSpPr txBox="1">
            <a:spLocks noGrp="1"/>
          </p:cNvSpPr>
          <p:nvPr>
            <p:ph type="body" idx="26"/>
          </p:nvPr>
        </p:nvSpPr>
        <p:spPr>
          <a:xfrm>
            <a:off x="7300221" y="3556498"/>
            <a:ext cx="2088000" cy="25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0475" tIns="15225" rIns="30475" bIns="15225" anchor="t" anchorCtr="0">
            <a:noAutofit/>
          </a:bodyPr>
          <a:lstStyle>
            <a:lvl1pPr marL="457200" marR="0" lvl="0" indent="-228600" algn="ctr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Clr>
                <a:schemeClr val="lt1"/>
              </a:buClr>
              <a:buSzPts val="900"/>
              <a:buFont typeface="NVIDIA Sans"/>
              <a:buNone/>
              <a:defRPr sz="900" b="0" i="0" u="none" strike="noStrike" cap="none">
                <a:solidFill>
                  <a:schemeClr val="lt1"/>
                </a:solidFill>
                <a:latin typeface="NVIDIA Sans"/>
                <a:ea typeface="NVIDIA Sans"/>
                <a:cs typeface="NVIDIA Sans"/>
                <a:sym typeface="NVIDIA Sans"/>
              </a:defRPr>
            </a:lvl1pPr>
            <a:lvl2pPr marL="914400" marR="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NVIDIA Sans"/>
              <a:buNone/>
              <a:defRPr sz="1300" b="1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2pPr>
            <a:lvl3pPr marL="1371600" marR="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NVIDIA Sans"/>
              <a:buNone/>
              <a:defRPr sz="1300" b="1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3pPr>
            <a:lvl4pPr marL="1828800" marR="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NVIDIA Sans"/>
              <a:buNone/>
              <a:defRPr sz="1300" b="1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4pPr>
            <a:lvl5pPr marL="2286000" marR="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NVIDIA Sans"/>
              <a:buNone/>
              <a:defRPr sz="1300" b="1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5pPr>
            <a:lvl6pPr marL="2743200" marR="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VIDIA Sans"/>
              <a:buChar char="•"/>
              <a:defRPr sz="18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6pPr>
            <a:lvl7pPr marL="3200400" marR="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VIDIA Sans"/>
              <a:buChar char="•"/>
              <a:defRPr sz="18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7pPr>
            <a:lvl8pPr marL="3657600" marR="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VIDIA Sans"/>
              <a:buChar char="•"/>
              <a:defRPr sz="18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8pPr>
            <a:lvl9pPr marL="4114800" marR="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VIDIA Sans"/>
              <a:buChar char="•"/>
              <a:defRPr sz="18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9pPr>
          </a:lstStyle>
          <a:p>
            <a:endParaRPr/>
          </a:p>
        </p:txBody>
      </p:sp>
      <p:sp>
        <p:nvSpPr>
          <p:cNvPr id="345" name="Google Shape;345;g3e23138d502_0_1107"/>
          <p:cNvSpPr txBox="1">
            <a:spLocks noGrp="1"/>
          </p:cNvSpPr>
          <p:nvPr>
            <p:ph type="body" idx="27"/>
          </p:nvPr>
        </p:nvSpPr>
        <p:spPr>
          <a:xfrm>
            <a:off x="9555505" y="3327295"/>
            <a:ext cx="2088000" cy="25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0475" tIns="15225" rIns="30475" bIns="15225" anchor="b" anchorCtr="0">
            <a:noAutofit/>
          </a:bodyPr>
          <a:lstStyle>
            <a:lvl1pPr marL="457200" marR="0" lvl="0" indent="-22860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NVIDIA Sans"/>
              <a:buNone/>
              <a:defRPr sz="1300" b="0" i="0" u="none" strike="noStrike" cap="none">
                <a:solidFill>
                  <a:schemeClr val="lt1"/>
                </a:solidFill>
                <a:latin typeface="NVIDIA Sans Medium"/>
                <a:ea typeface="NVIDIA Sans Medium"/>
                <a:cs typeface="NVIDIA Sans Medium"/>
                <a:sym typeface="NVIDIA Sans Medium"/>
              </a:defRPr>
            </a:lvl1pPr>
            <a:lvl2pPr marL="914400" marR="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NVIDIA Sans"/>
              <a:buNone/>
              <a:defRPr sz="1300" b="1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2pPr>
            <a:lvl3pPr marL="1371600" marR="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NVIDIA Sans"/>
              <a:buNone/>
              <a:defRPr sz="1300" b="1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3pPr>
            <a:lvl4pPr marL="1828800" marR="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NVIDIA Sans"/>
              <a:buNone/>
              <a:defRPr sz="1300" b="1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4pPr>
            <a:lvl5pPr marL="2286000" marR="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NVIDIA Sans"/>
              <a:buNone/>
              <a:defRPr sz="1300" b="1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5pPr>
            <a:lvl6pPr marL="2743200" marR="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VIDIA Sans"/>
              <a:buChar char="•"/>
              <a:defRPr sz="18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6pPr>
            <a:lvl7pPr marL="3200400" marR="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VIDIA Sans"/>
              <a:buChar char="•"/>
              <a:defRPr sz="18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7pPr>
            <a:lvl8pPr marL="3657600" marR="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VIDIA Sans"/>
              <a:buChar char="•"/>
              <a:defRPr sz="18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8pPr>
            <a:lvl9pPr marL="4114800" marR="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VIDIA Sans"/>
              <a:buChar char="•"/>
              <a:defRPr sz="18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9pPr>
          </a:lstStyle>
          <a:p>
            <a:endParaRPr/>
          </a:p>
        </p:txBody>
      </p:sp>
      <p:sp>
        <p:nvSpPr>
          <p:cNvPr id="346" name="Google Shape;346;g3e23138d502_0_1107"/>
          <p:cNvSpPr txBox="1">
            <a:spLocks noGrp="1"/>
          </p:cNvSpPr>
          <p:nvPr>
            <p:ph type="body" idx="28"/>
          </p:nvPr>
        </p:nvSpPr>
        <p:spPr>
          <a:xfrm>
            <a:off x="9555505" y="3556498"/>
            <a:ext cx="2088000" cy="25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0475" tIns="15225" rIns="30475" bIns="15225" anchor="t" anchorCtr="0">
            <a:noAutofit/>
          </a:bodyPr>
          <a:lstStyle>
            <a:lvl1pPr marL="457200" marR="0" lvl="0" indent="-228600" algn="ctr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Clr>
                <a:schemeClr val="lt1"/>
              </a:buClr>
              <a:buSzPts val="900"/>
              <a:buFont typeface="NVIDIA Sans"/>
              <a:buNone/>
              <a:defRPr sz="900" b="0" i="0" u="none" strike="noStrike" cap="none">
                <a:solidFill>
                  <a:schemeClr val="lt1"/>
                </a:solidFill>
                <a:latin typeface="NVIDIA Sans"/>
                <a:ea typeface="NVIDIA Sans"/>
                <a:cs typeface="NVIDIA Sans"/>
                <a:sym typeface="NVIDIA Sans"/>
              </a:defRPr>
            </a:lvl1pPr>
            <a:lvl2pPr marL="914400" marR="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NVIDIA Sans"/>
              <a:buNone/>
              <a:defRPr sz="1300" b="1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2pPr>
            <a:lvl3pPr marL="1371600" marR="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NVIDIA Sans"/>
              <a:buNone/>
              <a:defRPr sz="1300" b="1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3pPr>
            <a:lvl4pPr marL="1828800" marR="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NVIDIA Sans"/>
              <a:buNone/>
              <a:defRPr sz="1300" b="1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4pPr>
            <a:lvl5pPr marL="2286000" marR="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NVIDIA Sans"/>
              <a:buNone/>
              <a:defRPr sz="1300" b="1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5pPr>
            <a:lvl6pPr marL="2743200" marR="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VIDIA Sans"/>
              <a:buChar char="•"/>
              <a:defRPr sz="18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6pPr>
            <a:lvl7pPr marL="3200400" marR="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VIDIA Sans"/>
              <a:buChar char="•"/>
              <a:defRPr sz="18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7pPr>
            <a:lvl8pPr marL="3657600" marR="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VIDIA Sans"/>
              <a:buChar char="•"/>
              <a:defRPr sz="18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8pPr>
            <a:lvl9pPr marL="4114800" marR="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VIDIA Sans"/>
              <a:buChar char="•"/>
              <a:defRPr sz="18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9pPr>
          </a:lstStyle>
          <a:p>
            <a:endParaRPr/>
          </a:p>
        </p:txBody>
      </p:sp>
      <p:sp>
        <p:nvSpPr>
          <p:cNvPr id="347" name="Google Shape;347;g3e23138d502_0_1107"/>
          <p:cNvSpPr txBox="1">
            <a:spLocks noGrp="1"/>
          </p:cNvSpPr>
          <p:nvPr>
            <p:ph type="body" idx="29"/>
          </p:nvPr>
        </p:nvSpPr>
        <p:spPr>
          <a:xfrm>
            <a:off x="545869" y="3327295"/>
            <a:ext cx="2088000" cy="25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0475" tIns="15225" rIns="30475" bIns="15225" anchor="b" anchorCtr="0">
            <a:noAutofit/>
          </a:bodyPr>
          <a:lstStyle>
            <a:lvl1pPr marL="457200" marR="0" lvl="0" indent="-22860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NVIDIA Sans"/>
              <a:buNone/>
              <a:defRPr sz="1300" b="0" i="0" u="none" strike="noStrike" cap="none">
                <a:solidFill>
                  <a:schemeClr val="lt1"/>
                </a:solidFill>
                <a:latin typeface="NVIDIA Sans Medium"/>
                <a:ea typeface="NVIDIA Sans Medium"/>
                <a:cs typeface="NVIDIA Sans Medium"/>
                <a:sym typeface="NVIDIA Sans Medium"/>
              </a:defRPr>
            </a:lvl1pPr>
            <a:lvl2pPr marL="914400" marR="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NVIDIA Sans"/>
              <a:buNone/>
              <a:defRPr sz="1300" b="1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2pPr>
            <a:lvl3pPr marL="1371600" marR="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NVIDIA Sans"/>
              <a:buNone/>
              <a:defRPr sz="1300" b="1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3pPr>
            <a:lvl4pPr marL="1828800" marR="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NVIDIA Sans"/>
              <a:buNone/>
              <a:defRPr sz="1300" b="1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4pPr>
            <a:lvl5pPr marL="2286000" marR="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NVIDIA Sans"/>
              <a:buNone/>
              <a:defRPr sz="1300" b="1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5pPr>
            <a:lvl6pPr marL="2743200" marR="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VIDIA Sans"/>
              <a:buChar char="•"/>
              <a:defRPr sz="18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6pPr>
            <a:lvl7pPr marL="3200400" marR="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VIDIA Sans"/>
              <a:buChar char="•"/>
              <a:defRPr sz="18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7pPr>
            <a:lvl8pPr marL="3657600" marR="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VIDIA Sans"/>
              <a:buChar char="•"/>
              <a:defRPr sz="18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8pPr>
            <a:lvl9pPr marL="4114800" marR="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VIDIA Sans"/>
              <a:buChar char="•"/>
              <a:defRPr sz="18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9pPr>
          </a:lstStyle>
          <a:p>
            <a:endParaRPr/>
          </a:p>
        </p:txBody>
      </p:sp>
      <p:sp>
        <p:nvSpPr>
          <p:cNvPr id="348" name="Google Shape;348;g3e23138d502_0_1107"/>
          <p:cNvSpPr txBox="1">
            <a:spLocks noGrp="1"/>
          </p:cNvSpPr>
          <p:nvPr>
            <p:ph type="body" idx="30"/>
          </p:nvPr>
        </p:nvSpPr>
        <p:spPr>
          <a:xfrm>
            <a:off x="545869" y="3556498"/>
            <a:ext cx="2088000" cy="25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0475" tIns="15225" rIns="30475" bIns="15225" anchor="t" anchorCtr="0">
            <a:noAutofit/>
          </a:bodyPr>
          <a:lstStyle>
            <a:lvl1pPr marL="457200" marR="0" lvl="0" indent="-228600" algn="ctr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Clr>
                <a:schemeClr val="lt1"/>
              </a:buClr>
              <a:buSzPts val="900"/>
              <a:buFont typeface="NVIDIA Sans"/>
              <a:buNone/>
              <a:defRPr sz="900" b="0" i="0" u="none" strike="noStrike" cap="none">
                <a:solidFill>
                  <a:schemeClr val="lt1"/>
                </a:solidFill>
                <a:latin typeface="NVIDIA Sans"/>
                <a:ea typeface="NVIDIA Sans"/>
                <a:cs typeface="NVIDIA Sans"/>
                <a:sym typeface="NVIDIA Sans"/>
              </a:defRPr>
            </a:lvl1pPr>
            <a:lvl2pPr marL="914400" marR="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NVIDIA Sans"/>
              <a:buNone/>
              <a:defRPr sz="1300" b="1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2pPr>
            <a:lvl3pPr marL="1371600" marR="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NVIDIA Sans"/>
              <a:buNone/>
              <a:defRPr sz="1300" b="1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3pPr>
            <a:lvl4pPr marL="1828800" marR="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NVIDIA Sans"/>
              <a:buNone/>
              <a:defRPr sz="1300" b="1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4pPr>
            <a:lvl5pPr marL="2286000" marR="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NVIDIA Sans"/>
              <a:buNone/>
              <a:defRPr sz="1300" b="1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5pPr>
            <a:lvl6pPr marL="2743200" marR="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VIDIA Sans"/>
              <a:buChar char="•"/>
              <a:defRPr sz="18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6pPr>
            <a:lvl7pPr marL="3200400" marR="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VIDIA Sans"/>
              <a:buChar char="•"/>
              <a:defRPr sz="18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7pPr>
            <a:lvl8pPr marL="3657600" marR="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VIDIA Sans"/>
              <a:buChar char="•"/>
              <a:defRPr sz="18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8pPr>
            <a:lvl9pPr marL="4114800" marR="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VIDIA Sans"/>
              <a:buChar char="•"/>
              <a:defRPr sz="18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9pPr>
          </a:lstStyle>
          <a:p>
            <a:endParaRPr/>
          </a:p>
        </p:txBody>
      </p:sp>
      <p:sp>
        <p:nvSpPr>
          <p:cNvPr id="349" name="Google Shape;349;g3e23138d502_0_1107"/>
          <p:cNvSpPr txBox="1">
            <a:spLocks noGrp="1"/>
          </p:cNvSpPr>
          <p:nvPr>
            <p:ph type="title"/>
          </p:nvPr>
        </p:nvSpPr>
        <p:spPr>
          <a:xfrm>
            <a:off x="838200" y="0"/>
            <a:ext cx="10515600" cy="83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0475" tIns="15225" rIns="30475" bIns="15225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NVIDIA Sans"/>
              <a:buNone/>
              <a:defRPr sz="2400" b="1" cap="none">
                <a:latin typeface="NVIDIA Sans"/>
                <a:ea typeface="NVIDIA Sans"/>
                <a:cs typeface="NVIDIA Sans"/>
                <a:sym typeface="NVIDIA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9pPr>
          </a:lstStyle>
          <a:p>
            <a:endParaRPr/>
          </a:p>
        </p:txBody>
      </p:sp>
      <p:sp>
        <p:nvSpPr>
          <p:cNvPr id="350" name="Google Shape;350;g3e23138d502_0_1107"/>
          <p:cNvSpPr txBox="1">
            <a:spLocks noGrp="1"/>
          </p:cNvSpPr>
          <p:nvPr>
            <p:ph type="body" idx="31"/>
          </p:nvPr>
        </p:nvSpPr>
        <p:spPr>
          <a:xfrm>
            <a:off x="838200" y="829056"/>
            <a:ext cx="10515600" cy="46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0475" tIns="15225" rIns="30475" bIns="15225" anchor="t" anchorCtr="0">
            <a:noAutofit/>
          </a:bodyPr>
          <a:lstStyle>
            <a:lvl1pPr marL="457200" marR="0" lvl="0" indent="-22860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NVIDIA Sans"/>
              <a:buNone/>
              <a:defRPr sz="1600" b="0" i="0" u="none" strike="noStrike" cap="none">
                <a:solidFill>
                  <a:schemeClr val="dk2"/>
                </a:solidFill>
                <a:latin typeface="NVIDIA Sans"/>
                <a:ea typeface="NVIDIA Sans"/>
                <a:cs typeface="NVIDIA Sans"/>
                <a:sym typeface="NVIDIA Sans"/>
              </a:defRPr>
            </a:lvl1pPr>
            <a:lvl2pPr marL="914400" marR="0" lvl="1" indent="-22860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NVIDIA Sans"/>
              <a:buNone/>
              <a:defRPr sz="15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2pPr>
            <a:lvl3pPr marL="1371600" marR="0" lvl="2" indent="-22860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NVIDIA Sans"/>
              <a:buNone/>
              <a:defRPr sz="15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3pPr>
            <a:lvl4pPr marL="1828800" marR="0" lvl="3" indent="-22860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NVIDIA Sans"/>
              <a:buNone/>
              <a:defRPr sz="15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4pPr>
            <a:lvl5pPr marL="2286000" marR="0" lvl="4" indent="-22860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NVIDIA Sans"/>
              <a:buNone/>
              <a:defRPr sz="15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5pPr>
            <a:lvl6pPr marL="2743200" marR="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VIDIA Sans"/>
              <a:buChar char="•"/>
              <a:defRPr sz="18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6pPr>
            <a:lvl7pPr marL="3200400" marR="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VIDIA Sans"/>
              <a:buChar char="•"/>
              <a:defRPr sz="18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7pPr>
            <a:lvl8pPr marL="3657600" marR="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VIDIA Sans"/>
              <a:buChar char="•"/>
              <a:defRPr sz="18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8pPr>
            <a:lvl9pPr marL="4114800" marR="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VIDIA Sans"/>
              <a:buChar char="•"/>
              <a:defRPr sz="18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0-up Image">
  <p:cSld name="10-up Image">
    <p:spTree>
      <p:nvGrpSpPr>
        <p:cNvPr id="1" name="Shape 3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2" name="Google Shape;352;g3e23138d502_0_1137"/>
          <p:cNvSpPr txBox="1">
            <a:spLocks noGrp="1"/>
          </p:cNvSpPr>
          <p:nvPr>
            <p:ph type="body" idx="1"/>
          </p:nvPr>
        </p:nvSpPr>
        <p:spPr>
          <a:xfrm>
            <a:off x="2794098" y="5686374"/>
            <a:ext cx="2087100" cy="25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0475" tIns="15225" rIns="30475" bIns="15225" anchor="b" anchorCtr="0">
            <a:noAutofit/>
          </a:bodyPr>
          <a:lstStyle>
            <a:lvl1pPr marL="457200" marR="0" lvl="0" indent="-22860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NVIDIA Sans"/>
              <a:buNone/>
              <a:defRPr sz="1300" b="0" i="0" u="none" strike="noStrike" cap="none">
                <a:solidFill>
                  <a:schemeClr val="lt1"/>
                </a:solidFill>
                <a:latin typeface="NVIDIA Sans Medium"/>
                <a:ea typeface="NVIDIA Sans Medium"/>
                <a:cs typeface="NVIDIA Sans Medium"/>
                <a:sym typeface="NVIDIA Sans Medium"/>
              </a:defRPr>
            </a:lvl1pPr>
            <a:lvl2pPr marL="914400" marR="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NVIDIA Sans"/>
              <a:buNone/>
              <a:defRPr sz="1300" b="1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2pPr>
            <a:lvl3pPr marL="1371600" marR="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NVIDIA Sans"/>
              <a:buNone/>
              <a:defRPr sz="1300" b="1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3pPr>
            <a:lvl4pPr marL="1828800" marR="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NVIDIA Sans"/>
              <a:buNone/>
              <a:defRPr sz="1300" b="1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4pPr>
            <a:lvl5pPr marL="2286000" marR="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NVIDIA Sans"/>
              <a:buNone/>
              <a:defRPr sz="1300" b="1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5pPr>
            <a:lvl6pPr marL="2743200" marR="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VIDIA Sans"/>
              <a:buChar char="•"/>
              <a:defRPr sz="18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6pPr>
            <a:lvl7pPr marL="3200400" marR="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VIDIA Sans"/>
              <a:buChar char="•"/>
              <a:defRPr sz="18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7pPr>
            <a:lvl8pPr marL="3657600" marR="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VIDIA Sans"/>
              <a:buChar char="•"/>
              <a:defRPr sz="18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8pPr>
            <a:lvl9pPr marL="4114800" marR="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VIDIA Sans"/>
              <a:buChar char="•"/>
              <a:defRPr sz="18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9pPr>
          </a:lstStyle>
          <a:p>
            <a:endParaRPr/>
          </a:p>
        </p:txBody>
      </p:sp>
      <p:sp>
        <p:nvSpPr>
          <p:cNvPr id="353" name="Google Shape;353;g3e23138d502_0_1137"/>
          <p:cNvSpPr txBox="1">
            <a:spLocks noGrp="1"/>
          </p:cNvSpPr>
          <p:nvPr>
            <p:ph type="body" idx="2"/>
          </p:nvPr>
        </p:nvSpPr>
        <p:spPr>
          <a:xfrm>
            <a:off x="545868" y="5686374"/>
            <a:ext cx="2085000" cy="25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0475" tIns="15225" rIns="30475" bIns="15225" anchor="b" anchorCtr="0">
            <a:noAutofit/>
          </a:bodyPr>
          <a:lstStyle>
            <a:lvl1pPr marL="457200" marR="0" lvl="0" indent="-22860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NVIDIA Sans"/>
              <a:buNone/>
              <a:defRPr sz="1300" b="0" i="0" u="none" strike="noStrike" cap="none">
                <a:solidFill>
                  <a:schemeClr val="lt1"/>
                </a:solidFill>
                <a:latin typeface="NVIDIA Sans Medium"/>
                <a:ea typeface="NVIDIA Sans Medium"/>
                <a:cs typeface="NVIDIA Sans Medium"/>
                <a:sym typeface="NVIDIA Sans Medium"/>
              </a:defRPr>
            </a:lvl1pPr>
            <a:lvl2pPr marL="914400" marR="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NVIDIA Sans"/>
              <a:buNone/>
              <a:defRPr sz="1300" b="1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2pPr>
            <a:lvl3pPr marL="1371600" marR="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NVIDIA Sans"/>
              <a:buNone/>
              <a:defRPr sz="1300" b="1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3pPr>
            <a:lvl4pPr marL="1828800" marR="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NVIDIA Sans"/>
              <a:buNone/>
              <a:defRPr sz="1300" b="1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4pPr>
            <a:lvl5pPr marL="2286000" marR="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NVIDIA Sans"/>
              <a:buNone/>
              <a:defRPr sz="1300" b="1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5pPr>
            <a:lvl6pPr marL="2743200" marR="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VIDIA Sans"/>
              <a:buChar char="•"/>
              <a:defRPr sz="18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6pPr>
            <a:lvl7pPr marL="3200400" marR="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VIDIA Sans"/>
              <a:buChar char="•"/>
              <a:defRPr sz="18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7pPr>
            <a:lvl8pPr marL="3657600" marR="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VIDIA Sans"/>
              <a:buChar char="•"/>
              <a:defRPr sz="18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8pPr>
            <a:lvl9pPr marL="4114800" marR="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VIDIA Sans"/>
              <a:buChar char="•"/>
              <a:defRPr sz="18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9pPr>
          </a:lstStyle>
          <a:p>
            <a:endParaRPr/>
          </a:p>
        </p:txBody>
      </p:sp>
      <p:sp>
        <p:nvSpPr>
          <p:cNvPr id="354" name="Google Shape;354;g3e23138d502_0_1137"/>
          <p:cNvSpPr txBox="1">
            <a:spLocks noGrp="1"/>
          </p:cNvSpPr>
          <p:nvPr>
            <p:ph type="body" idx="3"/>
          </p:nvPr>
        </p:nvSpPr>
        <p:spPr>
          <a:xfrm>
            <a:off x="2794098" y="5909019"/>
            <a:ext cx="2087100" cy="25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0475" tIns="15225" rIns="30475" bIns="15225" anchor="t" anchorCtr="0">
            <a:noAutofit/>
          </a:bodyPr>
          <a:lstStyle>
            <a:lvl1pPr marL="457200" marR="0" lvl="0" indent="-228600" algn="ctr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Clr>
                <a:schemeClr val="lt1"/>
              </a:buClr>
              <a:buSzPts val="900"/>
              <a:buFont typeface="NVIDIA Sans"/>
              <a:buNone/>
              <a:defRPr sz="900" b="0" i="0" u="none" strike="noStrike" cap="none">
                <a:solidFill>
                  <a:schemeClr val="lt1"/>
                </a:solidFill>
                <a:latin typeface="NVIDIA Sans"/>
                <a:ea typeface="NVIDIA Sans"/>
                <a:cs typeface="NVIDIA Sans"/>
                <a:sym typeface="NVIDIA Sans"/>
              </a:defRPr>
            </a:lvl1pPr>
            <a:lvl2pPr marL="914400" marR="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NVIDIA Sans"/>
              <a:buNone/>
              <a:defRPr sz="1300" b="1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2pPr>
            <a:lvl3pPr marL="1371600" marR="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NVIDIA Sans"/>
              <a:buNone/>
              <a:defRPr sz="1300" b="1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3pPr>
            <a:lvl4pPr marL="1828800" marR="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NVIDIA Sans"/>
              <a:buNone/>
              <a:defRPr sz="1300" b="1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4pPr>
            <a:lvl5pPr marL="2286000" marR="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NVIDIA Sans"/>
              <a:buNone/>
              <a:defRPr sz="1300" b="1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5pPr>
            <a:lvl6pPr marL="2743200" marR="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VIDIA Sans"/>
              <a:buChar char="•"/>
              <a:defRPr sz="18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6pPr>
            <a:lvl7pPr marL="3200400" marR="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VIDIA Sans"/>
              <a:buChar char="•"/>
              <a:defRPr sz="18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7pPr>
            <a:lvl8pPr marL="3657600" marR="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VIDIA Sans"/>
              <a:buChar char="•"/>
              <a:defRPr sz="18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8pPr>
            <a:lvl9pPr marL="4114800" marR="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VIDIA Sans"/>
              <a:buChar char="•"/>
              <a:defRPr sz="18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9pPr>
          </a:lstStyle>
          <a:p>
            <a:endParaRPr/>
          </a:p>
        </p:txBody>
      </p:sp>
      <p:sp>
        <p:nvSpPr>
          <p:cNvPr id="355" name="Google Shape;355;g3e23138d502_0_1137"/>
          <p:cNvSpPr txBox="1">
            <a:spLocks noGrp="1"/>
          </p:cNvSpPr>
          <p:nvPr>
            <p:ph type="body" idx="4"/>
          </p:nvPr>
        </p:nvSpPr>
        <p:spPr>
          <a:xfrm>
            <a:off x="545868" y="5909019"/>
            <a:ext cx="2085000" cy="25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0475" tIns="15225" rIns="30475" bIns="15225" anchor="t" anchorCtr="0">
            <a:noAutofit/>
          </a:bodyPr>
          <a:lstStyle>
            <a:lvl1pPr marL="457200" marR="0" lvl="0" indent="-228600" algn="ctr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Clr>
                <a:schemeClr val="lt1"/>
              </a:buClr>
              <a:buSzPts val="900"/>
              <a:buFont typeface="NVIDIA Sans"/>
              <a:buNone/>
              <a:defRPr sz="900" b="0" i="0" u="none" strike="noStrike" cap="none">
                <a:solidFill>
                  <a:schemeClr val="lt1"/>
                </a:solidFill>
                <a:latin typeface="NVIDIA Sans"/>
                <a:ea typeface="NVIDIA Sans"/>
                <a:cs typeface="NVIDIA Sans"/>
                <a:sym typeface="NVIDIA Sans"/>
              </a:defRPr>
            </a:lvl1pPr>
            <a:lvl2pPr marL="914400" marR="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NVIDIA Sans"/>
              <a:buNone/>
              <a:defRPr sz="1300" b="1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2pPr>
            <a:lvl3pPr marL="1371600" marR="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NVIDIA Sans"/>
              <a:buNone/>
              <a:defRPr sz="1300" b="1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3pPr>
            <a:lvl4pPr marL="1828800" marR="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NVIDIA Sans"/>
              <a:buNone/>
              <a:defRPr sz="1300" b="1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4pPr>
            <a:lvl5pPr marL="2286000" marR="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NVIDIA Sans"/>
              <a:buNone/>
              <a:defRPr sz="1300" b="1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5pPr>
            <a:lvl6pPr marL="2743200" marR="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VIDIA Sans"/>
              <a:buChar char="•"/>
              <a:defRPr sz="18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6pPr>
            <a:lvl7pPr marL="3200400" marR="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VIDIA Sans"/>
              <a:buChar char="•"/>
              <a:defRPr sz="18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7pPr>
            <a:lvl8pPr marL="3657600" marR="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VIDIA Sans"/>
              <a:buChar char="•"/>
              <a:defRPr sz="18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8pPr>
            <a:lvl9pPr marL="4114800" marR="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VIDIA Sans"/>
              <a:buChar char="•"/>
              <a:defRPr sz="18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9pPr>
          </a:lstStyle>
          <a:p>
            <a:endParaRPr/>
          </a:p>
        </p:txBody>
      </p:sp>
      <p:sp>
        <p:nvSpPr>
          <p:cNvPr id="356" name="Google Shape;356;g3e23138d502_0_1137"/>
          <p:cNvSpPr>
            <a:spLocks noGrp="1"/>
          </p:cNvSpPr>
          <p:nvPr>
            <p:ph type="pic" idx="5"/>
          </p:nvPr>
        </p:nvSpPr>
        <p:spPr>
          <a:xfrm>
            <a:off x="545868" y="3975399"/>
            <a:ext cx="2088000" cy="1645800"/>
          </a:xfrm>
          <a:prstGeom prst="rect">
            <a:avLst/>
          </a:prstGeom>
          <a:solidFill>
            <a:srgbClr val="151617">
              <a:alpha val="60780"/>
            </a:srgbClr>
          </a:solidFill>
          <a:ln w="3175" cap="flat" cmpd="sng">
            <a:solidFill>
              <a:schemeClr val="accent5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57" name="Google Shape;357;g3e23138d502_0_1137"/>
          <p:cNvSpPr>
            <a:spLocks noGrp="1"/>
          </p:cNvSpPr>
          <p:nvPr>
            <p:ph type="pic" idx="6"/>
          </p:nvPr>
        </p:nvSpPr>
        <p:spPr>
          <a:xfrm>
            <a:off x="2798714" y="3975399"/>
            <a:ext cx="2088000" cy="1645800"/>
          </a:xfrm>
          <a:prstGeom prst="rect">
            <a:avLst/>
          </a:prstGeom>
          <a:solidFill>
            <a:srgbClr val="151617">
              <a:alpha val="60780"/>
            </a:srgbClr>
          </a:solidFill>
          <a:ln w="3175" cap="flat" cmpd="sng">
            <a:solidFill>
              <a:schemeClr val="accent5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58" name="Google Shape;358;g3e23138d502_0_1137"/>
          <p:cNvSpPr>
            <a:spLocks noGrp="1"/>
          </p:cNvSpPr>
          <p:nvPr>
            <p:ph type="pic" idx="7"/>
          </p:nvPr>
        </p:nvSpPr>
        <p:spPr>
          <a:xfrm>
            <a:off x="7300862" y="3975399"/>
            <a:ext cx="2088000" cy="1645800"/>
          </a:xfrm>
          <a:prstGeom prst="rect">
            <a:avLst/>
          </a:prstGeom>
          <a:solidFill>
            <a:srgbClr val="151617">
              <a:alpha val="60780"/>
            </a:srgbClr>
          </a:solidFill>
          <a:ln w="3175" cap="flat" cmpd="sng">
            <a:solidFill>
              <a:schemeClr val="accent5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59" name="Google Shape;359;g3e23138d502_0_1137"/>
          <p:cNvSpPr txBox="1">
            <a:spLocks noGrp="1"/>
          </p:cNvSpPr>
          <p:nvPr>
            <p:ph type="body" idx="8"/>
          </p:nvPr>
        </p:nvSpPr>
        <p:spPr>
          <a:xfrm>
            <a:off x="5044198" y="5686374"/>
            <a:ext cx="2088000" cy="25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0475" tIns="15225" rIns="30475" bIns="15225" anchor="b" anchorCtr="0">
            <a:noAutofit/>
          </a:bodyPr>
          <a:lstStyle>
            <a:lvl1pPr marL="457200" marR="0" lvl="0" indent="-22860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NVIDIA Sans"/>
              <a:buNone/>
              <a:defRPr sz="1300" b="0" i="0" u="none" strike="noStrike" cap="none">
                <a:solidFill>
                  <a:schemeClr val="lt1"/>
                </a:solidFill>
                <a:latin typeface="NVIDIA Sans Medium"/>
                <a:ea typeface="NVIDIA Sans Medium"/>
                <a:cs typeface="NVIDIA Sans Medium"/>
                <a:sym typeface="NVIDIA Sans Medium"/>
              </a:defRPr>
            </a:lvl1pPr>
            <a:lvl2pPr marL="914400" marR="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NVIDIA Sans"/>
              <a:buNone/>
              <a:defRPr sz="1300" b="1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2pPr>
            <a:lvl3pPr marL="1371600" marR="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NVIDIA Sans"/>
              <a:buNone/>
              <a:defRPr sz="1300" b="1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3pPr>
            <a:lvl4pPr marL="1828800" marR="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NVIDIA Sans"/>
              <a:buNone/>
              <a:defRPr sz="1300" b="1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4pPr>
            <a:lvl5pPr marL="2286000" marR="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NVIDIA Sans"/>
              <a:buNone/>
              <a:defRPr sz="1300" b="1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5pPr>
            <a:lvl6pPr marL="2743200" marR="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VIDIA Sans"/>
              <a:buChar char="•"/>
              <a:defRPr sz="18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6pPr>
            <a:lvl7pPr marL="3200400" marR="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VIDIA Sans"/>
              <a:buChar char="•"/>
              <a:defRPr sz="18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7pPr>
            <a:lvl8pPr marL="3657600" marR="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VIDIA Sans"/>
              <a:buChar char="•"/>
              <a:defRPr sz="18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8pPr>
            <a:lvl9pPr marL="4114800" marR="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VIDIA Sans"/>
              <a:buChar char="•"/>
              <a:defRPr sz="18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9pPr>
          </a:lstStyle>
          <a:p>
            <a:endParaRPr/>
          </a:p>
        </p:txBody>
      </p:sp>
      <p:sp>
        <p:nvSpPr>
          <p:cNvPr id="360" name="Google Shape;360;g3e23138d502_0_1137"/>
          <p:cNvSpPr txBox="1">
            <a:spLocks noGrp="1"/>
          </p:cNvSpPr>
          <p:nvPr>
            <p:ph type="body" idx="9"/>
          </p:nvPr>
        </p:nvSpPr>
        <p:spPr>
          <a:xfrm>
            <a:off x="5044198" y="5909019"/>
            <a:ext cx="2088000" cy="25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0475" tIns="15225" rIns="30475" bIns="15225" anchor="t" anchorCtr="0">
            <a:noAutofit/>
          </a:bodyPr>
          <a:lstStyle>
            <a:lvl1pPr marL="457200" marR="0" lvl="0" indent="-228600" algn="ctr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Clr>
                <a:schemeClr val="lt1"/>
              </a:buClr>
              <a:buSzPts val="900"/>
              <a:buFont typeface="NVIDIA Sans"/>
              <a:buNone/>
              <a:defRPr sz="900" b="0" i="0" u="none" strike="noStrike" cap="none">
                <a:solidFill>
                  <a:schemeClr val="lt1"/>
                </a:solidFill>
                <a:latin typeface="NVIDIA Sans"/>
                <a:ea typeface="NVIDIA Sans"/>
                <a:cs typeface="NVIDIA Sans"/>
                <a:sym typeface="NVIDIA Sans"/>
              </a:defRPr>
            </a:lvl1pPr>
            <a:lvl2pPr marL="914400" marR="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NVIDIA Sans"/>
              <a:buNone/>
              <a:defRPr sz="1300" b="1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2pPr>
            <a:lvl3pPr marL="1371600" marR="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NVIDIA Sans"/>
              <a:buNone/>
              <a:defRPr sz="1300" b="1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3pPr>
            <a:lvl4pPr marL="1828800" marR="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NVIDIA Sans"/>
              <a:buNone/>
              <a:defRPr sz="1300" b="1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4pPr>
            <a:lvl5pPr marL="2286000" marR="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NVIDIA Sans"/>
              <a:buNone/>
              <a:defRPr sz="1300" b="1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5pPr>
            <a:lvl6pPr marL="2743200" marR="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VIDIA Sans"/>
              <a:buChar char="•"/>
              <a:defRPr sz="18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6pPr>
            <a:lvl7pPr marL="3200400" marR="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VIDIA Sans"/>
              <a:buChar char="•"/>
              <a:defRPr sz="18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7pPr>
            <a:lvl8pPr marL="3657600" marR="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VIDIA Sans"/>
              <a:buChar char="•"/>
              <a:defRPr sz="18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8pPr>
            <a:lvl9pPr marL="4114800" marR="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VIDIA Sans"/>
              <a:buChar char="•"/>
              <a:defRPr sz="18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9pPr>
          </a:lstStyle>
          <a:p>
            <a:endParaRPr/>
          </a:p>
        </p:txBody>
      </p:sp>
      <p:sp>
        <p:nvSpPr>
          <p:cNvPr id="361" name="Google Shape;361;g3e23138d502_0_1137"/>
          <p:cNvSpPr>
            <a:spLocks noGrp="1"/>
          </p:cNvSpPr>
          <p:nvPr>
            <p:ph type="pic" idx="13"/>
          </p:nvPr>
        </p:nvSpPr>
        <p:spPr>
          <a:xfrm>
            <a:off x="5050687" y="1616280"/>
            <a:ext cx="2088000" cy="1645800"/>
          </a:xfrm>
          <a:prstGeom prst="rect">
            <a:avLst/>
          </a:prstGeom>
          <a:solidFill>
            <a:srgbClr val="151617">
              <a:alpha val="60780"/>
            </a:srgbClr>
          </a:solidFill>
          <a:ln w="3175" cap="flat" cmpd="sng">
            <a:solidFill>
              <a:schemeClr val="accent5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62" name="Google Shape;362;g3e23138d502_0_1137"/>
          <p:cNvSpPr>
            <a:spLocks noGrp="1"/>
          </p:cNvSpPr>
          <p:nvPr>
            <p:ph type="pic" idx="14"/>
          </p:nvPr>
        </p:nvSpPr>
        <p:spPr>
          <a:xfrm>
            <a:off x="2798278" y="1616280"/>
            <a:ext cx="2088000" cy="1645800"/>
          </a:xfrm>
          <a:prstGeom prst="rect">
            <a:avLst/>
          </a:prstGeom>
          <a:solidFill>
            <a:srgbClr val="151617">
              <a:alpha val="60780"/>
            </a:srgbClr>
          </a:solidFill>
          <a:ln w="3175" cap="flat" cmpd="sng">
            <a:solidFill>
              <a:schemeClr val="accent5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63" name="Google Shape;363;g3e23138d502_0_1137"/>
          <p:cNvSpPr>
            <a:spLocks noGrp="1"/>
          </p:cNvSpPr>
          <p:nvPr>
            <p:ph type="pic" idx="15"/>
          </p:nvPr>
        </p:nvSpPr>
        <p:spPr>
          <a:xfrm>
            <a:off x="545869" y="1616280"/>
            <a:ext cx="2088000" cy="1645800"/>
          </a:xfrm>
          <a:prstGeom prst="rect">
            <a:avLst/>
          </a:prstGeom>
          <a:solidFill>
            <a:srgbClr val="151617">
              <a:alpha val="60780"/>
            </a:srgbClr>
          </a:solidFill>
          <a:ln w="3175" cap="flat" cmpd="sng">
            <a:solidFill>
              <a:schemeClr val="accent5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64" name="Google Shape;364;g3e23138d502_0_1137"/>
          <p:cNvSpPr>
            <a:spLocks noGrp="1"/>
          </p:cNvSpPr>
          <p:nvPr>
            <p:ph type="pic" idx="16"/>
          </p:nvPr>
        </p:nvSpPr>
        <p:spPr>
          <a:xfrm>
            <a:off x="7303096" y="1616280"/>
            <a:ext cx="2088000" cy="1645800"/>
          </a:xfrm>
          <a:prstGeom prst="rect">
            <a:avLst/>
          </a:prstGeom>
          <a:solidFill>
            <a:srgbClr val="151617">
              <a:alpha val="60780"/>
            </a:srgbClr>
          </a:solidFill>
          <a:ln w="3175" cap="flat" cmpd="sng">
            <a:solidFill>
              <a:schemeClr val="accent5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65" name="Google Shape;365;g3e23138d502_0_1137"/>
          <p:cNvSpPr>
            <a:spLocks noGrp="1"/>
          </p:cNvSpPr>
          <p:nvPr>
            <p:ph type="pic" idx="17"/>
          </p:nvPr>
        </p:nvSpPr>
        <p:spPr>
          <a:xfrm>
            <a:off x="9555505" y="1616280"/>
            <a:ext cx="2088000" cy="1645800"/>
          </a:xfrm>
          <a:prstGeom prst="rect">
            <a:avLst/>
          </a:prstGeom>
          <a:solidFill>
            <a:srgbClr val="151617">
              <a:alpha val="60780"/>
            </a:srgbClr>
          </a:solidFill>
          <a:ln w="3175" cap="flat" cmpd="sng">
            <a:solidFill>
              <a:schemeClr val="accent5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66" name="Google Shape;366;g3e23138d502_0_1137"/>
          <p:cNvSpPr>
            <a:spLocks noGrp="1"/>
          </p:cNvSpPr>
          <p:nvPr>
            <p:ph type="pic" idx="18"/>
          </p:nvPr>
        </p:nvSpPr>
        <p:spPr>
          <a:xfrm>
            <a:off x="5048016" y="3975399"/>
            <a:ext cx="2088000" cy="1645800"/>
          </a:xfrm>
          <a:prstGeom prst="rect">
            <a:avLst/>
          </a:prstGeom>
          <a:solidFill>
            <a:srgbClr val="151617">
              <a:alpha val="60780"/>
            </a:srgbClr>
          </a:solidFill>
          <a:ln w="3175" cap="flat" cmpd="sng">
            <a:solidFill>
              <a:schemeClr val="accent5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67" name="Google Shape;367;g3e23138d502_0_1137"/>
          <p:cNvSpPr txBox="1">
            <a:spLocks noGrp="1"/>
          </p:cNvSpPr>
          <p:nvPr>
            <p:ph type="body" idx="19"/>
          </p:nvPr>
        </p:nvSpPr>
        <p:spPr>
          <a:xfrm>
            <a:off x="7302536" y="5686374"/>
            <a:ext cx="2088000" cy="25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0475" tIns="15225" rIns="30475" bIns="15225" anchor="b" anchorCtr="0">
            <a:noAutofit/>
          </a:bodyPr>
          <a:lstStyle>
            <a:lvl1pPr marL="457200" marR="0" lvl="0" indent="-22860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NVIDIA Sans"/>
              <a:buNone/>
              <a:defRPr sz="1300" b="0" i="0" u="none" strike="noStrike" cap="none">
                <a:solidFill>
                  <a:schemeClr val="lt1"/>
                </a:solidFill>
                <a:latin typeface="NVIDIA Sans Medium"/>
                <a:ea typeface="NVIDIA Sans Medium"/>
                <a:cs typeface="NVIDIA Sans Medium"/>
                <a:sym typeface="NVIDIA Sans Medium"/>
              </a:defRPr>
            </a:lvl1pPr>
            <a:lvl2pPr marL="914400" marR="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NVIDIA Sans"/>
              <a:buNone/>
              <a:defRPr sz="1300" b="1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2pPr>
            <a:lvl3pPr marL="1371600" marR="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NVIDIA Sans"/>
              <a:buNone/>
              <a:defRPr sz="1300" b="1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3pPr>
            <a:lvl4pPr marL="1828800" marR="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NVIDIA Sans"/>
              <a:buNone/>
              <a:defRPr sz="1300" b="1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4pPr>
            <a:lvl5pPr marL="2286000" marR="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NVIDIA Sans"/>
              <a:buNone/>
              <a:defRPr sz="1300" b="1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5pPr>
            <a:lvl6pPr marL="2743200" marR="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VIDIA Sans"/>
              <a:buChar char="•"/>
              <a:defRPr sz="18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6pPr>
            <a:lvl7pPr marL="3200400" marR="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VIDIA Sans"/>
              <a:buChar char="•"/>
              <a:defRPr sz="18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7pPr>
            <a:lvl8pPr marL="3657600" marR="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VIDIA Sans"/>
              <a:buChar char="•"/>
              <a:defRPr sz="18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8pPr>
            <a:lvl9pPr marL="4114800" marR="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VIDIA Sans"/>
              <a:buChar char="•"/>
              <a:defRPr sz="18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9pPr>
          </a:lstStyle>
          <a:p>
            <a:endParaRPr/>
          </a:p>
        </p:txBody>
      </p:sp>
      <p:sp>
        <p:nvSpPr>
          <p:cNvPr id="368" name="Google Shape;368;g3e23138d502_0_1137"/>
          <p:cNvSpPr txBox="1">
            <a:spLocks noGrp="1"/>
          </p:cNvSpPr>
          <p:nvPr>
            <p:ph type="body" idx="20"/>
          </p:nvPr>
        </p:nvSpPr>
        <p:spPr>
          <a:xfrm>
            <a:off x="7302536" y="5909019"/>
            <a:ext cx="2088000" cy="25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0475" tIns="15225" rIns="30475" bIns="15225" anchor="t" anchorCtr="0">
            <a:noAutofit/>
          </a:bodyPr>
          <a:lstStyle>
            <a:lvl1pPr marL="457200" marR="0" lvl="0" indent="-228600" algn="ctr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Clr>
                <a:schemeClr val="lt1"/>
              </a:buClr>
              <a:buSzPts val="900"/>
              <a:buFont typeface="NVIDIA Sans"/>
              <a:buNone/>
              <a:defRPr sz="900" b="0" i="0" u="none" strike="noStrike" cap="none">
                <a:solidFill>
                  <a:schemeClr val="lt1"/>
                </a:solidFill>
                <a:latin typeface="NVIDIA Sans"/>
                <a:ea typeface="NVIDIA Sans"/>
                <a:cs typeface="NVIDIA Sans"/>
                <a:sym typeface="NVIDIA Sans"/>
              </a:defRPr>
            </a:lvl1pPr>
            <a:lvl2pPr marL="914400" marR="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NVIDIA Sans"/>
              <a:buNone/>
              <a:defRPr sz="1300" b="1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2pPr>
            <a:lvl3pPr marL="1371600" marR="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NVIDIA Sans"/>
              <a:buNone/>
              <a:defRPr sz="1300" b="1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3pPr>
            <a:lvl4pPr marL="1828800" marR="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NVIDIA Sans"/>
              <a:buNone/>
              <a:defRPr sz="1300" b="1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4pPr>
            <a:lvl5pPr marL="2286000" marR="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NVIDIA Sans"/>
              <a:buNone/>
              <a:defRPr sz="1300" b="1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5pPr>
            <a:lvl6pPr marL="2743200" marR="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VIDIA Sans"/>
              <a:buChar char="•"/>
              <a:defRPr sz="18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6pPr>
            <a:lvl7pPr marL="3200400" marR="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VIDIA Sans"/>
              <a:buChar char="•"/>
              <a:defRPr sz="18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7pPr>
            <a:lvl8pPr marL="3657600" marR="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VIDIA Sans"/>
              <a:buChar char="•"/>
              <a:defRPr sz="18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8pPr>
            <a:lvl9pPr marL="4114800" marR="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VIDIA Sans"/>
              <a:buChar char="•"/>
              <a:defRPr sz="18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9pPr>
          </a:lstStyle>
          <a:p>
            <a:endParaRPr/>
          </a:p>
        </p:txBody>
      </p:sp>
      <p:sp>
        <p:nvSpPr>
          <p:cNvPr id="369" name="Google Shape;369;g3e23138d502_0_1137"/>
          <p:cNvSpPr txBox="1">
            <a:spLocks noGrp="1"/>
          </p:cNvSpPr>
          <p:nvPr>
            <p:ph type="body" idx="21"/>
          </p:nvPr>
        </p:nvSpPr>
        <p:spPr>
          <a:xfrm>
            <a:off x="5047304" y="3327295"/>
            <a:ext cx="2088000" cy="25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0475" tIns="15225" rIns="30475" bIns="15225" anchor="b" anchorCtr="0">
            <a:noAutofit/>
          </a:bodyPr>
          <a:lstStyle>
            <a:lvl1pPr marL="457200" marR="0" lvl="0" indent="-22860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NVIDIA Sans"/>
              <a:buNone/>
              <a:defRPr sz="1300" b="0" i="0" u="none" strike="noStrike" cap="none">
                <a:solidFill>
                  <a:schemeClr val="lt1"/>
                </a:solidFill>
                <a:latin typeface="NVIDIA Sans Medium"/>
                <a:ea typeface="NVIDIA Sans Medium"/>
                <a:cs typeface="NVIDIA Sans Medium"/>
                <a:sym typeface="NVIDIA Sans Medium"/>
              </a:defRPr>
            </a:lvl1pPr>
            <a:lvl2pPr marL="914400" marR="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NVIDIA Sans"/>
              <a:buNone/>
              <a:defRPr sz="1300" b="1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2pPr>
            <a:lvl3pPr marL="1371600" marR="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NVIDIA Sans"/>
              <a:buNone/>
              <a:defRPr sz="1300" b="1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3pPr>
            <a:lvl4pPr marL="1828800" marR="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NVIDIA Sans"/>
              <a:buNone/>
              <a:defRPr sz="1300" b="1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4pPr>
            <a:lvl5pPr marL="2286000" marR="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NVIDIA Sans"/>
              <a:buNone/>
              <a:defRPr sz="1300" b="1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5pPr>
            <a:lvl6pPr marL="2743200" marR="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VIDIA Sans"/>
              <a:buChar char="•"/>
              <a:defRPr sz="18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6pPr>
            <a:lvl7pPr marL="3200400" marR="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VIDIA Sans"/>
              <a:buChar char="•"/>
              <a:defRPr sz="18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7pPr>
            <a:lvl8pPr marL="3657600" marR="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VIDIA Sans"/>
              <a:buChar char="•"/>
              <a:defRPr sz="18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8pPr>
            <a:lvl9pPr marL="4114800" marR="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VIDIA Sans"/>
              <a:buChar char="•"/>
              <a:defRPr sz="18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9pPr>
          </a:lstStyle>
          <a:p>
            <a:endParaRPr/>
          </a:p>
        </p:txBody>
      </p:sp>
      <p:sp>
        <p:nvSpPr>
          <p:cNvPr id="370" name="Google Shape;370;g3e23138d502_0_1137"/>
          <p:cNvSpPr txBox="1">
            <a:spLocks noGrp="1"/>
          </p:cNvSpPr>
          <p:nvPr>
            <p:ph type="body" idx="22"/>
          </p:nvPr>
        </p:nvSpPr>
        <p:spPr>
          <a:xfrm>
            <a:off x="2797319" y="3327295"/>
            <a:ext cx="2088000" cy="25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0475" tIns="15225" rIns="30475" bIns="15225" anchor="b" anchorCtr="0">
            <a:noAutofit/>
          </a:bodyPr>
          <a:lstStyle>
            <a:lvl1pPr marL="457200" marR="0" lvl="0" indent="-22860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NVIDIA Sans"/>
              <a:buNone/>
              <a:defRPr sz="1300" b="0" i="0" u="none" strike="noStrike" cap="none">
                <a:solidFill>
                  <a:schemeClr val="lt1"/>
                </a:solidFill>
                <a:latin typeface="NVIDIA Sans Medium"/>
                <a:ea typeface="NVIDIA Sans Medium"/>
                <a:cs typeface="NVIDIA Sans Medium"/>
                <a:sym typeface="NVIDIA Sans Medium"/>
              </a:defRPr>
            </a:lvl1pPr>
            <a:lvl2pPr marL="914400" marR="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NVIDIA Sans"/>
              <a:buNone/>
              <a:defRPr sz="1300" b="1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2pPr>
            <a:lvl3pPr marL="1371600" marR="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NVIDIA Sans"/>
              <a:buNone/>
              <a:defRPr sz="1300" b="1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3pPr>
            <a:lvl4pPr marL="1828800" marR="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NVIDIA Sans"/>
              <a:buNone/>
              <a:defRPr sz="1300" b="1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4pPr>
            <a:lvl5pPr marL="2286000" marR="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NVIDIA Sans"/>
              <a:buNone/>
              <a:defRPr sz="1300" b="1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5pPr>
            <a:lvl6pPr marL="2743200" marR="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VIDIA Sans"/>
              <a:buChar char="•"/>
              <a:defRPr sz="18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6pPr>
            <a:lvl7pPr marL="3200400" marR="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VIDIA Sans"/>
              <a:buChar char="•"/>
              <a:defRPr sz="18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7pPr>
            <a:lvl8pPr marL="3657600" marR="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VIDIA Sans"/>
              <a:buChar char="•"/>
              <a:defRPr sz="18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8pPr>
            <a:lvl9pPr marL="4114800" marR="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VIDIA Sans"/>
              <a:buChar char="•"/>
              <a:defRPr sz="18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9pPr>
          </a:lstStyle>
          <a:p>
            <a:endParaRPr/>
          </a:p>
        </p:txBody>
      </p:sp>
      <p:sp>
        <p:nvSpPr>
          <p:cNvPr id="371" name="Google Shape;371;g3e23138d502_0_1137"/>
          <p:cNvSpPr txBox="1">
            <a:spLocks noGrp="1"/>
          </p:cNvSpPr>
          <p:nvPr>
            <p:ph type="body" idx="23"/>
          </p:nvPr>
        </p:nvSpPr>
        <p:spPr>
          <a:xfrm>
            <a:off x="5047304" y="3556498"/>
            <a:ext cx="2088000" cy="25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0475" tIns="15225" rIns="30475" bIns="15225" anchor="t" anchorCtr="0">
            <a:noAutofit/>
          </a:bodyPr>
          <a:lstStyle>
            <a:lvl1pPr marL="457200" marR="0" lvl="0" indent="-228600" algn="ctr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Clr>
                <a:schemeClr val="lt1"/>
              </a:buClr>
              <a:buSzPts val="900"/>
              <a:buFont typeface="NVIDIA Sans"/>
              <a:buNone/>
              <a:defRPr sz="900" b="0" i="0" u="none" strike="noStrike" cap="none">
                <a:solidFill>
                  <a:schemeClr val="lt1"/>
                </a:solidFill>
                <a:latin typeface="NVIDIA Sans"/>
                <a:ea typeface="NVIDIA Sans"/>
                <a:cs typeface="NVIDIA Sans"/>
                <a:sym typeface="NVIDIA Sans"/>
              </a:defRPr>
            </a:lvl1pPr>
            <a:lvl2pPr marL="914400" marR="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NVIDIA Sans"/>
              <a:buNone/>
              <a:defRPr sz="1300" b="1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2pPr>
            <a:lvl3pPr marL="1371600" marR="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NVIDIA Sans"/>
              <a:buNone/>
              <a:defRPr sz="1300" b="1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3pPr>
            <a:lvl4pPr marL="1828800" marR="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NVIDIA Sans"/>
              <a:buNone/>
              <a:defRPr sz="1300" b="1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4pPr>
            <a:lvl5pPr marL="2286000" marR="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NVIDIA Sans"/>
              <a:buNone/>
              <a:defRPr sz="1300" b="1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5pPr>
            <a:lvl6pPr marL="2743200" marR="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VIDIA Sans"/>
              <a:buChar char="•"/>
              <a:defRPr sz="18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6pPr>
            <a:lvl7pPr marL="3200400" marR="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VIDIA Sans"/>
              <a:buChar char="•"/>
              <a:defRPr sz="18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7pPr>
            <a:lvl8pPr marL="3657600" marR="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VIDIA Sans"/>
              <a:buChar char="•"/>
              <a:defRPr sz="18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8pPr>
            <a:lvl9pPr marL="4114800" marR="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VIDIA Sans"/>
              <a:buChar char="•"/>
              <a:defRPr sz="18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9pPr>
          </a:lstStyle>
          <a:p>
            <a:endParaRPr/>
          </a:p>
        </p:txBody>
      </p:sp>
      <p:sp>
        <p:nvSpPr>
          <p:cNvPr id="372" name="Google Shape;372;g3e23138d502_0_1137"/>
          <p:cNvSpPr txBox="1">
            <a:spLocks noGrp="1"/>
          </p:cNvSpPr>
          <p:nvPr>
            <p:ph type="body" idx="24"/>
          </p:nvPr>
        </p:nvSpPr>
        <p:spPr>
          <a:xfrm>
            <a:off x="2797319" y="3556498"/>
            <a:ext cx="2088000" cy="25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0475" tIns="15225" rIns="30475" bIns="15225" anchor="t" anchorCtr="0">
            <a:noAutofit/>
          </a:bodyPr>
          <a:lstStyle>
            <a:lvl1pPr marL="457200" marR="0" lvl="0" indent="-228600" algn="ctr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Clr>
                <a:schemeClr val="lt1"/>
              </a:buClr>
              <a:buSzPts val="900"/>
              <a:buFont typeface="NVIDIA Sans"/>
              <a:buNone/>
              <a:defRPr sz="900" b="0" i="0" u="none" strike="noStrike" cap="none">
                <a:solidFill>
                  <a:schemeClr val="lt1"/>
                </a:solidFill>
                <a:latin typeface="NVIDIA Sans"/>
                <a:ea typeface="NVIDIA Sans"/>
                <a:cs typeface="NVIDIA Sans"/>
                <a:sym typeface="NVIDIA Sans"/>
              </a:defRPr>
            </a:lvl1pPr>
            <a:lvl2pPr marL="914400" marR="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NVIDIA Sans"/>
              <a:buNone/>
              <a:defRPr sz="1300" b="1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2pPr>
            <a:lvl3pPr marL="1371600" marR="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NVIDIA Sans"/>
              <a:buNone/>
              <a:defRPr sz="1300" b="1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3pPr>
            <a:lvl4pPr marL="1828800" marR="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NVIDIA Sans"/>
              <a:buNone/>
              <a:defRPr sz="1300" b="1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4pPr>
            <a:lvl5pPr marL="2286000" marR="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NVIDIA Sans"/>
              <a:buNone/>
              <a:defRPr sz="1300" b="1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5pPr>
            <a:lvl6pPr marL="2743200" marR="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VIDIA Sans"/>
              <a:buChar char="•"/>
              <a:defRPr sz="18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6pPr>
            <a:lvl7pPr marL="3200400" marR="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VIDIA Sans"/>
              <a:buChar char="•"/>
              <a:defRPr sz="18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7pPr>
            <a:lvl8pPr marL="3657600" marR="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VIDIA Sans"/>
              <a:buChar char="•"/>
              <a:defRPr sz="18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8pPr>
            <a:lvl9pPr marL="4114800" marR="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VIDIA Sans"/>
              <a:buChar char="•"/>
              <a:defRPr sz="18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9pPr>
          </a:lstStyle>
          <a:p>
            <a:endParaRPr/>
          </a:p>
        </p:txBody>
      </p:sp>
      <p:sp>
        <p:nvSpPr>
          <p:cNvPr id="373" name="Google Shape;373;g3e23138d502_0_1137"/>
          <p:cNvSpPr txBox="1">
            <a:spLocks noGrp="1"/>
          </p:cNvSpPr>
          <p:nvPr>
            <p:ph type="body" idx="25"/>
          </p:nvPr>
        </p:nvSpPr>
        <p:spPr>
          <a:xfrm>
            <a:off x="7300221" y="3327295"/>
            <a:ext cx="2088000" cy="25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0475" tIns="15225" rIns="30475" bIns="15225" anchor="b" anchorCtr="0">
            <a:noAutofit/>
          </a:bodyPr>
          <a:lstStyle>
            <a:lvl1pPr marL="457200" marR="0" lvl="0" indent="-22860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NVIDIA Sans"/>
              <a:buNone/>
              <a:defRPr sz="1300" b="0" i="0" u="none" strike="noStrike" cap="none">
                <a:solidFill>
                  <a:schemeClr val="lt1"/>
                </a:solidFill>
                <a:latin typeface="NVIDIA Sans Medium"/>
                <a:ea typeface="NVIDIA Sans Medium"/>
                <a:cs typeface="NVIDIA Sans Medium"/>
                <a:sym typeface="NVIDIA Sans Medium"/>
              </a:defRPr>
            </a:lvl1pPr>
            <a:lvl2pPr marL="914400" marR="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NVIDIA Sans"/>
              <a:buNone/>
              <a:defRPr sz="1300" b="1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2pPr>
            <a:lvl3pPr marL="1371600" marR="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NVIDIA Sans"/>
              <a:buNone/>
              <a:defRPr sz="1300" b="1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3pPr>
            <a:lvl4pPr marL="1828800" marR="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NVIDIA Sans"/>
              <a:buNone/>
              <a:defRPr sz="1300" b="1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4pPr>
            <a:lvl5pPr marL="2286000" marR="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NVIDIA Sans"/>
              <a:buNone/>
              <a:defRPr sz="1300" b="1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5pPr>
            <a:lvl6pPr marL="2743200" marR="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VIDIA Sans"/>
              <a:buChar char="•"/>
              <a:defRPr sz="18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6pPr>
            <a:lvl7pPr marL="3200400" marR="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VIDIA Sans"/>
              <a:buChar char="•"/>
              <a:defRPr sz="18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7pPr>
            <a:lvl8pPr marL="3657600" marR="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VIDIA Sans"/>
              <a:buChar char="•"/>
              <a:defRPr sz="18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8pPr>
            <a:lvl9pPr marL="4114800" marR="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VIDIA Sans"/>
              <a:buChar char="•"/>
              <a:defRPr sz="18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9pPr>
          </a:lstStyle>
          <a:p>
            <a:endParaRPr/>
          </a:p>
        </p:txBody>
      </p:sp>
      <p:sp>
        <p:nvSpPr>
          <p:cNvPr id="374" name="Google Shape;374;g3e23138d502_0_1137"/>
          <p:cNvSpPr txBox="1">
            <a:spLocks noGrp="1"/>
          </p:cNvSpPr>
          <p:nvPr>
            <p:ph type="body" idx="26"/>
          </p:nvPr>
        </p:nvSpPr>
        <p:spPr>
          <a:xfrm>
            <a:off x="7300221" y="3556498"/>
            <a:ext cx="2088000" cy="25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0475" tIns="15225" rIns="30475" bIns="15225" anchor="t" anchorCtr="0">
            <a:noAutofit/>
          </a:bodyPr>
          <a:lstStyle>
            <a:lvl1pPr marL="457200" marR="0" lvl="0" indent="-228600" algn="ctr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Clr>
                <a:schemeClr val="lt1"/>
              </a:buClr>
              <a:buSzPts val="900"/>
              <a:buFont typeface="NVIDIA Sans"/>
              <a:buNone/>
              <a:defRPr sz="900" b="0" i="0" u="none" strike="noStrike" cap="none">
                <a:solidFill>
                  <a:schemeClr val="lt1"/>
                </a:solidFill>
                <a:latin typeface="NVIDIA Sans"/>
                <a:ea typeface="NVIDIA Sans"/>
                <a:cs typeface="NVIDIA Sans"/>
                <a:sym typeface="NVIDIA Sans"/>
              </a:defRPr>
            </a:lvl1pPr>
            <a:lvl2pPr marL="914400" marR="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NVIDIA Sans"/>
              <a:buNone/>
              <a:defRPr sz="1300" b="1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2pPr>
            <a:lvl3pPr marL="1371600" marR="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NVIDIA Sans"/>
              <a:buNone/>
              <a:defRPr sz="1300" b="1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3pPr>
            <a:lvl4pPr marL="1828800" marR="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NVIDIA Sans"/>
              <a:buNone/>
              <a:defRPr sz="1300" b="1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4pPr>
            <a:lvl5pPr marL="2286000" marR="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NVIDIA Sans"/>
              <a:buNone/>
              <a:defRPr sz="1300" b="1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5pPr>
            <a:lvl6pPr marL="2743200" marR="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VIDIA Sans"/>
              <a:buChar char="•"/>
              <a:defRPr sz="18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6pPr>
            <a:lvl7pPr marL="3200400" marR="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VIDIA Sans"/>
              <a:buChar char="•"/>
              <a:defRPr sz="18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7pPr>
            <a:lvl8pPr marL="3657600" marR="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VIDIA Sans"/>
              <a:buChar char="•"/>
              <a:defRPr sz="18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8pPr>
            <a:lvl9pPr marL="4114800" marR="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VIDIA Sans"/>
              <a:buChar char="•"/>
              <a:defRPr sz="18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9pPr>
          </a:lstStyle>
          <a:p>
            <a:endParaRPr/>
          </a:p>
        </p:txBody>
      </p:sp>
      <p:sp>
        <p:nvSpPr>
          <p:cNvPr id="375" name="Google Shape;375;g3e23138d502_0_1137"/>
          <p:cNvSpPr txBox="1">
            <a:spLocks noGrp="1"/>
          </p:cNvSpPr>
          <p:nvPr>
            <p:ph type="body" idx="27"/>
          </p:nvPr>
        </p:nvSpPr>
        <p:spPr>
          <a:xfrm>
            <a:off x="9555505" y="3327295"/>
            <a:ext cx="2088000" cy="25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0475" tIns="15225" rIns="30475" bIns="15225" anchor="b" anchorCtr="0">
            <a:noAutofit/>
          </a:bodyPr>
          <a:lstStyle>
            <a:lvl1pPr marL="457200" marR="0" lvl="0" indent="-22860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NVIDIA Sans"/>
              <a:buNone/>
              <a:defRPr sz="1300" b="0" i="0" u="none" strike="noStrike" cap="none">
                <a:solidFill>
                  <a:schemeClr val="lt1"/>
                </a:solidFill>
                <a:latin typeface="NVIDIA Sans Medium"/>
                <a:ea typeface="NVIDIA Sans Medium"/>
                <a:cs typeface="NVIDIA Sans Medium"/>
                <a:sym typeface="NVIDIA Sans Medium"/>
              </a:defRPr>
            </a:lvl1pPr>
            <a:lvl2pPr marL="914400" marR="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NVIDIA Sans"/>
              <a:buNone/>
              <a:defRPr sz="1300" b="1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2pPr>
            <a:lvl3pPr marL="1371600" marR="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NVIDIA Sans"/>
              <a:buNone/>
              <a:defRPr sz="1300" b="1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3pPr>
            <a:lvl4pPr marL="1828800" marR="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NVIDIA Sans"/>
              <a:buNone/>
              <a:defRPr sz="1300" b="1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4pPr>
            <a:lvl5pPr marL="2286000" marR="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NVIDIA Sans"/>
              <a:buNone/>
              <a:defRPr sz="1300" b="1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5pPr>
            <a:lvl6pPr marL="2743200" marR="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VIDIA Sans"/>
              <a:buChar char="•"/>
              <a:defRPr sz="18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6pPr>
            <a:lvl7pPr marL="3200400" marR="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VIDIA Sans"/>
              <a:buChar char="•"/>
              <a:defRPr sz="18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7pPr>
            <a:lvl8pPr marL="3657600" marR="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VIDIA Sans"/>
              <a:buChar char="•"/>
              <a:defRPr sz="18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8pPr>
            <a:lvl9pPr marL="4114800" marR="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VIDIA Sans"/>
              <a:buChar char="•"/>
              <a:defRPr sz="18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9pPr>
          </a:lstStyle>
          <a:p>
            <a:endParaRPr/>
          </a:p>
        </p:txBody>
      </p:sp>
      <p:sp>
        <p:nvSpPr>
          <p:cNvPr id="376" name="Google Shape;376;g3e23138d502_0_1137"/>
          <p:cNvSpPr txBox="1">
            <a:spLocks noGrp="1"/>
          </p:cNvSpPr>
          <p:nvPr>
            <p:ph type="body" idx="28"/>
          </p:nvPr>
        </p:nvSpPr>
        <p:spPr>
          <a:xfrm>
            <a:off x="9555505" y="3556498"/>
            <a:ext cx="2088000" cy="25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0475" tIns="15225" rIns="30475" bIns="15225" anchor="t" anchorCtr="0">
            <a:noAutofit/>
          </a:bodyPr>
          <a:lstStyle>
            <a:lvl1pPr marL="457200" marR="0" lvl="0" indent="-228600" algn="ctr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Clr>
                <a:schemeClr val="lt1"/>
              </a:buClr>
              <a:buSzPts val="900"/>
              <a:buFont typeface="NVIDIA Sans"/>
              <a:buNone/>
              <a:defRPr sz="900" b="0" i="0" u="none" strike="noStrike" cap="none">
                <a:solidFill>
                  <a:schemeClr val="lt1"/>
                </a:solidFill>
                <a:latin typeface="NVIDIA Sans"/>
                <a:ea typeface="NVIDIA Sans"/>
                <a:cs typeface="NVIDIA Sans"/>
                <a:sym typeface="NVIDIA Sans"/>
              </a:defRPr>
            </a:lvl1pPr>
            <a:lvl2pPr marL="914400" marR="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NVIDIA Sans"/>
              <a:buNone/>
              <a:defRPr sz="1300" b="1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2pPr>
            <a:lvl3pPr marL="1371600" marR="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NVIDIA Sans"/>
              <a:buNone/>
              <a:defRPr sz="1300" b="1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3pPr>
            <a:lvl4pPr marL="1828800" marR="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NVIDIA Sans"/>
              <a:buNone/>
              <a:defRPr sz="1300" b="1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4pPr>
            <a:lvl5pPr marL="2286000" marR="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NVIDIA Sans"/>
              <a:buNone/>
              <a:defRPr sz="1300" b="1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5pPr>
            <a:lvl6pPr marL="2743200" marR="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VIDIA Sans"/>
              <a:buChar char="•"/>
              <a:defRPr sz="18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6pPr>
            <a:lvl7pPr marL="3200400" marR="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VIDIA Sans"/>
              <a:buChar char="•"/>
              <a:defRPr sz="18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7pPr>
            <a:lvl8pPr marL="3657600" marR="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VIDIA Sans"/>
              <a:buChar char="•"/>
              <a:defRPr sz="18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8pPr>
            <a:lvl9pPr marL="4114800" marR="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VIDIA Sans"/>
              <a:buChar char="•"/>
              <a:defRPr sz="18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9pPr>
          </a:lstStyle>
          <a:p>
            <a:endParaRPr/>
          </a:p>
        </p:txBody>
      </p:sp>
      <p:sp>
        <p:nvSpPr>
          <p:cNvPr id="377" name="Google Shape;377;g3e23138d502_0_1137"/>
          <p:cNvSpPr>
            <a:spLocks noGrp="1"/>
          </p:cNvSpPr>
          <p:nvPr>
            <p:ph type="pic" idx="29"/>
          </p:nvPr>
        </p:nvSpPr>
        <p:spPr>
          <a:xfrm>
            <a:off x="9553708" y="3975399"/>
            <a:ext cx="2088000" cy="1645800"/>
          </a:xfrm>
          <a:prstGeom prst="rect">
            <a:avLst/>
          </a:prstGeom>
          <a:solidFill>
            <a:srgbClr val="151617">
              <a:alpha val="60780"/>
            </a:srgbClr>
          </a:solidFill>
          <a:ln w="3175" cap="flat" cmpd="sng">
            <a:solidFill>
              <a:schemeClr val="accent5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78" name="Google Shape;378;g3e23138d502_0_1137"/>
          <p:cNvSpPr txBox="1">
            <a:spLocks noGrp="1"/>
          </p:cNvSpPr>
          <p:nvPr>
            <p:ph type="body" idx="30"/>
          </p:nvPr>
        </p:nvSpPr>
        <p:spPr>
          <a:xfrm>
            <a:off x="9548294" y="5701190"/>
            <a:ext cx="2088000" cy="25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0475" tIns="15225" rIns="30475" bIns="15225" anchor="b" anchorCtr="0">
            <a:noAutofit/>
          </a:bodyPr>
          <a:lstStyle>
            <a:lvl1pPr marL="457200" marR="0" lvl="0" indent="-22860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NVIDIA Sans"/>
              <a:buNone/>
              <a:defRPr sz="1300" b="0" i="0" u="none" strike="noStrike" cap="none">
                <a:solidFill>
                  <a:schemeClr val="lt1"/>
                </a:solidFill>
                <a:latin typeface="NVIDIA Sans Medium"/>
                <a:ea typeface="NVIDIA Sans Medium"/>
                <a:cs typeface="NVIDIA Sans Medium"/>
                <a:sym typeface="NVIDIA Sans Medium"/>
              </a:defRPr>
            </a:lvl1pPr>
            <a:lvl2pPr marL="914400" marR="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NVIDIA Sans"/>
              <a:buNone/>
              <a:defRPr sz="1300" b="1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2pPr>
            <a:lvl3pPr marL="1371600" marR="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NVIDIA Sans"/>
              <a:buNone/>
              <a:defRPr sz="1300" b="1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3pPr>
            <a:lvl4pPr marL="1828800" marR="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NVIDIA Sans"/>
              <a:buNone/>
              <a:defRPr sz="1300" b="1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4pPr>
            <a:lvl5pPr marL="2286000" marR="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NVIDIA Sans"/>
              <a:buNone/>
              <a:defRPr sz="1300" b="1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5pPr>
            <a:lvl6pPr marL="2743200" marR="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VIDIA Sans"/>
              <a:buChar char="•"/>
              <a:defRPr sz="18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6pPr>
            <a:lvl7pPr marL="3200400" marR="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VIDIA Sans"/>
              <a:buChar char="•"/>
              <a:defRPr sz="18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7pPr>
            <a:lvl8pPr marL="3657600" marR="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VIDIA Sans"/>
              <a:buChar char="•"/>
              <a:defRPr sz="18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8pPr>
            <a:lvl9pPr marL="4114800" marR="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VIDIA Sans"/>
              <a:buChar char="•"/>
              <a:defRPr sz="18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9pPr>
          </a:lstStyle>
          <a:p>
            <a:endParaRPr/>
          </a:p>
        </p:txBody>
      </p:sp>
      <p:sp>
        <p:nvSpPr>
          <p:cNvPr id="379" name="Google Shape;379;g3e23138d502_0_1137"/>
          <p:cNvSpPr txBox="1">
            <a:spLocks noGrp="1"/>
          </p:cNvSpPr>
          <p:nvPr>
            <p:ph type="body" idx="31"/>
          </p:nvPr>
        </p:nvSpPr>
        <p:spPr>
          <a:xfrm>
            <a:off x="9548294" y="5930392"/>
            <a:ext cx="2088000" cy="25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0475" tIns="15225" rIns="30475" bIns="15225" anchor="t" anchorCtr="0">
            <a:noAutofit/>
          </a:bodyPr>
          <a:lstStyle>
            <a:lvl1pPr marL="457200" marR="0" lvl="0" indent="-228600" algn="ctr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Clr>
                <a:schemeClr val="lt1"/>
              </a:buClr>
              <a:buSzPts val="900"/>
              <a:buFont typeface="NVIDIA Sans"/>
              <a:buNone/>
              <a:defRPr sz="900" b="0" i="0" u="none" strike="noStrike" cap="none">
                <a:solidFill>
                  <a:schemeClr val="lt1"/>
                </a:solidFill>
                <a:latin typeface="NVIDIA Sans"/>
                <a:ea typeface="NVIDIA Sans"/>
                <a:cs typeface="NVIDIA Sans"/>
                <a:sym typeface="NVIDIA Sans"/>
              </a:defRPr>
            </a:lvl1pPr>
            <a:lvl2pPr marL="914400" marR="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NVIDIA Sans"/>
              <a:buNone/>
              <a:defRPr sz="1300" b="1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2pPr>
            <a:lvl3pPr marL="1371600" marR="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NVIDIA Sans"/>
              <a:buNone/>
              <a:defRPr sz="1300" b="1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3pPr>
            <a:lvl4pPr marL="1828800" marR="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NVIDIA Sans"/>
              <a:buNone/>
              <a:defRPr sz="1300" b="1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4pPr>
            <a:lvl5pPr marL="2286000" marR="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NVIDIA Sans"/>
              <a:buNone/>
              <a:defRPr sz="1300" b="1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5pPr>
            <a:lvl6pPr marL="2743200" marR="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VIDIA Sans"/>
              <a:buChar char="•"/>
              <a:defRPr sz="18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6pPr>
            <a:lvl7pPr marL="3200400" marR="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VIDIA Sans"/>
              <a:buChar char="•"/>
              <a:defRPr sz="18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7pPr>
            <a:lvl8pPr marL="3657600" marR="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VIDIA Sans"/>
              <a:buChar char="•"/>
              <a:defRPr sz="18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8pPr>
            <a:lvl9pPr marL="4114800" marR="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VIDIA Sans"/>
              <a:buChar char="•"/>
              <a:defRPr sz="18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9pPr>
          </a:lstStyle>
          <a:p>
            <a:endParaRPr/>
          </a:p>
        </p:txBody>
      </p:sp>
      <p:sp>
        <p:nvSpPr>
          <p:cNvPr id="380" name="Google Shape;380;g3e23138d502_0_1137"/>
          <p:cNvSpPr txBox="1">
            <a:spLocks noGrp="1"/>
          </p:cNvSpPr>
          <p:nvPr>
            <p:ph type="body" idx="32"/>
          </p:nvPr>
        </p:nvSpPr>
        <p:spPr>
          <a:xfrm>
            <a:off x="545869" y="3327295"/>
            <a:ext cx="2088000" cy="25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0475" tIns="15225" rIns="30475" bIns="15225" anchor="b" anchorCtr="0">
            <a:noAutofit/>
          </a:bodyPr>
          <a:lstStyle>
            <a:lvl1pPr marL="457200" marR="0" lvl="0" indent="-22860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NVIDIA Sans"/>
              <a:buNone/>
              <a:defRPr sz="1300" b="0" i="0" u="none" strike="noStrike" cap="none">
                <a:solidFill>
                  <a:schemeClr val="lt1"/>
                </a:solidFill>
                <a:latin typeface="NVIDIA Sans Medium"/>
                <a:ea typeface="NVIDIA Sans Medium"/>
                <a:cs typeface="NVIDIA Sans Medium"/>
                <a:sym typeface="NVIDIA Sans Medium"/>
              </a:defRPr>
            </a:lvl1pPr>
            <a:lvl2pPr marL="914400" marR="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NVIDIA Sans"/>
              <a:buNone/>
              <a:defRPr sz="1300" b="1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2pPr>
            <a:lvl3pPr marL="1371600" marR="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NVIDIA Sans"/>
              <a:buNone/>
              <a:defRPr sz="1300" b="1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3pPr>
            <a:lvl4pPr marL="1828800" marR="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NVIDIA Sans"/>
              <a:buNone/>
              <a:defRPr sz="1300" b="1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4pPr>
            <a:lvl5pPr marL="2286000" marR="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NVIDIA Sans"/>
              <a:buNone/>
              <a:defRPr sz="1300" b="1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5pPr>
            <a:lvl6pPr marL="2743200" marR="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VIDIA Sans"/>
              <a:buChar char="•"/>
              <a:defRPr sz="18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6pPr>
            <a:lvl7pPr marL="3200400" marR="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VIDIA Sans"/>
              <a:buChar char="•"/>
              <a:defRPr sz="18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7pPr>
            <a:lvl8pPr marL="3657600" marR="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VIDIA Sans"/>
              <a:buChar char="•"/>
              <a:defRPr sz="18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8pPr>
            <a:lvl9pPr marL="4114800" marR="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VIDIA Sans"/>
              <a:buChar char="•"/>
              <a:defRPr sz="18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9pPr>
          </a:lstStyle>
          <a:p>
            <a:endParaRPr/>
          </a:p>
        </p:txBody>
      </p:sp>
      <p:sp>
        <p:nvSpPr>
          <p:cNvPr id="381" name="Google Shape;381;g3e23138d502_0_1137"/>
          <p:cNvSpPr txBox="1">
            <a:spLocks noGrp="1"/>
          </p:cNvSpPr>
          <p:nvPr>
            <p:ph type="body" idx="33"/>
          </p:nvPr>
        </p:nvSpPr>
        <p:spPr>
          <a:xfrm>
            <a:off x="545869" y="3556498"/>
            <a:ext cx="2088000" cy="25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0475" tIns="15225" rIns="30475" bIns="15225" anchor="t" anchorCtr="0">
            <a:noAutofit/>
          </a:bodyPr>
          <a:lstStyle>
            <a:lvl1pPr marL="457200" marR="0" lvl="0" indent="-228600" algn="ctr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Clr>
                <a:schemeClr val="lt1"/>
              </a:buClr>
              <a:buSzPts val="900"/>
              <a:buFont typeface="NVIDIA Sans"/>
              <a:buNone/>
              <a:defRPr sz="900" b="0" i="0" u="none" strike="noStrike" cap="none">
                <a:solidFill>
                  <a:schemeClr val="lt1"/>
                </a:solidFill>
                <a:latin typeface="NVIDIA Sans"/>
                <a:ea typeface="NVIDIA Sans"/>
                <a:cs typeface="NVIDIA Sans"/>
                <a:sym typeface="NVIDIA Sans"/>
              </a:defRPr>
            </a:lvl1pPr>
            <a:lvl2pPr marL="914400" marR="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NVIDIA Sans"/>
              <a:buNone/>
              <a:defRPr sz="1300" b="1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2pPr>
            <a:lvl3pPr marL="1371600" marR="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NVIDIA Sans"/>
              <a:buNone/>
              <a:defRPr sz="1300" b="1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3pPr>
            <a:lvl4pPr marL="1828800" marR="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NVIDIA Sans"/>
              <a:buNone/>
              <a:defRPr sz="1300" b="1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4pPr>
            <a:lvl5pPr marL="2286000" marR="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NVIDIA Sans"/>
              <a:buNone/>
              <a:defRPr sz="1300" b="1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5pPr>
            <a:lvl6pPr marL="2743200" marR="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VIDIA Sans"/>
              <a:buChar char="•"/>
              <a:defRPr sz="18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6pPr>
            <a:lvl7pPr marL="3200400" marR="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VIDIA Sans"/>
              <a:buChar char="•"/>
              <a:defRPr sz="18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7pPr>
            <a:lvl8pPr marL="3657600" marR="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VIDIA Sans"/>
              <a:buChar char="•"/>
              <a:defRPr sz="18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8pPr>
            <a:lvl9pPr marL="4114800" marR="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VIDIA Sans"/>
              <a:buChar char="•"/>
              <a:defRPr sz="18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9pPr>
          </a:lstStyle>
          <a:p>
            <a:endParaRPr/>
          </a:p>
        </p:txBody>
      </p:sp>
      <p:sp>
        <p:nvSpPr>
          <p:cNvPr id="382" name="Google Shape;382;g3e23138d502_0_1137"/>
          <p:cNvSpPr txBox="1">
            <a:spLocks noGrp="1"/>
          </p:cNvSpPr>
          <p:nvPr>
            <p:ph type="title"/>
          </p:nvPr>
        </p:nvSpPr>
        <p:spPr>
          <a:xfrm>
            <a:off x="838200" y="0"/>
            <a:ext cx="10515600" cy="83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0475" tIns="15225" rIns="30475" bIns="15225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NVIDIA Sans"/>
              <a:buNone/>
              <a:defRPr sz="2400" b="1" cap="none">
                <a:latin typeface="NVIDIA Sans"/>
                <a:ea typeface="NVIDIA Sans"/>
                <a:cs typeface="NVIDIA Sans"/>
                <a:sym typeface="NVIDIA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9pPr>
          </a:lstStyle>
          <a:p>
            <a:endParaRPr/>
          </a:p>
        </p:txBody>
      </p:sp>
      <p:sp>
        <p:nvSpPr>
          <p:cNvPr id="383" name="Google Shape;383;g3e23138d502_0_1137"/>
          <p:cNvSpPr txBox="1">
            <a:spLocks noGrp="1"/>
          </p:cNvSpPr>
          <p:nvPr>
            <p:ph type="body" idx="34"/>
          </p:nvPr>
        </p:nvSpPr>
        <p:spPr>
          <a:xfrm>
            <a:off x="838200" y="829056"/>
            <a:ext cx="10515600" cy="46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0475" tIns="15225" rIns="30475" bIns="15225" anchor="t" anchorCtr="0">
            <a:noAutofit/>
          </a:bodyPr>
          <a:lstStyle>
            <a:lvl1pPr marL="457200" marR="0" lvl="0" indent="-22860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NVIDIA Sans"/>
              <a:buNone/>
              <a:defRPr sz="1600" b="0" i="0" u="none" strike="noStrike" cap="none">
                <a:solidFill>
                  <a:schemeClr val="dk2"/>
                </a:solidFill>
                <a:latin typeface="NVIDIA Sans"/>
                <a:ea typeface="NVIDIA Sans"/>
                <a:cs typeface="NVIDIA Sans"/>
                <a:sym typeface="NVIDIA Sans"/>
              </a:defRPr>
            </a:lvl1pPr>
            <a:lvl2pPr marL="914400" marR="0" lvl="1" indent="-22860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NVIDIA Sans"/>
              <a:buNone/>
              <a:defRPr sz="15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2pPr>
            <a:lvl3pPr marL="1371600" marR="0" lvl="2" indent="-22860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NVIDIA Sans"/>
              <a:buNone/>
              <a:defRPr sz="15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3pPr>
            <a:lvl4pPr marL="1828800" marR="0" lvl="3" indent="-22860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NVIDIA Sans"/>
              <a:buNone/>
              <a:defRPr sz="15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4pPr>
            <a:lvl5pPr marL="2286000" marR="0" lvl="4" indent="-22860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NVIDIA Sans"/>
              <a:buNone/>
              <a:defRPr sz="15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5pPr>
            <a:lvl6pPr marL="2743200" marR="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VIDIA Sans"/>
              <a:buChar char="•"/>
              <a:defRPr sz="18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6pPr>
            <a:lvl7pPr marL="3200400" marR="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VIDIA Sans"/>
              <a:buChar char="•"/>
              <a:defRPr sz="18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7pPr>
            <a:lvl8pPr marL="3657600" marR="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VIDIA Sans"/>
              <a:buChar char="•"/>
              <a:defRPr sz="18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8pPr>
            <a:lvl9pPr marL="4114800" marR="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VIDIA Sans"/>
              <a:buChar char="•"/>
              <a:defRPr sz="18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Image Left - Text Right">
  <p:cSld name="Image Left - Text Right">
    <p:spTree>
      <p:nvGrpSpPr>
        <p:cNvPr id="1" name="Shape 3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5" name="Google Shape;385;g3e23138d502_0_1170"/>
          <p:cNvSpPr>
            <a:spLocks noGrp="1"/>
          </p:cNvSpPr>
          <p:nvPr>
            <p:ph type="pic" idx="2"/>
          </p:nvPr>
        </p:nvSpPr>
        <p:spPr>
          <a:xfrm>
            <a:off x="0" y="0"/>
            <a:ext cx="5471100" cy="6858000"/>
          </a:xfrm>
          <a:prstGeom prst="rect">
            <a:avLst/>
          </a:prstGeom>
          <a:solidFill>
            <a:srgbClr val="F2F2F2">
              <a:alpha val="60780"/>
            </a:srgbClr>
          </a:solidFill>
          <a:ln w="3175" cap="flat" cmpd="sng">
            <a:solidFill>
              <a:schemeClr val="accent5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86" name="Google Shape;386;g3e23138d502_0_1170"/>
          <p:cNvSpPr txBox="1">
            <a:spLocks noGrp="1"/>
          </p:cNvSpPr>
          <p:nvPr>
            <p:ph type="title"/>
          </p:nvPr>
        </p:nvSpPr>
        <p:spPr>
          <a:xfrm>
            <a:off x="6376416" y="100688"/>
            <a:ext cx="4879800" cy="112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0475" tIns="15225" rIns="30475" bIns="1522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NVIDIA Sans"/>
              <a:buNone/>
              <a:defRPr sz="2400" b="1" cap="none">
                <a:latin typeface="NVIDIA Sans"/>
                <a:ea typeface="NVIDIA Sans"/>
                <a:cs typeface="NVIDIA Sans"/>
                <a:sym typeface="NVIDIA Sans"/>
              </a:defRPr>
            </a:lvl1pPr>
            <a:lvl2pPr lvl="1">
              <a:spcBef>
                <a:spcPts val="200"/>
              </a:spcBef>
              <a:spcAft>
                <a:spcPts val="0"/>
              </a:spcAft>
              <a:buSzPts val="5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9pPr>
          </a:lstStyle>
          <a:p>
            <a:endParaRPr/>
          </a:p>
        </p:txBody>
      </p:sp>
      <p:sp>
        <p:nvSpPr>
          <p:cNvPr id="387" name="Google Shape;387;g3e23138d502_0_1170"/>
          <p:cNvSpPr txBox="1">
            <a:spLocks noGrp="1"/>
          </p:cNvSpPr>
          <p:nvPr>
            <p:ph type="body" idx="1"/>
          </p:nvPr>
        </p:nvSpPr>
        <p:spPr>
          <a:xfrm>
            <a:off x="6376416" y="2329397"/>
            <a:ext cx="4879800" cy="378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0475" tIns="15225" rIns="30475" bIns="15225" anchor="t" anchorCtr="0">
            <a:noAutofit/>
          </a:bodyPr>
          <a:lstStyle>
            <a:lvl1pPr marL="457200" marR="0" lvl="0" indent="-32385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1500"/>
              <a:buFont typeface="NVIDIA Sans"/>
              <a:buChar char="•"/>
              <a:defRPr sz="1500" b="0" i="0" u="none" strike="noStrike" cap="none">
                <a:solidFill>
                  <a:schemeClr val="lt1"/>
                </a:solidFill>
                <a:latin typeface="NVIDIA Sans"/>
                <a:ea typeface="NVIDIA Sans"/>
                <a:cs typeface="NVIDIA Sans"/>
                <a:sym typeface="NVIDIA Sans"/>
              </a:defRPr>
            </a:lvl1pPr>
            <a:lvl2pPr marL="914400" marR="0" lvl="1" indent="-31115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NVIDIA Sans"/>
              <a:buChar char="•"/>
              <a:defRPr sz="1300" b="0" i="0" u="none" strike="noStrike" cap="none">
                <a:solidFill>
                  <a:schemeClr val="lt1"/>
                </a:solidFill>
                <a:latin typeface="NVIDIA Sans"/>
                <a:ea typeface="NVIDIA Sans"/>
                <a:cs typeface="NVIDIA Sans"/>
                <a:sym typeface="NVIDIA Sans"/>
              </a:defRPr>
            </a:lvl2pPr>
            <a:lvl3pPr marL="1371600" marR="0" lvl="2" indent="-30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NVIDIA Sans"/>
              <a:buChar char="•"/>
              <a:defRPr sz="1200" b="0" i="0" u="none" strike="noStrike" cap="none">
                <a:solidFill>
                  <a:schemeClr val="lt1"/>
                </a:solidFill>
                <a:latin typeface="NVIDIA Sans"/>
                <a:ea typeface="NVIDIA Sans"/>
                <a:cs typeface="NVIDIA Sans"/>
                <a:sym typeface="NVIDIA Sans"/>
              </a:defRPr>
            </a:lvl3pPr>
            <a:lvl4pPr marL="1828800" marR="0" lvl="3" indent="-29845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NVIDIA Sans"/>
              <a:buChar char="•"/>
              <a:defRPr sz="1100" b="0" i="0" u="none" strike="noStrike" cap="none">
                <a:solidFill>
                  <a:schemeClr val="lt1"/>
                </a:solidFill>
                <a:latin typeface="NVIDIA Sans"/>
                <a:ea typeface="NVIDIA Sans"/>
                <a:cs typeface="NVIDIA Sans"/>
                <a:sym typeface="NVIDIA Sans"/>
              </a:defRPr>
            </a:lvl4pPr>
            <a:lvl5pPr marL="2286000" marR="0" lvl="4" indent="-28575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900"/>
              <a:buFont typeface="NVIDIA Sans"/>
              <a:buChar char="•"/>
              <a:defRPr sz="900" b="0" i="0" u="none" strike="noStrike" cap="none">
                <a:solidFill>
                  <a:schemeClr val="lt1"/>
                </a:solidFill>
                <a:latin typeface="NVIDIA Sans"/>
                <a:ea typeface="NVIDIA Sans"/>
                <a:cs typeface="NVIDIA Sans"/>
                <a:sym typeface="NVIDIA Sans"/>
              </a:defRPr>
            </a:lvl5pPr>
            <a:lvl6pPr marL="2743200" marR="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VIDIA Sans"/>
              <a:buChar char="•"/>
              <a:defRPr sz="18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6pPr>
            <a:lvl7pPr marL="3200400" marR="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VIDIA Sans"/>
              <a:buChar char="•"/>
              <a:defRPr sz="18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7pPr>
            <a:lvl8pPr marL="3657600" marR="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VIDIA Sans"/>
              <a:buChar char="•"/>
              <a:defRPr sz="18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8pPr>
            <a:lvl9pPr marL="4114800" marR="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VIDIA Sans"/>
              <a:buChar char="•"/>
              <a:defRPr sz="18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9pPr>
          </a:lstStyle>
          <a:p>
            <a:endParaRPr/>
          </a:p>
        </p:txBody>
      </p:sp>
      <p:sp>
        <p:nvSpPr>
          <p:cNvPr id="388" name="Google Shape;388;g3e23138d502_0_1170"/>
          <p:cNvSpPr txBox="1">
            <a:spLocks noGrp="1"/>
          </p:cNvSpPr>
          <p:nvPr>
            <p:ph type="body" idx="3"/>
          </p:nvPr>
        </p:nvSpPr>
        <p:spPr>
          <a:xfrm>
            <a:off x="6376416" y="1243923"/>
            <a:ext cx="4879800" cy="46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0475" tIns="15225" rIns="30475" bIns="15225" anchor="t" anchorCtr="0">
            <a:noAutofit/>
          </a:bodyPr>
          <a:lstStyle>
            <a:lvl1pPr marL="457200" marR="0" lvl="0" indent="-2286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NVIDIA Sans"/>
              <a:buNone/>
              <a:defRPr sz="1600" b="0" i="0" u="none" strike="noStrike" cap="none">
                <a:solidFill>
                  <a:schemeClr val="dk2"/>
                </a:solidFill>
                <a:latin typeface="NVIDIA Sans"/>
                <a:ea typeface="NVIDIA Sans"/>
                <a:cs typeface="NVIDIA Sans"/>
                <a:sym typeface="NVIDIA Sans"/>
              </a:defRPr>
            </a:lvl1pPr>
            <a:lvl2pPr marL="914400" marR="0" lvl="1" indent="-22860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NVIDIA Sans"/>
              <a:buNone/>
              <a:defRPr sz="15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2pPr>
            <a:lvl3pPr marL="1371600" marR="0" lvl="2" indent="-22860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NVIDIA Sans"/>
              <a:buNone/>
              <a:defRPr sz="15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3pPr>
            <a:lvl4pPr marL="1828800" marR="0" lvl="3" indent="-22860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NVIDIA Sans"/>
              <a:buNone/>
              <a:defRPr sz="15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4pPr>
            <a:lvl5pPr marL="2286000" marR="0" lvl="4" indent="-22860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NVIDIA Sans"/>
              <a:buNone/>
              <a:defRPr sz="15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5pPr>
            <a:lvl6pPr marL="2743200" marR="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VIDIA Sans"/>
              <a:buChar char="•"/>
              <a:defRPr sz="18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6pPr>
            <a:lvl7pPr marL="3200400" marR="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VIDIA Sans"/>
              <a:buChar char="•"/>
              <a:defRPr sz="18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7pPr>
            <a:lvl8pPr marL="3657600" marR="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VIDIA Sans"/>
              <a:buChar char="•"/>
              <a:defRPr sz="18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8pPr>
            <a:lvl9pPr marL="4114800" marR="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VIDIA Sans"/>
              <a:buChar char="•"/>
              <a:defRPr sz="18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9pPr>
          </a:lstStyle>
          <a:p>
            <a:endParaRPr/>
          </a:p>
        </p:txBody>
      </p:sp>
      <p:cxnSp>
        <p:nvCxnSpPr>
          <p:cNvPr id="389" name="Google Shape;389;g3e23138d502_0_1170"/>
          <p:cNvCxnSpPr/>
          <p:nvPr/>
        </p:nvCxnSpPr>
        <p:spPr>
          <a:xfrm>
            <a:off x="5471054" y="1897743"/>
            <a:ext cx="5760900" cy="0"/>
          </a:xfrm>
          <a:prstGeom prst="straightConnector1">
            <a:avLst/>
          </a:prstGeom>
          <a:noFill/>
          <a:ln w="10575" cap="flat" cmpd="sng">
            <a:solidFill>
              <a:schemeClr val="accent5"/>
            </a:solidFill>
            <a:prstDash val="solid"/>
            <a:round/>
            <a:headEnd type="none" w="sm" len="sm"/>
            <a:tailEnd type="none" w="sm" len="sm"/>
          </a:ln>
        </p:spPr>
      </p:cxnSp>
    </p:spTree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Image Left - Text Right NO SUBTITLE">
  <p:cSld name="Image Left - Text Right NO SUBTITLE">
    <p:spTree>
      <p:nvGrpSpPr>
        <p:cNvPr id="1" name="Shape 3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1" name="Google Shape;391;g3e23138d502_0_1176"/>
          <p:cNvSpPr txBox="1">
            <a:spLocks noGrp="1"/>
          </p:cNvSpPr>
          <p:nvPr>
            <p:ph type="body" idx="1"/>
          </p:nvPr>
        </p:nvSpPr>
        <p:spPr>
          <a:xfrm>
            <a:off x="6376416" y="2329397"/>
            <a:ext cx="4879800" cy="378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0475" tIns="15225" rIns="30475" bIns="15225" anchor="t" anchorCtr="0">
            <a:noAutofit/>
          </a:bodyPr>
          <a:lstStyle>
            <a:lvl1pPr marL="457200" marR="0" lvl="0" indent="-32385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1500"/>
              <a:buFont typeface="NVIDIA Sans"/>
              <a:buChar char="•"/>
              <a:defRPr sz="1500" b="0" i="0" u="none" strike="noStrike" cap="none">
                <a:solidFill>
                  <a:schemeClr val="lt1"/>
                </a:solidFill>
                <a:latin typeface="NVIDIA Sans"/>
                <a:ea typeface="NVIDIA Sans"/>
                <a:cs typeface="NVIDIA Sans"/>
                <a:sym typeface="NVIDIA Sans"/>
              </a:defRPr>
            </a:lvl1pPr>
            <a:lvl2pPr marL="914400" marR="0" lvl="1" indent="-31115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NVIDIA Sans"/>
              <a:buChar char="•"/>
              <a:defRPr sz="1300" b="0" i="0" u="none" strike="noStrike" cap="none">
                <a:solidFill>
                  <a:schemeClr val="lt1"/>
                </a:solidFill>
                <a:latin typeface="NVIDIA Sans"/>
                <a:ea typeface="NVIDIA Sans"/>
                <a:cs typeface="NVIDIA Sans"/>
                <a:sym typeface="NVIDIA Sans"/>
              </a:defRPr>
            </a:lvl2pPr>
            <a:lvl3pPr marL="1371600" marR="0" lvl="2" indent="-30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NVIDIA Sans"/>
              <a:buChar char="•"/>
              <a:defRPr sz="1200" b="0" i="0" u="none" strike="noStrike" cap="none">
                <a:solidFill>
                  <a:schemeClr val="lt1"/>
                </a:solidFill>
                <a:latin typeface="NVIDIA Sans"/>
                <a:ea typeface="NVIDIA Sans"/>
                <a:cs typeface="NVIDIA Sans"/>
                <a:sym typeface="NVIDIA Sans"/>
              </a:defRPr>
            </a:lvl3pPr>
            <a:lvl4pPr marL="1828800" marR="0" lvl="3" indent="-29845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NVIDIA Sans"/>
              <a:buChar char="•"/>
              <a:defRPr sz="1100" b="0" i="0" u="none" strike="noStrike" cap="none">
                <a:solidFill>
                  <a:schemeClr val="lt1"/>
                </a:solidFill>
                <a:latin typeface="NVIDIA Sans"/>
                <a:ea typeface="NVIDIA Sans"/>
                <a:cs typeface="NVIDIA Sans"/>
                <a:sym typeface="NVIDIA Sans"/>
              </a:defRPr>
            </a:lvl4pPr>
            <a:lvl5pPr marL="2286000" marR="0" lvl="4" indent="-28575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900"/>
              <a:buFont typeface="NVIDIA Sans"/>
              <a:buChar char="•"/>
              <a:defRPr sz="900" b="0" i="0" u="none" strike="noStrike" cap="none">
                <a:solidFill>
                  <a:schemeClr val="lt1"/>
                </a:solidFill>
                <a:latin typeface="NVIDIA Sans"/>
                <a:ea typeface="NVIDIA Sans"/>
                <a:cs typeface="NVIDIA Sans"/>
                <a:sym typeface="NVIDIA Sans"/>
              </a:defRPr>
            </a:lvl5pPr>
            <a:lvl6pPr marL="2743200" marR="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VIDIA Sans"/>
              <a:buChar char="•"/>
              <a:defRPr sz="18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6pPr>
            <a:lvl7pPr marL="3200400" marR="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VIDIA Sans"/>
              <a:buChar char="•"/>
              <a:defRPr sz="18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7pPr>
            <a:lvl8pPr marL="3657600" marR="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VIDIA Sans"/>
              <a:buChar char="•"/>
              <a:defRPr sz="18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8pPr>
            <a:lvl9pPr marL="4114800" marR="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VIDIA Sans"/>
              <a:buChar char="•"/>
              <a:defRPr sz="18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9pPr>
          </a:lstStyle>
          <a:p>
            <a:endParaRPr/>
          </a:p>
        </p:txBody>
      </p:sp>
      <p:cxnSp>
        <p:nvCxnSpPr>
          <p:cNvPr id="392" name="Google Shape;392;g3e23138d502_0_1176"/>
          <p:cNvCxnSpPr/>
          <p:nvPr/>
        </p:nvCxnSpPr>
        <p:spPr>
          <a:xfrm>
            <a:off x="5471054" y="1897743"/>
            <a:ext cx="5760900" cy="0"/>
          </a:xfrm>
          <a:prstGeom prst="straightConnector1">
            <a:avLst/>
          </a:prstGeom>
          <a:noFill/>
          <a:ln w="10575" cap="flat" cmpd="sng">
            <a:solidFill>
              <a:schemeClr val="accent5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393" name="Google Shape;393;g3e23138d502_0_1176"/>
          <p:cNvSpPr txBox="1">
            <a:spLocks noGrp="1"/>
          </p:cNvSpPr>
          <p:nvPr>
            <p:ph type="title"/>
          </p:nvPr>
        </p:nvSpPr>
        <p:spPr>
          <a:xfrm>
            <a:off x="6376416" y="406259"/>
            <a:ext cx="4879800" cy="112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0475" tIns="15225" rIns="30475" bIns="1522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NVIDIA Sans"/>
              <a:buNone/>
              <a:defRPr sz="2400" b="1" cap="none">
                <a:latin typeface="NVIDIA Sans"/>
                <a:ea typeface="NVIDIA Sans"/>
                <a:cs typeface="NVIDIA Sans"/>
                <a:sym typeface="NVIDIA Sans"/>
              </a:defRPr>
            </a:lvl1pPr>
            <a:lvl2pPr lvl="1">
              <a:spcBef>
                <a:spcPts val="200"/>
              </a:spcBef>
              <a:spcAft>
                <a:spcPts val="0"/>
              </a:spcAft>
              <a:buSzPts val="5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9pPr>
          </a:lstStyle>
          <a:p>
            <a:endParaRPr/>
          </a:p>
        </p:txBody>
      </p:sp>
      <p:sp>
        <p:nvSpPr>
          <p:cNvPr id="394" name="Google Shape;394;g3e23138d502_0_1176"/>
          <p:cNvSpPr>
            <a:spLocks noGrp="1"/>
          </p:cNvSpPr>
          <p:nvPr>
            <p:ph type="pic" idx="2"/>
          </p:nvPr>
        </p:nvSpPr>
        <p:spPr>
          <a:xfrm>
            <a:off x="0" y="0"/>
            <a:ext cx="5471100" cy="6858000"/>
          </a:xfrm>
          <a:prstGeom prst="rect">
            <a:avLst/>
          </a:prstGeom>
          <a:solidFill>
            <a:srgbClr val="F2F2F2">
              <a:alpha val="60780"/>
            </a:srgbClr>
          </a:solidFill>
          <a:ln w="3175" cap="flat" cmpd="sng">
            <a:solidFill>
              <a:schemeClr val="accent5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ext Left NO BULLETS - Image Right ">
  <p:cSld name="Text Left NO BULLETS - Image Right ">
    <p:spTree>
      <p:nvGrpSpPr>
        <p:cNvPr id="1" name="Shape 3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6" name="Google Shape;396;g3e23138d502_0_1181"/>
          <p:cNvSpPr/>
          <p:nvPr/>
        </p:nvSpPr>
        <p:spPr>
          <a:xfrm>
            <a:off x="10988040" y="6309360"/>
            <a:ext cx="1203900" cy="5487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30475" tIns="15225" rIns="30475" bIns="15225" anchor="ctr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300">
              <a:solidFill>
                <a:schemeClr val="dk1"/>
              </a:solidFill>
              <a:latin typeface="NVIDIA Sans"/>
              <a:ea typeface="NVIDIA Sans"/>
              <a:cs typeface="NVIDIA Sans"/>
              <a:sym typeface="NVIDIA Sans"/>
            </a:endParaRPr>
          </a:p>
        </p:txBody>
      </p:sp>
      <p:sp>
        <p:nvSpPr>
          <p:cNvPr id="397" name="Google Shape;397;g3e23138d502_0_1181"/>
          <p:cNvSpPr txBox="1">
            <a:spLocks noGrp="1"/>
          </p:cNvSpPr>
          <p:nvPr>
            <p:ph type="title"/>
          </p:nvPr>
        </p:nvSpPr>
        <p:spPr>
          <a:xfrm>
            <a:off x="865632" y="2276531"/>
            <a:ext cx="4047600" cy="112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0475" tIns="15225" rIns="30475" bIns="1522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NVIDIA Sans"/>
              <a:buNone/>
              <a:defRPr sz="2400" b="1" cap="none">
                <a:latin typeface="NVIDIA Sans"/>
                <a:ea typeface="NVIDIA Sans"/>
                <a:cs typeface="NVIDIA Sans"/>
                <a:sym typeface="NVIDIA Sans"/>
              </a:defRPr>
            </a:lvl1pPr>
            <a:lvl2pPr lvl="1">
              <a:spcBef>
                <a:spcPts val="200"/>
              </a:spcBef>
              <a:spcAft>
                <a:spcPts val="0"/>
              </a:spcAft>
              <a:buSzPts val="5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9pPr>
          </a:lstStyle>
          <a:p>
            <a:endParaRPr/>
          </a:p>
        </p:txBody>
      </p:sp>
      <p:sp>
        <p:nvSpPr>
          <p:cNvPr id="398" name="Google Shape;398;g3e23138d502_0_1181"/>
          <p:cNvSpPr txBox="1">
            <a:spLocks noGrp="1"/>
          </p:cNvSpPr>
          <p:nvPr>
            <p:ph type="body" idx="1"/>
          </p:nvPr>
        </p:nvSpPr>
        <p:spPr>
          <a:xfrm>
            <a:off x="865632" y="3427707"/>
            <a:ext cx="4047600" cy="46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0475" tIns="15225" rIns="30475" bIns="15225" anchor="t" anchorCtr="0">
            <a:noAutofit/>
          </a:bodyPr>
          <a:lstStyle>
            <a:lvl1pPr marL="457200" marR="0" lvl="0" indent="-2286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NVIDIA Sans"/>
              <a:buNone/>
              <a:defRPr sz="1600" b="0" i="0" u="none" strike="noStrike" cap="none">
                <a:solidFill>
                  <a:schemeClr val="dk2"/>
                </a:solidFill>
                <a:latin typeface="NVIDIA Sans"/>
                <a:ea typeface="NVIDIA Sans"/>
                <a:cs typeface="NVIDIA Sans"/>
                <a:sym typeface="NVIDIA Sans"/>
              </a:defRPr>
            </a:lvl1pPr>
            <a:lvl2pPr marL="914400" marR="0" lvl="1" indent="-22860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NVIDIA Sans"/>
              <a:buNone/>
              <a:defRPr sz="15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2pPr>
            <a:lvl3pPr marL="1371600" marR="0" lvl="2" indent="-22860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NVIDIA Sans"/>
              <a:buNone/>
              <a:defRPr sz="15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3pPr>
            <a:lvl4pPr marL="1828800" marR="0" lvl="3" indent="-22860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NVIDIA Sans"/>
              <a:buNone/>
              <a:defRPr sz="15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4pPr>
            <a:lvl5pPr marL="2286000" marR="0" lvl="4" indent="-22860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NVIDIA Sans"/>
              <a:buNone/>
              <a:defRPr sz="15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5pPr>
            <a:lvl6pPr marL="2743200" marR="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VIDIA Sans"/>
              <a:buChar char="•"/>
              <a:defRPr sz="18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6pPr>
            <a:lvl7pPr marL="3200400" marR="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VIDIA Sans"/>
              <a:buChar char="•"/>
              <a:defRPr sz="18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7pPr>
            <a:lvl8pPr marL="3657600" marR="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VIDIA Sans"/>
              <a:buChar char="•"/>
              <a:defRPr sz="18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8pPr>
            <a:lvl9pPr marL="4114800" marR="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VIDIA Sans"/>
              <a:buChar char="•"/>
              <a:defRPr sz="18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9pPr>
          </a:lstStyle>
          <a:p>
            <a:endParaRPr/>
          </a:p>
        </p:txBody>
      </p:sp>
      <p:grpSp>
        <p:nvGrpSpPr>
          <p:cNvPr id="399" name="Google Shape;399;g3e23138d502_0_1181"/>
          <p:cNvGrpSpPr/>
          <p:nvPr/>
        </p:nvGrpSpPr>
        <p:grpSpPr>
          <a:xfrm>
            <a:off x="0" y="6500821"/>
            <a:ext cx="776779" cy="360986"/>
            <a:chOff x="0" y="19504414"/>
            <a:chExt cx="2330569" cy="1083065"/>
          </a:xfrm>
        </p:grpSpPr>
        <p:sp>
          <p:nvSpPr>
            <p:cNvPr id="400" name="Google Shape;400;g3e23138d502_0_1181"/>
            <p:cNvSpPr/>
            <p:nvPr/>
          </p:nvSpPr>
          <p:spPr>
            <a:xfrm>
              <a:off x="0" y="19697679"/>
              <a:ext cx="155400" cy="889800"/>
            </a:xfrm>
            <a:prstGeom prst="rect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30475" tIns="15225" rIns="30475" bIns="15225" anchor="ctr" anchorCtr="0">
              <a:noAutofit/>
            </a:bodyPr>
            <a:lstStyle/>
            <a:p>
              <a:pPr marL="0" marR="0" lvl="0" indent="0" algn="ctr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300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endParaRPr>
            </a:p>
          </p:txBody>
        </p:sp>
        <p:pic>
          <p:nvPicPr>
            <p:cNvPr id="401" name="Google Shape;401;g3e23138d502_0_1181" descr="A picture containing shape  Description automatically generated"/>
            <p:cNvPicPr preferRelativeResize="0"/>
            <p:nvPr/>
          </p:nvPicPr>
          <p:blipFill rotWithShape="1">
            <a:blip r:embed="rId2">
              <a:alphaModFix/>
            </a:blip>
            <a:srcRect/>
            <a:stretch/>
          </p:blipFill>
          <p:spPr>
            <a:xfrm>
              <a:off x="327131" y="19504414"/>
              <a:ext cx="2003438" cy="690237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402" name="Google Shape;402;g3e23138d502_0_1181"/>
          <p:cNvSpPr>
            <a:spLocks noGrp="1"/>
          </p:cNvSpPr>
          <p:nvPr>
            <p:ph type="pic" idx="2"/>
          </p:nvPr>
        </p:nvSpPr>
        <p:spPr>
          <a:xfrm>
            <a:off x="5474208" y="0"/>
            <a:ext cx="6717900" cy="6858000"/>
          </a:xfrm>
          <a:prstGeom prst="rect">
            <a:avLst/>
          </a:prstGeom>
          <a:solidFill>
            <a:srgbClr val="F2F2F2">
              <a:alpha val="60780"/>
            </a:srgbClr>
          </a:solidFill>
          <a:ln w="3175" cap="flat" cmpd="sng">
            <a:solidFill>
              <a:schemeClr val="accent5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ext Left TITLE ONLY - Image Right">
  <p:cSld name="Text Left TITLE ONLY - Image Right">
    <p:spTree>
      <p:nvGrpSpPr>
        <p:cNvPr id="1" name="Shape 4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4" name="Google Shape;404;g3e23138d502_0_1189"/>
          <p:cNvSpPr/>
          <p:nvPr/>
        </p:nvSpPr>
        <p:spPr>
          <a:xfrm>
            <a:off x="10988040" y="6309360"/>
            <a:ext cx="1203900" cy="5487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30475" tIns="15225" rIns="30475" bIns="15225" anchor="ctr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300">
              <a:solidFill>
                <a:schemeClr val="dk1"/>
              </a:solidFill>
              <a:latin typeface="NVIDIA Sans"/>
              <a:ea typeface="NVIDIA Sans"/>
              <a:cs typeface="NVIDIA Sans"/>
              <a:sym typeface="NVIDIA Sans"/>
            </a:endParaRPr>
          </a:p>
        </p:txBody>
      </p:sp>
      <p:sp>
        <p:nvSpPr>
          <p:cNvPr id="405" name="Google Shape;405;g3e23138d502_0_1189"/>
          <p:cNvSpPr>
            <a:spLocks noGrp="1"/>
          </p:cNvSpPr>
          <p:nvPr>
            <p:ph type="pic" idx="2"/>
          </p:nvPr>
        </p:nvSpPr>
        <p:spPr>
          <a:xfrm>
            <a:off x="5474208" y="0"/>
            <a:ext cx="6717900" cy="6858000"/>
          </a:xfrm>
          <a:prstGeom prst="rect">
            <a:avLst/>
          </a:prstGeom>
          <a:solidFill>
            <a:srgbClr val="F2F2F2">
              <a:alpha val="60780"/>
            </a:srgbClr>
          </a:solidFill>
          <a:ln w="3175" cap="flat" cmpd="sng">
            <a:solidFill>
              <a:schemeClr val="accent5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06" name="Google Shape;406;g3e23138d502_0_1189"/>
          <p:cNvSpPr txBox="1">
            <a:spLocks noGrp="1"/>
          </p:cNvSpPr>
          <p:nvPr>
            <p:ph type="title"/>
          </p:nvPr>
        </p:nvSpPr>
        <p:spPr>
          <a:xfrm>
            <a:off x="865632" y="2868051"/>
            <a:ext cx="4059900" cy="112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0475" tIns="15225" rIns="30475" bIns="1522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NVIDIA Sans"/>
              <a:buNone/>
              <a:defRPr sz="2400" b="1" cap="none">
                <a:latin typeface="NVIDIA Sans"/>
                <a:ea typeface="NVIDIA Sans"/>
                <a:cs typeface="NVIDIA Sans"/>
                <a:sym typeface="NVIDIA Sans"/>
              </a:defRPr>
            </a:lvl1pPr>
            <a:lvl2pPr lvl="1">
              <a:spcBef>
                <a:spcPts val="200"/>
              </a:spcBef>
              <a:spcAft>
                <a:spcPts val="0"/>
              </a:spcAft>
              <a:buSzPts val="5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9pPr>
          </a:lstStyle>
          <a:p>
            <a:endParaRPr/>
          </a:p>
        </p:txBody>
      </p:sp>
      <p:grpSp>
        <p:nvGrpSpPr>
          <p:cNvPr id="407" name="Google Shape;407;g3e23138d502_0_1189"/>
          <p:cNvGrpSpPr/>
          <p:nvPr/>
        </p:nvGrpSpPr>
        <p:grpSpPr>
          <a:xfrm>
            <a:off x="0" y="6500821"/>
            <a:ext cx="776779" cy="360986"/>
            <a:chOff x="0" y="19504414"/>
            <a:chExt cx="2330569" cy="1083065"/>
          </a:xfrm>
        </p:grpSpPr>
        <p:sp>
          <p:nvSpPr>
            <p:cNvPr id="408" name="Google Shape;408;g3e23138d502_0_1189"/>
            <p:cNvSpPr/>
            <p:nvPr/>
          </p:nvSpPr>
          <p:spPr>
            <a:xfrm>
              <a:off x="0" y="19697679"/>
              <a:ext cx="155400" cy="889800"/>
            </a:xfrm>
            <a:prstGeom prst="rect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30475" tIns="15225" rIns="30475" bIns="15225" anchor="ctr" anchorCtr="0">
              <a:noAutofit/>
            </a:bodyPr>
            <a:lstStyle/>
            <a:p>
              <a:pPr marL="0" marR="0" lvl="0" indent="0" algn="ctr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300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endParaRPr>
            </a:p>
          </p:txBody>
        </p:sp>
        <p:pic>
          <p:nvPicPr>
            <p:cNvPr id="409" name="Google Shape;409;g3e23138d502_0_1189" descr="A picture containing shape  Description automatically generated"/>
            <p:cNvPicPr preferRelativeResize="0"/>
            <p:nvPr/>
          </p:nvPicPr>
          <p:blipFill rotWithShape="1">
            <a:blip r:embed="rId2">
              <a:alphaModFix/>
            </a:blip>
            <a:srcRect/>
            <a:stretch/>
          </p:blipFill>
          <p:spPr>
            <a:xfrm>
              <a:off x="327131" y="19504414"/>
              <a:ext cx="2003438" cy="690237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DING Layout">
  <p:cSld name="CODING Layout">
    <p:spTree>
      <p:nvGrpSpPr>
        <p:cNvPr id="1" name="Shape 4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1" name="Google Shape;411;g3e23138d502_0_1196"/>
          <p:cNvSpPr/>
          <p:nvPr/>
        </p:nvSpPr>
        <p:spPr>
          <a:xfrm>
            <a:off x="10896600" y="6111238"/>
            <a:ext cx="1295400" cy="7467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30475" tIns="15225" rIns="30475" bIns="15225" anchor="ctr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300">
              <a:solidFill>
                <a:schemeClr val="dk1"/>
              </a:solidFill>
              <a:latin typeface="NVIDIA Sans"/>
              <a:ea typeface="NVIDIA Sans"/>
              <a:cs typeface="NVIDIA Sans"/>
              <a:sym typeface="NVIDIA Sans"/>
            </a:endParaRPr>
          </a:p>
        </p:txBody>
      </p:sp>
      <p:sp>
        <p:nvSpPr>
          <p:cNvPr id="412" name="Google Shape;412;g3e23138d502_0_1196"/>
          <p:cNvSpPr txBox="1">
            <a:spLocks noGrp="1"/>
          </p:cNvSpPr>
          <p:nvPr>
            <p:ph type="title"/>
          </p:nvPr>
        </p:nvSpPr>
        <p:spPr>
          <a:xfrm>
            <a:off x="865632" y="100688"/>
            <a:ext cx="4879800" cy="112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0475" tIns="15225" rIns="30475" bIns="1522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Roboto Mono"/>
              <a:buNone/>
              <a:defRPr sz="2400" b="1" cap="none">
                <a:latin typeface="Roboto Mono"/>
                <a:ea typeface="Roboto Mono"/>
                <a:cs typeface="Roboto Mono"/>
                <a:sym typeface="Roboto Mono"/>
              </a:defRPr>
            </a:lvl1pPr>
            <a:lvl2pPr lvl="1">
              <a:spcBef>
                <a:spcPts val="200"/>
              </a:spcBef>
              <a:spcAft>
                <a:spcPts val="0"/>
              </a:spcAft>
              <a:buSzPts val="5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9pPr>
          </a:lstStyle>
          <a:p>
            <a:endParaRPr/>
          </a:p>
        </p:txBody>
      </p:sp>
      <p:sp>
        <p:nvSpPr>
          <p:cNvPr id="413" name="Google Shape;413;g3e23138d502_0_1196"/>
          <p:cNvSpPr txBox="1">
            <a:spLocks noGrp="1"/>
          </p:cNvSpPr>
          <p:nvPr>
            <p:ph type="body" idx="1"/>
          </p:nvPr>
        </p:nvSpPr>
        <p:spPr>
          <a:xfrm>
            <a:off x="865632" y="2329397"/>
            <a:ext cx="4879800" cy="378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0475" tIns="15225" rIns="30475" bIns="15225" anchor="t" anchorCtr="0">
            <a:noAutofit/>
          </a:bodyPr>
          <a:lstStyle>
            <a:lvl1pPr marL="457200" marR="0" lvl="0" indent="-32385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1500"/>
              <a:buFont typeface="NVIDIA Sans"/>
              <a:buChar char="•"/>
              <a:defRPr sz="1500" b="0" i="0" u="none" strike="noStrike" cap="none">
                <a:solidFill>
                  <a:schemeClr val="lt1"/>
                </a:solidFill>
                <a:latin typeface="Roboto Mono"/>
                <a:ea typeface="Roboto Mono"/>
                <a:cs typeface="Roboto Mono"/>
                <a:sym typeface="Roboto Mono"/>
              </a:defRPr>
            </a:lvl1pPr>
            <a:lvl2pPr marL="914400" marR="0" lvl="1" indent="-31115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NVIDIA Sans"/>
              <a:buChar char="•"/>
              <a:defRPr sz="1300" b="0" i="0" u="none" strike="noStrike" cap="none">
                <a:solidFill>
                  <a:schemeClr val="lt1"/>
                </a:solidFill>
                <a:latin typeface="Roboto Mono"/>
                <a:ea typeface="Roboto Mono"/>
                <a:cs typeface="Roboto Mono"/>
                <a:sym typeface="Roboto Mono"/>
              </a:defRPr>
            </a:lvl2pPr>
            <a:lvl3pPr marL="1371600" marR="0" lvl="2" indent="-30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NVIDIA Sans"/>
              <a:buChar char="•"/>
              <a:defRPr sz="1200" b="0" i="0" u="none" strike="noStrike" cap="none">
                <a:solidFill>
                  <a:schemeClr val="lt1"/>
                </a:solidFill>
                <a:latin typeface="Roboto Mono"/>
                <a:ea typeface="Roboto Mono"/>
                <a:cs typeface="Roboto Mono"/>
                <a:sym typeface="Roboto Mono"/>
              </a:defRPr>
            </a:lvl3pPr>
            <a:lvl4pPr marL="1828800" marR="0" lvl="3" indent="-29845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NVIDIA Sans"/>
              <a:buChar char="•"/>
              <a:defRPr sz="1100" b="0" i="0" u="none" strike="noStrike" cap="none">
                <a:solidFill>
                  <a:schemeClr val="lt1"/>
                </a:solidFill>
                <a:latin typeface="Roboto Mono"/>
                <a:ea typeface="Roboto Mono"/>
                <a:cs typeface="Roboto Mono"/>
                <a:sym typeface="Roboto Mono"/>
              </a:defRPr>
            </a:lvl4pPr>
            <a:lvl5pPr marL="2286000" marR="0" lvl="4" indent="-28575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900"/>
              <a:buFont typeface="NVIDIA Sans"/>
              <a:buChar char="•"/>
              <a:defRPr sz="900" b="0" i="0" u="none" strike="noStrike" cap="none">
                <a:solidFill>
                  <a:schemeClr val="lt1"/>
                </a:solidFill>
                <a:latin typeface="Roboto Mono"/>
                <a:ea typeface="Roboto Mono"/>
                <a:cs typeface="Roboto Mono"/>
                <a:sym typeface="Roboto Mono"/>
              </a:defRPr>
            </a:lvl5pPr>
            <a:lvl6pPr marL="2743200" marR="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VIDIA Sans"/>
              <a:buChar char="•"/>
              <a:defRPr sz="18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6pPr>
            <a:lvl7pPr marL="3200400" marR="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VIDIA Sans"/>
              <a:buChar char="•"/>
              <a:defRPr sz="18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7pPr>
            <a:lvl8pPr marL="3657600" marR="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VIDIA Sans"/>
              <a:buChar char="•"/>
              <a:defRPr sz="18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8pPr>
            <a:lvl9pPr marL="4114800" marR="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VIDIA Sans"/>
              <a:buChar char="•"/>
              <a:defRPr sz="18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9pPr>
          </a:lstStyle>
          <a:p>
            <a:endParaRPr/>
          </a:p>
        </p:txBody>
      </p:sp>
      <p:sp>
        <p:nvSpPr>
          <p:cNvPr id="414" name="Google Shape;414;g3e23138d502_0_1196"/>
          <p:cNvSpPr txBox="1">
            <a:spLocks noGrp="1"/>
          </p:cNvSpPr>
          <p:nvPr>
            <p:ph type="body" idx="2"/>
          </p:nvPr>
        </p:nvSpPr>
        <p:spPr>
          <a:xfrm>
            <a:off x="865632" y="1243923"/>
            <a:ext cx="4879800" cy="46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0475" tIns="15225" rIns="30475" bIns="15225" anchor="t" anchorCtr="0">
            <a:noAutofit/>
          </a:bodyPr>
          <a:lstStyle>
            <a:lvl1pPr marL="457200" marR="0" lvl="0" indent="-2286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NVIDIA Sans"/>
              <a:buNone/>
              <a:defRPr sz="1600" b="0" i="0" u="none" strike="noStrike" cap="none">
                <a:solidFill>
                  <a:schemeClr val="dk2"/>
                </a:solidFill>
                <a:latin typeface="Roboto Mono"/>
                <a:ea typeface="Roboto Mono"/>
                <a:cs typeface="Roboto Mono"/>
                <a:sym typeface="Roboto Mono"/>
              </a:defRPr>
            </a:lvl1pPr>
            <a:lvl2pPr marL="914400" marR="0" lvl="1" indent="-22860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NVIDIA Sans"/>
              <a:buNone/>
              <a:defRPr sz="15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2pPr>
            <a:lvl3pPr marL="1371600" marR="0" lvl="2" indent="-22860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NVIDIA Sans"/>
              <a:buNone/>
              <a:defRPr sz="15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3pPr>
            <a:lvl4pPr marL="1828800" marR="0" lvl="3" indent="-22860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NVIDIA Sans"/>
              <a:buNone/>
              <a:defRPr sz="15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4pPr>
            <a:lvl5pPr marL="2286000" marR="0" lvl="4" indent="-22860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NVIDIA Sans"/>
              <a:buNone/>
              <a:defRPr sz="15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5pPr>
            <a:lvl6pPr marL="2743200" marR="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VIDIA Sans"/>
              <a:buChar char="•"/>
              <a:defRPr sz="18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6pPr>
            <a:lvl7pPr marL="3200400" marR="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VIDIA Sans"/>
              <a:buChar char="•"/>
              <a:defRPr sz="18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7pPr>
            <a:lvl8pPr marL="3657600" marR="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VIDIA Sans"/>
              <a:buChar char="•"/>
              <a:defRPr sz="18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8pPr>
            <a:lvl9pPr marL="4114800" marR="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VIDIA Sans"/>
              <a:buChar char="•"/>
              <a:defRPr sz="18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9pPr>
          </a:lstStyle>
          <a:p>
            <a:endParaRPr/>
          </a:p>
        </p:txBody>
      </p:sp>
      <p:sp>
        <p:nvSpPr>
          <p:cNvPr id="415" name="Google Shape;415;g3e23138d502_0_1196"/>
          <p:cNvSpPr/>
          <p:nvPr/>
        </p:nvSpPr>
        <p:spPr>
          <a:xfrm>
            <a:off x="6720946" y="0"/>
            <a:ext cx="5471100" cy="685800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spcFirstLastPara="1" wrap="square" lIns="30475" tIns="731525" rIns="30475" bIns="15225" anchor="ctr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NVIDIA Sans"/>
              <a:buNone/>
            </a:pPr>
            <a:endParaRPr sz="1300">
              <a:solidFill>
                <a:schemeClr val="lt2"/>
              </a:solidFill>
              <a:latin typeface="NVIDIA Sans"/>
              <a:ea typeface="NVIDIA Sans"/>
              <a:cs typeface="NVIDIA Sans"/>
              <a:sym typeface="NVIDIA Sans"/>
            </a:endParaRPr>
          </a:p>
        </p:txBody>
      </p:sp>
      <p:grpSp>
        <p:nvGrpSpPr>
          <p:cNvPr id="416" name="Google Shape;416;g3e23138d502_0_1196"/>
          <p:cNvGrpSpPr/>
          <p:nvPr/>
        </p:nvGrpSpPr>
        <p:grpSpPr>
          <a:xfrm>
            <a:off x="0" y="6500821"/>
            <a:ext cx="776779" cy="360986"/>
            <a:chOff x="0" y="19504414"/>
            <a:chExt cx="2330569" cy="1083065"/>
          </a:xfrm>
        </p:grpSpPr>
        <p:sp>
          <p:nvSpPr>
            <p:cNvPr id="417" name="Google Shape;417;g3e23138d502_0_1196"/>
            <p:cNvSpPr/>
            <p:nvPr/>
          </p:nvSpPr>
          <p:spPr>
            <a:xfrm>
              <a:off x="0" y="19697679"/>
              <a:ext cx="155400" cy="889800"/>
            </a:xfrm>
            <a:prstGeom prst="rect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30475" tIns="15225" rIns="30475" bIns="15225" anchor="ctr" anchorCtr="0">
              <a:noAutofit/>
            </a:bodyPr>
            <a:lstStyle/>
            <a:p>
              <a:pPr marL="0" marR="0" lvl="0" indent="0" algn="ctr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300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endParaRPr>
            </a:p>
          </p:txBody>
        </p:sp>
        <p:pic>
          <p:nvPicPr>
            <p:cNvPr id="418" name="Google Shape;418;g3e23138d502_0_1196" descr="A picture containing shape  Description automatically generated"/>
            <p:cNvPicPr preferRelativeResize="0"/>
            <p:nvPr/>
          </p:nvPicPr>
          <p:blipFill rotWithShape="1">
            <a:blip r:embed="rId2">
              <a:alphaModFix/>
            </a:blip>
            <a:srcRect/>
            <a:stretch/>
          </p:blipFill>
          <p:spPr>
            <a:xfrm>
              <a:off x="327131" y="19504414"/>
              <a:ext cx="2003438" cy="690237"/>
            </a:xfrm>
            <a:prstGeom prst="rect">
              <a:avLst/>
            </a:prstGeom>
            <a:noFill/>
            <a:ln>
              <a:noFill/>
            </a:ln>
          </p:spPr>
        </p:pic>
      </p:grpSp>
      <p:cxnSp>
        <p:nvCxnSpPr>
          <p:cNvPr id="419" name="Google Shape;419;g3e23138d502_0_1196"/>
          <p:cNvCxnSpPr/>
          <p:nvPr/>
        </p:nvCxnSpPr>
        <p:spPr>
          <a:xfrm>
            <a:off x="0" y="1897743"/>
            <a:ext cx="5745600" cy="0"/>
          </a:xfrm>
          <a:prstGeom prst="straightConnector1">
            <a:avLst/>
          </a:prstGeom>
          <a:noFill/>
          <a:ln w="10575" cap="flat" cmpd="sng">
            <a:solidFill>
              <a:schemeClr val="accent5"/>
            </a:solidFill>
            <a:prstDash val="solid"/>
            <a:round/>
            <a:headEnd type="none" w="sm" len="sm"/>
            <a:tailEnd type="none" w="sm" len="sm"/>
          </a:ln>
        </p:spPr>
      </p:cxnSp>
    </p:spTree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Use Case Layout">
  <p:cSld name="Use Case Layout">
    <p:spTree>
      <p:nvGrpSpPr>
        <p:cNvPr id="1" name="Shape 4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21" name="Google Shape;421;g3e23138d502_0_1206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422" name="Google Shape;422;g3e23138d502_0_1206"/>
          <p:cNvSpPr>
            <a:spLocks noGrp="1"/>
          </p:cNvSpPr>
          <p:nvPr>
            <p:ph type="pic" idx="2"/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2F2F2"/>
          </a:solidFill>
          <a:ln>
            <a:noFill/>
          </a:ln>
        </p:spPr>
      </p:sp>
    </p:spTree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Embargo">
  <p:cSld name="Embargo">
    <p:spTree>
      <p:nvGrpSpPr>
        <p:cNvPr id="1" name="Shape 4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4" name="Google Shape;424;g3e23138d502_0_1209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9E0000"/>
          </a:solidFill>
          <a:ln>
            <a:noFill/>
          </a:ln>
        </p:spPr>
        <p:txBody>
          <a:bodyPr spcFirstLastPara="1" wrap="square" lIns="30475" tIns="15225" rIns="30475" bIns="1522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600">
              <a:solidFill>
                <a:schemeClr val="lt1"/>
              </a:solidFill>
              <a:latin typeface="NVIDIA Sans"/>
              <a:ea typeface="NVIDIA Sans"/>
              <a:cs typeface="NVIDIA Sans"/>
              <a:sym typeface="NVIDIA Sans"/>
            </a:endParaRPr>
          </a:p>
        </p:txBody>
      </p:sp>
      <p:sp>
        <p:nvSpPr>
          <p:cNvPr id="425" name="Google Shape;425;g3e23138d502_0_1209"/>
          <p:cNvSpPr txBox="1">
            <a:spLocks noGrp="1"/>
          </p:cNvSpPr>
          <p:nvPr>
            <p:ph type="body" idx="1"/>
          </p:nvPr>
        </p:nvSpPr>
        <p:spPr>
          <a:xfrm>
            <a:off x="2544753" y="3590666"/>
            <a:ext cx="7578000" cy="182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0475" tIns="15225" rIns="30475" bIns="15225" anchor="t" anchorCtr="0">
            <a:noAutofit/>
          </a:bodyPr>
          <a:lstStyle>
            <a:lvl1pPr marL="457200" marR="0" lvl="0" indent="-2286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NVIDIA Sans"/>
              <a:buNone/>
              <a:defRPr sz="1500" b="0" i="0" u="none" strike="noStrike" cap="none">
                <a:solidFill>
                  <a:schemeClr val="dk1"/>
                </a:solidFill>
                <a:latin typeface="NVIDIA Sans Medium"/>
                <a:ea typeface="NVIDIA Sans Medium"/>
                <a:cs typeface="NVIDIA Sans Medium"/>
                <a:sym typeface="NVIDIA Sans Medium"/>
              </a:defRPr>
            </a:lvl1pPr>
            <a:lvl2pPr marL="914400" marR="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2500"/>
              <a:buFont typeface="NVIDIA Sans"/>
              <a:buNone/>
              <a:defRPr sz="2500" b="0" i="0" u="none" strike="noStrike" cap="none">
                <a:solidFill>
                  <a:schemeClr val="dk2"/>
                </a:solidFill>
                <a:latin typeface="NVIDIA Sans"/>
                <a:ea typeface="NVIDIA Sans"/>
                <a:cs typeface="NVIDIA Sans"/>
                <a:sym typeface="NVIDIA Sans"/>
              </a:defRPr>
            </a:lvl2pPr>
            <a:lvl3pPr marL="1371600" marR="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2500"/>
              <a:buFont typeface="NVIDIA Sans"/>
              <a:buNone/>
              <a:defRPr sz="2500" b="0" i="0" u="none" strike="noStrike" cap="none">
                <a:solidFill>
                  <a:schemeClr val="dk2"/>
                </a:solidFill>
                <a:latin typeface="NVIDIA Sans"/>
                <a:ea typeface="NVIDIA Sans"/>
                <a:cs typeface="NVIDIA Sans"/>
                <a:sym typeface="NVIDIA Sans"/>
              </a:defRPr>
            </a:lvl3pPr>
            <a:lvl4pPr marL="1828800" marR="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VIDIA Sans"/>
              <a:buNone/>
              <a:defRPr sz="18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4pPr>
            <a:lvl5pPr marL="2286000" marR="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VIDIA Sans"/>
              <a:buChar char="•"/>
              <a:defRPr sz="18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5pPr>
            <a:lvl6pPr marL="2743200" marR="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VIDIA Sans"/>
              <a:buChar char="•"/>
              <a:defRPr sz="18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6pPr>
            <a:lvl7pPr marL="3200400" marR="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VIDIA Sans"/>
              <a:buChar char="•"/>
              <a:defRPr sz="18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7pPr>
            <a:lvl8pPr marL="3657600" marR="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VIDIA Sans"/>
              <a:buChar char="•"/>
              <a:defRPr sz="18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8pPr>
            <a:lvl9pPr marL="4114800" marR="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VIDIA Sans"/>
              <a:buChar char="•"/>
              <a:defRPr sz="18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9pPr>
          </a:lstStyle>
          <a:p>
            <a:endParaRPr/>
          </a:p>
        </p:txBody>
      </p:sp>
      <p:sp>
        <p:nvSpPr>
          <p:cNvPr id="426" name="Google Shape;426;g3e23138d502_0_1209"/>
          <p:cNvSpPr txBox="1">
            <a:spLocks noGrp="1"/>
          </p:cNvSpPr>
          <p:nvPr>
            <p:ph type="title"/>
          </p:nvPr>
        </p:nvSpPr>
        <p:spPr>
          <a:xfrm>
            <a:off x="2544753" y="3008253"/>
            <a:ext cx="7578000" cy="58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0475" tIns="15225" rIns="30475" bIns="1522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NVIDIA Sans Light"/>
              <a:buNone/>
              <a:defRPr sz="4000" b="0" cap="none">
                <a:solidFill>
                  <a:schemeClr val="dk1"/>
                </a:solidFill>
                <a:latin typeface="NVIDIA Sans Light"/>
                <a:ea typeface="NVIDIA Sans Light"/>
                <a:cs typeface="NVIDIA Sans Light"/>
                <a:sym typeface="NVIDIA Sans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9pPr>
          </a:lstStyle>
          <a:p>
            <a:endParaRPr/>
          </a:p>
        </p:txBody>
      </p:sp>
      <p:pic>
        <p:nvPicPr>
          <p:cNvPr id="427" name="Google Shape;427;g3e23138d502_0_1209" descr="A close up of a logo  Description automatically generated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2397713" y="2082682"/>
            <a:ext cx="785754" cy="78575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meline">
  <p:cSld name="Timeline">
    <p:spTree>
      <p:nvGrpSpPr>
        <p:cNvPr id="1" name="Shape 4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29" name="Google Shape;429;g3e23138d502_0_1214" descr="A green and white background  Description automatically generated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12191998" cy="6857999"/>
          </a:xfrm>
          <a:prstGeom prst="rect">
            <a:avLst/>
          </a:prstGeom>
          <a:noFill/>
          <a:ln>
            <a:noFill/>
          </a:ln>
        </p:spPr>
      </p:pic>
      <p:sp>
        <p:nvSpPr>
          <p:cNvPr id="430" name="Google Shape;430;g3e23138d502_0_1214"/>
          <p:cNvSpPr/>
          <p:nvPr/>
        </p:nvSpPr>
        <p:spPr>
          <a:xfrm>
            <a:off x="0" y="2321305"/>
            <a:ext cx="12192000" cy="4536600"/>
          </a:xfrm>
          <a:prstGeom prst="rect">
            <a:avLst/>
          </a:prstGeom>
          <a:gradFill>
            <a:gsLst>
              <a:gs pos="0">
                <a:schemeClr val="dk1"/>
              </a:gs>
              <a:gs pos="78000">
                <a:srgbClr val="FFFFFF">
                  <a:alpha val="54901"/>
                </a:srgbClr>
              </a:gs>
              <a:gs pos="100000">
                <a:srgbClr val="FFFFFF">
                  <a:alpha val="0"/>
                </a:srgbClr>
              </a:gs>
            </a:gsLst>
            <a:lin ang="5400012" scaled="0"/>
          </a:gradFill>
          <a:ln>
            <a:noFill/>
          </a:ln>
        </p:spPr>
        <p:txBody>
          <a:bodyPr spcFirstLastPara="1" wrap="square" lIns="30475" tIns="15225" rIns="30475" bIns="15225" anchor="ctr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300">
              <a:solidFill>
                <a:schemeClr val="dk1"/>
              </a:solidFill>
              <a:latin typeface="NVIDIA Sans"/>
              <a:ea typeface="NVIDIA Sans"/>
              <a:cs typeface="NVIDIA Sans"/>
              <a:sym typeface="NVIDIA Sans"/>
            </a:endParaRPr>
          </a:p>
        </p:txBody>
      </p:sp>
      <p:cxnSp>
        <p:nvCxnSpPr>
          <p:cNvPr id="431" name="Google Shape;431;g3e23138d502_0_1214"/>
          <p:cNvCxnSpPr/>
          <p:nvPr/>
        </p:nvCxnSpPr>
        <p:spPr>
          <a:xfrm>
            <a:off x="0" y="3776425"/>
            <a:ext cx="12192000" cy="0"/>
          </a:xfrm>
          <a:prstGeom prst="straightConnector1">
            <a:avLst/>
          </a:prstGeom>
          <a:noFill/>
          <a:ln w="169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432" name="Google Shape;432;g3e23138d502_0_1214"/>
          <p:cNvSpPr txBox="1">
            <a:spLocks noGrp="1"/>
          </p:cNvSpPr>
          <p:nvPr>
            <p:ph type="title"/>
          </p:nvPr>
        </p:nvSpPr>
        <p:spPr>
          <a:xfrm>
            <a:off x="838200" y="0"/>
            <a:ext cx="10515600" cy="83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0475" tIns="15225" rIns="30475" bIns="15225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NVIDIA Sans"/>
              <a:buNone/>
              <a:defRPr sz="2400" b="1" cap="none">
                <a:solidFill>
                  <a:schemeClr val="lt1"/>
                </a:solidFill>
                <a:latin typeface="NVIDIA Sans"/>
                <a:ea typeface="NVIDIA Sans"/>
                <a:cs typeface="NVIDIA Sans"/>
                <a:sym typeface="NVIDIA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9pPr>
          </a:lstStyle>
          <a:p>
            <a:endParaRPr/>
          </a:p>
        </p:txBody>
      </p:sp>
      <p:sp>
        <p:nvSpPr>
          <p:cNvPr id="433" name="Google Shape;433;g3e23138d502_0_1214"/>
          <p:cNvSpPr txBox="1">
            <a:spLocks noGrp="1"/>
          </p:cNvSpPr>
          <p:nvPr>
            <p:ph type="body" idx="1"/>
          </p:nvPr>
        </p:nvSpPr>
        <p:spPr>
          <a:xfrm>
            <a:off x="838200" y="829056"/>
            <a:ext cx="10515600" cy="46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0475" tIns="15225" rIns="30475" bIns="15225" anchor="t" anchorCtr="0">
            <a:noAutofit/>
          </a:bodyPr>
          <a:lstStyle>
            <a:lvl1pPr marL="457200" marR="0" lvl="0" indent="-22860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NVIDIA Sans"/>
              <a:buNone/>
              <a:defRPr sz="1600" b="0" i="0" u="none" strike="noStrike" cap="none">
                <a:solidFill>
                  <a:schemeClr val="dk2"/>
                </a:solidFill>
                <a:latin typeface="NVIDIA Sans"/>
                <a:ea typeface="NVIDIA Sans"/>
                <a:cs typeface="NVIDIA Sans"/>
                <a:sym typeface="NVIDIA Sans"/>
              </a:defRPr>
            </a:lvl1pPr>
            <a:lvl2pPr marL="914400" marR="0" lvl="1" indent="-22860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NVIDIA Sans"/>
              <a:buNone/>
              <a:defRPr sz="15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2pPr>
            <a:lvl3pPr marL="1371600" marR="0" lvl="2" indent="-22860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NVIDIA Sans"/>
              <a:buNone/>
              <a:defRPr sz="15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3pPr>
            <a:lvl4pPr marL="1828800" marR="0" lvl="3" indent="-22860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NVIDIA Sans"/>
              <a:buNone/>
              <a:defRPr sz="15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4pPr>
            <a:lvl5pPr marL="2286000" marR="0" lvl="4" indent="-22860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NVIDIA Sans"/>
              <a:buNone/>
              <a:defRPr sz="15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5pPr>
            <a:lvl6pPr marL="2743200" marR="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VIDIA Sans"/>
              <a:buChar char="•"/>
              <a:defRPr sz="18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6pPr>
            <a:lvl7pPr marL="3200400" marR="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VIDIA Sans"/>
              <a:buChar char="•"/>
              <a:defRPr sz="18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7pPr>
            <a:lvl8pPr marL="3657600" marR="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VIDIA Sans"/>
              <a:buChar char="•"/>
              <a:defRPr sz="18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8pPr>
            <a:lvl9pPr marL="4114800" marR="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VIDIA Sans"/>
              <a:buChar char="•"/>
              <a:defRPr sz="18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meline w/ Images Layout">
  <p:cSld name="Timeline w/ Images Layout">
    <p:spTree>
      <p:nvGrpSpPr>
        <p:cNvPr id="1" name="Shape 4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35" name="Google Shape;435;g3e23138d502_0_1220" descr="A green and white background  Description automatically generated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12191998" cy="6857999"/>
          </a:xfrm>
          <a:prstGeom prst="rect">
            <a:avLst/>
          </a:prstGeom>
          <a:noFill/>
          <a:ln>
            <a:noFill/>
          </a:ln>
        </p:spPr>
      </p:pic>
      <p:sp>
        <p:nvSpPr>
          <p:cNvPr id="436" name="Google Shape;436;g3e23138d502_0_1220"/>
          <p:cNvSpPr/>
          <p:nvPr/>
        </p:nvSpPr>
        <p:spPr>
          <a:xfrm>
            <a:off x="0" y="2321305"/>
            <a:ext cx="12192000" cy="4536600"/>
          </a:xfrm>
          <a:prstGeom prst="rect">
            <a:avLst/>
          </a:prstGeom>
          <a:gradFill>
            <a:gsLst>
              <a:gs pos="0">
                <a:schemeClr val="dk1"/>
              </a:gs>
              <a:gs pos="78000">
                <a:srgbClr val="FFFFFF">
                  <a:alpha val="54901"/>
                </a:srgbClr>
              </a:gs>
              <a:gs pos="100000">
                <a:srgbClr val="FFFFFF">
                  <a:alpha val="0"/>
                </a:srgbClr>
              </a:gs>
            </a:gsLst>
            <a:lin ang="5400012" scaled="0"/>
          </a:gradFill>
          <a:ln>
            <a:noFill/>
          </a:ln>
        </p:spPr>
        <p:txBody>
          <a:bodyPr spcFirstLastPara="1" wrap="square" lIns="30475" tIns="15225" rIns="30475" bIns="15225" anchor="ctr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300">
              <a:solidFill>
                <a:schemeClr val="dk1"/>
              </a:solidFill>
              <a:latin typeface="NVIDIA Sans"/>
              <a:ea typeface="NVIDIA Sans"/>
              <a:cs typeface="NVIDIA Sans"/>
              <a:sym typeface="NVIDIA Sans"/>
            </a:endParaRPr>
          </a:p>
        </p:txBody>
      </p:sp>
      <p:sp>
        <p:nvSpPr>
          <p:cNvPr id="437" name="Google Shape;437;g3e23138d502_0_1220"/>
          <p:cNvSpPr txBox="1">
            <a:spLocks noGrp="1"/>
          </p:cNvSpPr>
          <p:nvPr>
            <p:ph type="title"/>
          </p:nvPr>
        </p:nvSpPr>
        <p:spPr>
          <a:xfrm>
            <a:off x="838200" y="0"/>
            <a:ext cx="10515600" cy="83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0475" tIns="15225" rIns="30475" bIns="15225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NVIDIA Sans"/>
              <a:buNone/>
              <a:defRPr sz="2400" b="1" cap="none">
                <a:solidFill>
                  <a:schemeClr val="lt1"/>
                </a:solidFill>
                <a:latin typeface="NVIDIA Sans"/>
                <a:ea typeface="NVIDIA Sans"/>
                <a:cs typeface="NVIDIA Sans"/>
                <a:sym typeface="NVIDIA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9pPr>
          </a:lstStyle>
          <a:p>
            <a:endParaRPr/>
          </a:p>
        </p:txBody>
      </p:sp>
      <p:sp>
        <p:nvSpPr>
          <p:cNvPr id="438" name="Google Shape;438;g3e23138d502_0_1220"/>
          <p:cNvSpPr txBox="1">
            <a:spLocks noGrp="1"/>
          </p:cNvSpPr>
          <p:nvPr>
            <p:ph type="body" idx="1"/>
          </p:nvPr>
        </p:nvSpPr>
        <p:spPr>
          <a:xfrm>
            <a:off x="838200" y="829056"/>
            <a:ext cx="10515600" cy="46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0475" tIns="15225" rIns="30475" bIns="15225" anchor="t" anchorCtr="0">
            <a:noAutofit/>
          </a:bodyPr>
          <a:lstStyle>
            <a:lvl1pPr marL="457200" marR="0" lvl="0" indent="-22860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NVIDIA Sans"/>
              <a:buNone/>
              <a:defRPr sz="1600" b="0" i="0" u="none" strike="noStrike" cap="none">
                <a:solidFill>
                  <a:schemeClr val="dk2"/>
                </a:solidFill>
                <a:latin typeface="NVIDIA Sans"/>
                <a:ea typeface="NVIDIA Sans"/>
                <a:cs typeface="NVIDIA Sans"/>
                <a:sym typeface="NVIDIA Sans"/>
              </a:defRPr>
            </a:lvl1pPr>
            <a:lvl2pPr marL="914400" marR="0" lvl="1" indent="-22860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NVIDIA Sans"/>
              <a:buNone/>
              <a:defRPr sz="15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2pPr>
            <a:lvl3pPr marL="1371600" marR="0" lvl="2" indent="-22860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NVIDIA Sans"/>
              <a:buNone/>
              <a:defRPr sz="15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3pPr>
            <a:lvl4pPr marL="1828800" marR="0" lvl="3" indent="-22860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NVIDIA Sans"/>
              <a:buNone/>
              <a:defRPr sz="15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4pPr>
            <a:lvl5pPr marL="2286000" marR="0" lvl="4" indent="-22860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NVIDIA Sans"/>
              <a:buNone/>
              <a:defRPr sz="15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5pPr>
            <a:lvl6pPr marL="2743200" marR="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VIDIA Sans"/>
              <a:buChar char="•"/>
              <a:defRPr sz="18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6pPr>
            <a:lvl7pPr marL="3200400" marR="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VIDIA Sans"/>
              <a:buChar char="•"/>
              <a:defRPr sz="18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7pPr>
            <a:lvl8pPr marL="3657600" marR="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VIDIA Sans"/>
              <a:buChar char="•"/>
              <a:defRPr sz="18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8pPr>
            <a:lvl9pPr marL="4114800" marR="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VIDIA Sans"/>
              <a:buChar char="•"/>
              <a:defRPr sz="18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9pPr>
          </a:lstStyle>
          <a:p>
            <a:endParaRPr/>
          </a:p>
        </p:txBody>
      </p:sp>
      <p:cxnSp>
        <p:nvCxnSpPr>
          <p:cNvPr id="439" name="Google Shape;439;g3e23138d502_0_1220"/>
          <p:cNvCxnSpPr/>
          <p:nvPr/>
        </p:nvCxnSpPr>
        <p:spPr>
          <a:xfrm>
            <a:off x="0" y="4172373"/>
            <a:ext cx="12192000" cy="0"/>
          </a:xfrm>
          <a:prstGeom prst="straightConnector1">
            <a:avLst/>
          </a:prstGeom>
          <a:noFill/>
          <a:ln w="169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440" name="Google Shape;440;g3e23138d502_0_1220"/>
          <p:cNvSpPr>
            <a:spLocks noGrp="1"/>
          </p:cNvSpPr>
          <p:nvPr>
            <p:ph type="pic" idx="2"/>
          </p:nvPr>
        </p:nvSpPr>
        <p:spPr>
          <a:xfrm>
            <a:off x="368300" y="2942951"/>
            <a:ext cx="2057400" cy="1403100"/>
          </a:xfrm>
          <a:prstGeom prst="rect">
            <a:avLst/>
          </a:prstGeom>
          <a:solidFill>
            <a:schemeClr val="lt2"/>
          </a:solidFill>
          <a:ln w="3175" cap="flat" cmpd="sng">
            <a:solidFill>
              <a:schemeClr val="accent5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41" name="Google Shape;441;g3e23138d502_0_1220"/>
          <p:cNvSpPr txBox="1">
            <a:spLocks noGrp="1"/>
          </p:cNvSpPr>
          <p:nvPr>
            <p:ph type="body" idx="3"/>
          </p:nvPr>
        </p:nvSpPr>
        <p:spPr>
          <a:xfrm>
            <a:off x="368300" y="2411894"/>
            <a:ext cx="2057400" cy="26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0475" tIns="15225" rIns="30475" bIns="15225" anchor="b" anchorCtr="0">
            <a:noAutofit/>
          </a:bodyPr>
          <a:lstStyle>
            <a:lvl1pPr marL="457200" marR="0" lvl="0" indent="-22860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NVIDIA Sans"/>
              <a:buNone/>
              <a:defRPr sz="1300" b="0" i="0" u="none" strike="noStrike" cap="none">
                <a:solidFill>
                  <a:schemeClr val="lt1"/>
                </a:solidFill>
                <a:latin typeface="NVIDIA Sans Medium"/>
                <a:ea typeface="NVIDIA Sans Medium"/>
                <a:cs typeface="NVIDIA Sans Medium"/>
                <a:sym typeface="NVIDIA Sans Medium"/>
              </a:defRPr>
            </a:lvl1pPr>
            <a:lvl2pPr marL="914400" marR="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NVIDIA Sans"/>
              <a:buNone/>
              <a:defRPr sz="1300" b="1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2pPr>
            <a:lvl3pPr marL="1371600" marR="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NVIDIA Sans"/>
              <a:buNone/>
              <a:defRPr sz="1300" b="1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3pPr>
            <a:lvl4pPr marL="1828800" marR="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NVIDIA Sans"/>
              <a:buNone/>
              <a:defRPr sz="1300" b="1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4pPr>
            <a:lvl5pPr marL="2286000" marR="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NVIDIA Sans"/>
              <a:buNone/>
              <a:defRPr sz="1300" b="1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5pPr>
            <a:lvl6pPr marL="2743200" marR="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VIDIA Sans"/>
              <a:buChar char="•"/>
              <a:defRPr sz="18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6pPr>
            <a:lvl7pPr marL="3200400" marR="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VIDIA Sans"/>
              <a:buChar char="•"/>
              <a:defRPr sz="18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7pPr>
            <a:lvl8pPr marL="3657600" marR="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VIDIA Sans"/>
              <a:buChar char="•"/>
              <a:defRPr sz="18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8pPr>
            <a:lvl9pPr marL="4114800" marR="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VIDIA Sans"/>
              <a:buChar char="•"/>
              <a:defRPr sz="18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9pPr>
          </a:lstStyle>
          <a:p>
            <a:endParaRPr/>
          </a:p>
        </p:txBody>
      </p:sp>
      <p:sp>
        <p:nvSpPr>
          <p:cNvPr id="442" name="Google Shape;442;g3e23138d502_0_1220"/>
          <p:cNvSpPr txBox="1">
            <a:spLocks noGrp="1"/>
          </p:cNvSpPr>
          <p:nvPr>
            <p:ph type="body" idx="4"/>
          </p:nvPr>
        </p:nvSpPr>
        <p:spPr>
          <a:xfrm>
            <a:off x="368300" y="2649196"/>
            <a:ext cx="2057400" cy="22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0475" tIns="15225" rIns="30475" bIns="15225" anchor="t" anchorCtr="0">
            <a:noAutofit/>
          </a:bodyPr>
          <a:lstStyle>
            <a:lvl1pPr marL="457200" marR="0" lvl="0" indent="-228600" algn="ctr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Clr>
                <a:schemeClr val="lt1"/>
              </a:buClr>
              <a:buSzPts val="900"/>
              <a:buFont typeface="NVIDIA Sans"/>
              <a:buNone/>
              <a:defRPr sz="900" b="0" i="0" u="none" strike="noStrike" cap="none">
                <a:solidFill>
                  <a:schemeClr val="lt1"/>
                </a:solidFill>
                <a:latin typeface="NVIDIA Sans"/>
                <a:ea typeface="NVIDIA Sans"/>
                <a:cs typeface="NVIDIA Sans"/>
                <a:sym typeface="NVIDIA Sans"/>
              </a:defRPr>
            </a:lvl1pPr>
            <a:lvl2pPr marL="914400" marR="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NVIDIA Sans"/>
              <a:buNone/>
              <a:defRPr sz="1300" b="1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2pPr>
            <a:lvl3pPr marL="1371600" marR="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NVIDIA Sans"/>
              <a:buNone/>
              <a:defRPr sz="1300" b="1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3pPr>
            <a:lvl4pPr marL="1828800" marR="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NVIDIA Sans"/>
              <a:buNone/>
              <a:defRPr sz="1300" b="1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4pPr>
            <a:lvl5pPr marL="2286000" marR="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NVIDIA Sans"/>
              <a:buNone/>
              <a:defRPr sz="1300" b="1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5pPr>
            <a:lvl6pPr marL="2743200" marR="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VIDIA Sans"/>
              <a:buChar char="•"/>
              <a:defRPr sz="18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6pPr>
            <a:lvl7pPr marL="3200400" marR="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VIDIA Sans"/>
              <a:buChar char="•"/>
              <a:defRPr sz="18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7pPr>
            <a:lvl8pPr marL="3657600" marR="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VIDIA Sans"/>
              <a:buChar char="•"/>
              <a:defRPr sz="18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8pPr>
            <a:lvl9pPr marL="4114800" marR="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VIDIA Sans"/>
              <a:buChar char="•"/>
              <a:defRPr sz="18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9pPr>
          </a:lstStyle>
          <a:p>
            <a:endParaRPr/>
          </a:p>
        </p:txBody>
      </p:sp>
      <p:sp>
        <p:nvSpPr>
          <p:cNvPr id="443" name="Google Shape;443;g3e23138d502_0_1220"/>
          <p:cNvSpPr txBox="1">
            <a:spLocks noGrp="1"/>
          </p:cNvSpPr>
          <p:nvPr>
            <p:ph type="body" idx="5"/>
          </p:nvPr>
        </p:nvSpPr>
        <p:spPr>
          <a:xfrm>
            <a:off x="368300" y="2164318"/>
            <a:ext cx="2057400" cy="26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0475" tIns="15225" rIns="30475" bIns="15225" anchor="b" anchorCtr="0">
            <a:noAutofit/>
          </a:bodyPr>
          <a:lstStyle>
            <a:lvl1pPr marL="457200" marR="0" lvl="0" indent="-22860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NVIDIA Sans"/>
              <a:buNone/>
              <a:defRPr sz="2400" b="0" i="0" u="none" strike="noStrike" cap="none">
                <a:solidFill>
                  <a:schemeClr val="lt1"/>
                </a:solidFill>
                <a:latin typeface="NVIDIA Sans Light"/>
                <a:ea typeface="NVIDIA Sans Light"/>
                <a:cs typeface="NVIDIA Sans Light"/>
                <a:sym typeface="NVIDIA Sans Light"/>
              </a:defRPr>
            </a:lvl1pPr>
            <a:lvl2pPr marL="914400" marR="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NVIDIA Sans"/>
              <a:buNone/>
              <a:defRPr sz="1300" b="1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2pPr>
            <a:lvl3pPr marL="1371600" marR="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NVIDIA Sans"/>
              <a:buNone/>
              <a:defRPr sz="1300" b="1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3pPr>
            <a:lvl4pPr marL="1828800" marR="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NVIDIA Sans"/>
              <a:buNone/>
              <a:defRPr sz="1300" b="1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4pPr>
            <a:lvl5pPr marL="2286000" marR="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NVIDIA Sans"/>
              <a:buNone/>
              <a:defRPr sz="1300" b="1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5pPr>
            <a:lvl6pPr marL="2743200" marR="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VIDIA Sans"/>
              <a:buChar char="•"/>
              <a:defRPr sz="18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6pPr>
            <a:lvl7pPr marL="3200400" marR="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VIDIA Sans"/>
              <a:buChar char="•"/>
              <a:defRPr sz="18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7pPr>
            <a:lvl8pPr marL="3657600" marR="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VIDIA Sans"/>
              <a:buChar char="•"/>
              <a:defRPr sz="18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8pPr>
            <a:lvl9pPr marL="4114800" marR="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VIDIA Sans"/>
              <a:buChar char="•"/>
              <a:defRPr sz="18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9pPr>
          </a:lstStyle>
          <a:p>
            <a:endParaRPr/>
          </a:p>
        </p:txBody>
      </p:sp>
      <p:sp>
        <p:nvSpPr>
          <p:cNvPr id="444" name="Google Shape;444;g3e23138d502_0_1220"/>
          <p:cNvSpPr>
            <a:spLocks noGrp="1"/>
          </p:cNvSpPr>
          <p:nvPr>
            <p:ph type="pic" idx="6"/>
          </p:nvPr>
        </p:nvSpPr>
        <p:spPr>
          <a:xfrm>
            <a:off x="2717799" y="4005352"/>
            <a:ext cx="2057400" cy="1403100"/>
          </a:xfrm>
          <a:prstGeom prst="rect">
            <a:avLst/>
          </a:prstGeom>
          <a:solidFill>
            <a:schemeClr val="lt2"/>
          </a:solidFill>
          <a:ln w="3175" cap="flat" cmpd="sng">
            <a:solidFill>
              <a:schemeClr val="accent5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45" name="Google Shape;445;g3e23138d502_0_1220"/>
          <p:cNvSpPr txBox="1">
            <a:spLocks noGrp="1"/>
          </p:cNvSpPr>
          <p:nvPr>
            <p:ph type="body" idx="7"/>
          </p:nvPr>
        </p:nvSpPr>
        <p:spPr>
          <a:xfrm>
            <a:off x="2717799" y="3474295"/>
            <a:ext cx="2057400" cy="26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0475" tIns="15225" rIns="30475" bIns="15225" anchor="b" anchorCtr="0">
            <a:noAutofit/>
          </a:bodyPr>
          <a:lstStyle>
            <a:lvl1pPr marL="457200" marR="0" lvl="0" indent="-22860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NVIDIA Sans"/>
              <a:buNone/>
              <a:defRPr sz="1300" b="0" i="0" u="none" strike="noStrike" cap="none">
                <a:solidFill>
                  <a:schemeClr val="lt1"/>
                </a:solidFill>
                <a:latin typeface="NVIDIA Sans Medium"/>
                <a:ea typeface="NVIDIA Sans Medium"/>
                <a:cs typeface="NVIDIA Sans Medium"/>
                <a:sym typeface="NVIDIA Sans Medium"/>
              </a:defRPr>
            </a:lvl1pPr>
            <a:lvl2pPr marL="914400" marR="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NVIDIA Sans"/>
              <a:buNone/>
              <a:defRPr sz="1300" b="1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2pPr>
            <a:lvl3pPr marL="1371600" marR="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NVIDIA Sans"/>
              <a:buNone/>
              <a:defRPr sz="1300" b="1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3pPr>
            <a:lvl4pPr marL="1828800" marR="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NVIDIA Sans"/>
              <a:buNone/>
              <a:defRPr sz="1300" b="1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4pPr>
            <a:lvl5pPr marL="2286000" marR="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NVIDIA Sans"/>
              <a:buNone/>
              <a:defRPr sz="1300" b="1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5pPr>
            <a:lvl6pPr marL="2743200" marR="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VIDIA Sans"/>
              <a:buChar char="•"/>
              <a:defRPr sz="18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6pPr>
            <a:lvl7pPr marL="3200400" marR="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VIDIA Sans"/>
              <a:buChar char="•"/>
              <a:defRPr sz="18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7pPr>
            <a:lvl8pPr marL="3657600" marR="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VIDIA Sans"/>
              <a:buChar char="•"/>
              <a:defRPr sz="18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8pPr>
            <a:lvl9pPr marL="4114800" marR="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VIDIA Sans"/>
              <a:buChar char="•"/>
              <a:defRPr sz="18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9pPr>
          </a:lstStyle>
          <a:p>
            <a:endParaRPr/>
          </a:p>
        </p:txBody>
      </p:sp>
      <p:sp>
        <p:nvSpPr>
          <p:cNvPr id="446" name="Google Shape;446;g3e23138d502_0_1220"/>
          <p:cNvSpPr txBox="1">
            <a:spLocks noGrp="1"/>
          </p:cNvSpPr>
          <p:nvPr>
            <p:ph type="body" idx="8"/>
          </p:nvPr>
        </p:nvSpPr>
        <p:spPr>
          <a:xfrm>
            <a:off x="2717799" y="3711597"/>
            <a:ext cx="2057400" cy="22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0475" tIns="15225" rIns="30475" bIns="15225" anchor="t" anchorCtr="0">
            <a:noAutofit/>
          </a:bodyPr>
          <a:lstStyle>
            <a:lvl1pPr marL="457200" marR="0" lvl="0" indent="-228600" algn="ctr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Clr>
                <a:schemeClr val="lt1"/>
              </a:buClr>
              <a:buSzPts val="900"/>
              <a:buFont typeface="NVIDIA Sans"/>
              <a:buNone/>
              <a:defRPr sz="900" b="0" i="0" u="none" strike="noStrike" cap="none">
                <a:solidFill>
                  <a:schemeClr val="lt1"/>
                </a:solidFill>
                <a:latin typeface="NVIDIA Sans"/>
                <a:ea typeface="NVIDIA Sans"/>
                <a:cs typeface="NVIDIA Sans"/>
                <a:sym typeface="NVIDIA Sans"/>
              </a:defRPr>
            </a:lvl1pPr>
            <a:lvl2pPr marL="914400" marR="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NVIDIA Sans"/>
              <a:buNone/>
              <a:defRPr sz="1300" b="1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2pPr>
            <a:lvl3pPr marL="1371600" marR="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NVIDIA Sans"/>
              <a:buNone/>
              <a:defRPr sz="1300" b="1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3pPr>
            <a:lvl4pPr marL="1828800" marR="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NVIDIA Sans"/>
              <a:buNone/>
              <a:defRPr sz="1300" b="1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4pPr>
            <a:lvl5pPr marL="2286000" marR="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NVIDIA Sans"/>
              <a:buNone/>
              <a:defRPr sz="1300" b="1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5pPr>
            <a:lvl6pPr marL="2743200" marR="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VIDIA Sans"/>
              <a:buChar char="•"/>
              <a:defRPr sz="18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6pPr>
            <a:lvl7pPr marL="3200400" marR="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VIDIA Sans"/>
              <a:buChar char="•"/>
              <a:defRPr sz="18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7pPr>
            <a:lvl8pPr marL="3657600" marR="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VIDIA Sans"/>
              <a:buChar char="•"/>
              <a:defRPr sz="18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8pPr>
            <a:lvl9pPr marL="4114800" marR="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VIDIA Sans"/>
              <a:buChar char="•"/>
              <a:defRPr sz="18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9pPr>
          </a:lstStyle>
          <a:p>
            <a:endParaRPr/>
          </a:p>
        </p:txBody>
      </p:sp>
      <p:sp>
        <p:nvSpPr>
          <p:cNvPr id="447" name="Google Shape;447;g3e23138d502_0_1220"/>
          <p:cNvSpPr txBox="1">
            <a:spLocks noGrp="1"/>
          </p:cNvSpPr>
          <p:nvPr>
            <p:ph type="body" idx="9"/>
          </p:nvPr>
        </p:nvSpPr>
        <p:spPr>
          <a:xfrm>
            <a:off x="2717799" y="3226719"/>
            <a:ext cx="2057400" cy="26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0475" tIns="15225" rIns="30475" bIns="15225" anchor="b" anchorCtr="0">
            <a:noAutofit/>
          </a:bodyPr>
          <a:lstStyle>
            <a:lvl1pPr marL="457200" marR="0" lvl="0" indent="-22860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NVIDIA Sans"/>
              <a:buNone/>
              <a:defRPr sz="2400" b="0" i="0" u="none" strike="noStrike" cap="none">
                <a:solidFill>
                  <a:schemeClr val="lt1"/>
                </a:solidFill>
                <a:latin typeface="NVIDIA Sans Light"/>
                <a:ea typeface="NVIDIA Sans Light"/>
                <a:cs typeface="NVIDIA Sans Light"/>
                <a:sym typeface="NVIDIA Sans Light"/>
              </a:defRPr>
            </a:lvl1pPr>
            <a:lvl2pPr marL="914400" marR="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NVIDIA Sans"/>
              <a:buNone/>
              <a:defRPr sz="1300" b="1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2pPr>
            <a:lvl3pPr marL="1371600" marR="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NVIDIA Sans"/>
              <a:buNone/>
              <a:defRPr sz="1300" b="1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3pPr>
            <a:lvl4pPr marL="1828800" marR="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NVIDIA Sans"/>
              <a:buNone/>
              <a:defRPr sz="1300" b="1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4pPr>
            <a:lvl5pPr marL="2286000" marR="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NVIDIA Sans"/>
              <a:buNone/>
              <a:defRPr sz="1300" b="1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5pPr>
            <a:lvl6pPr marL="2743200" marR="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VIDIA Sans"/>
              <a:buChar char="•"/>
              <a:defRPr sz="18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6pPr>
            <a:lvl7pPr marL="3200400" marR="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VIDIA Sans"/>
              <a:buChar char="•"/>
              <a:defRPr sz="18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7pPr>
            <a:lvl8pPr marL="3657600" marR="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VIDIA Sans"/>
              <a:buChar char="•"/>
              <a:defRPr sz="18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8pPr>
            <a:lvl9pPr marL="4114800" marR="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VIDIA Sans"/>
              <a:buChar char="•"/>
              <a:defRPr sz="18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9pPr>
          </a:lstStyle>
          <a:p>
            <a:endParaRPr/>
          </a:p>
        </p:txBody>
      </p:sp>
      <p:sp>
        <p:nvSpPr>
          <p:cNvPr id="448" name="Google Shape;448;g3e23138d502_0_1220"/>
          <p:cNvSpPr>
            <a:spLocks noGrp="1"/>
          </p:cNvSpPr>
          <p:nvPr>
            <p:ph type="pic" idx="13"/>
          </p:nvPr>
        </p:nvSpPr>
        <p:spPr>
          <a:xfrm>
            <a:off x="5054598" y="2942951"/>
            <a:ext cx="2057400" cy="1403100"/>
          </a:xfrm>
          <a:prstGeom prst="rect">
            <a:avLst/>
          </a:prstGeom>
          <a:solidFill>
            <a:schemeClr val="lt2"/>
          </a:solidFill>
          <a:ln w="3175" cap="flat" cmpd="sng">
            <a:solidFill>
              <a:schemeClr val="accent5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49" name="Google Shape;449;g3e23138d502_0_1220"/>
          <p:cNvSpPr txBox="1">
            <a:spLocks noGrp="1"/>
          </p:cNvSpPr>
          <p:nvPr>
            <p:ph type="body" idx="14"/>
          </p:nvPr>
        </p:nvSpPr>
        <p:spPr>
          <a:xfrm>
            <a:off x="5054598" y="2411894"/>
            <a:ext cx="2057400" cy="26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0475" tIns="15225" rIns="30475" bIns="15225" anchor="b" anchorCtr="0">
            <a:noAutofit/>
          </a:bodyPr>
          <a:lstStyle>
            <a:lvl1pPr marL="457200" marR="0" lvl="0" indent="-22860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NVIDIA Sans"/>
              <a:buNone/>
              <a:defRPr sz="1300" b="0" i="0" u="none" strike="noStrike" cap="none">
                <a:solidFill>
                  <a:schemeClr val="lt1"/>
                </a:solidFill>
                <a:latin typeface="NVIDIA Sans Medium"/>
                <a:ea typeface="NVIDIA Sans Medium"/>
                <a:cs typeface="NVIDIA Sans Medium"/>
                <a:sym typeface="NVIDIA Sans Medium"/>
              </a:defRPr>
            </a:lvl1pPr>
            <a:lvl2pPr marL="914400" marR="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NVIDIA Sans"/>
              <a:buNone/>
              <a:defRPr sz="1300" b="1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2pPr>
            <a:lvl3pPr marL="1371600" marR="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NVIDIA Sans"/>
              <a:buNone/>
              <a:defRPr sz="1300" b="1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3pPr>
            <a:lvl4pPr marL="1828800" marR="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NVIDIA Sans"/>
              <a:buNone/>
              <a:defRPr sz="1300" b="1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4pPr>
            <a:lvl5pPr marL="2286000" marR="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NVIDIA Sans"/>
              <a:buNone/>
              <a:defRPr sz="1300" b="1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5pPr>
            <a:lvl6pPr marL="2743200" marR="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VIDIA Sans"/>
              <a:buChar char="•"/>
              <a:defRPr sz="18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6pPr>
            <a:lvl7pPr marL="3200400" marR="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VIDIA Sans"/>
              <a:buChar char="•"/>
              <a:defRPr sz="18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7pPr>
            <a:lvl8pPr marL="3657600" marR="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VIDIA Sans"/>
              <a:buChar char="•"/>
              <a:defRPr sz="18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8pPr>
            <a:lvl9pPr marL="4114800" marR="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VIDIA Sans"/>
              <a:buChar char="•"/>
              <a:defRPr sz="18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9pPr>
          </a:lstStyle>
          <a:p>
            <a:endParaRPr/>
          </a:p>
        </p:txBody>
      </p:sp>
      <p:sp>
        <p:nvSpPr>
          <p:cNvPr id="450" name="Google Shape;450;g3e23138d502_0_1220"/>
          <p:cNvSpPr txBox="1">
            <a:spLocks noGrp="1"/>
          </p:cNvSpPr>
          <p:nvPr>
            <p:ph type="body" idx="15"/>
          </p:nvPr>
        </p:nvSpPr>
        <p:spPr>
          <a:xfrm>
            <a:off x="5054598" y="2649196"/>
            <a:ext cx="2057400" cy="22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0475" tIns="15225" rIns="30475" bIns="15225" anchor="t" anchorCtr="0">
            <a:noAutofit/>
          </a:bodyPr>
          <a:lstStyle>
            <a:lvl1pPr marL="457200" marR="0" lvl="0" indent="-228600" algn="ctr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Clr>
                <a:schemeClr val="lt1"/>
              </a:buClr>
              <a:buSzPts val="900"/>
              <a:buFont typeface="NVIDIA Sans"/>
              <a:buNone/>
              <a:defRPr sz="900" b="0" i="0" u="none" strike="noStrike" cap="none">
                <a:solidFill>
                  <a:schemeClr val="lt1"/>
                </a:solidFill>
                <a:latin typeface="NVIDIA Sans"/>
                <a:ea typeface="NVIDIA Sans"/>
                <a:cs typeface="NVIDIA Sans"/>
                <a:sym typeface="NVIDIA Sans"/>
              </a:defRPr>
            </a:lvl1pPr>
            <a:lvl2pPr marL="914400" marR="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NVIDIA Sans"/>
              <a:buNone/>
              <a:defRPr sz="1300" b="1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2pPr>
            <a:lvl3pPr marL="1371600" marR="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NVIDIA Sans"/>
              <a:buNone/>
              <a:defRPr sz="1300" b="1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3pPr>
            <a:lvl4pPr marL="1828800" marR="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NVIDIA Sans"/>
              <a:buNone/>
              <a:defRPr sz="1300" b="1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4pPr>
            <a:lvl5pPr marL="2286000" marR="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NVIDIA Sans"/>
              <a:buNone/>
              <a:defRPr sz="1300" b="1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5pPr>
            <a:lvl6pPr marL="2743200" marR="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VIDIA Sans"/>
              <a:buChar char="•"/>
              <a:defRPr sz="18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6pPr>
            <a:lvl7pPr marL="3200400" marR="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VIDIA Sans"/>
              <a:buChar char="•"/>
              <a:defRPr sz="18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7pPr>
            <a:lvl8pPr marL="3657600" marR="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VIDIA Sans"/>
              <a:buChar char="•"/>
              <a:defRPr sz="18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8pPr>
            <a:lvl9pPr marL="4114800" marR="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VIDIA Sans"/>
              <a:buChar char="•"/>
              <a:defRPr sz="18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9pPr>
          </a:lstStyle>
          <a:p>
            <a:endParaRPr/>
          </a:p>
        </p:txBody>
      </p:sp>
      <p:sp>
        <p:nvSpPr>
          <p:cNvPr id="451" name="Google Shape;451;g3e23138d502_0_1220"/>
          <p:cNvSpPr txBox="1">
            <a:spLocks noGrp="1"/>
          </p:cNvSpPr>
          <p:nvPr>
            <p:ph type="body" idx="16"/>
          </p:nvPr>
        </p:nvSpPr>
        <p:spPr>
          <a:xfrm>
            <a:off x="5054598" y="2164318"/>
            <a:ext cx="2057400" cy="26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0475" tIns="15225" rIns="30475" bIns="15225" anchor="b" anchorCtr="0">
            <a:noAutofit/>
          </a:bodyPr>
          <a:lstStyle>
            <a:lvl1pPr marL="457200" marR="0" lvl="0" indent="-22860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NVIDIA Sans"/>
              <a:buNone/>
              <a:defRPr sz="2400" b="0" i="0" u="none" strike="noStrike" cap="none">
                <a:solidFill>
                  <a:schemeClr val="lt1"/>
                </a:solidFill>
                <a:latin typeface="NVIDIA Sans Light"/>
                <a:ea typeface="NVIDIA Sans Light"/>
                <a:cs typeface="NVIDIA Sans Light"/>
                <a:sym typeface="NVIDIA Sans Light"/>
              </a:defRPr>
            </a:lvl1pPr>
            <a:lvl2pPr marL="914400" marR="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NVIDIA Sans"/>
              <a:buNone/>
              <a:defRPr sz="1300" b="1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2pPr>
            <a:lvl3pPr marL="1371600" marR="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NVIDIA Sans"/>
              <a:buNone/>
              <a:defRPr sz="1300" b="1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3pPr>
            <a:lvl4pPr marL="1828800" marR="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NVIDIA Sans"/>
              <a:buNone/>
              <a:defRPr sz="1300" b="1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4pPr>
            <a:lvl5pPr marL="2286000" marR="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NVIDIA Sans"/>
              <a:buNone/>
              <a:defRPr sz="1300" b="1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5pPr>
            <a:lvl6pPr marL="2743200" marR="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VIDIA Sans"/>
              <a:buChar char="•"/>
              <a:defRPr sz="18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6pPr>
            <a:lvl7pPr marL="3200400" marR="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VIDIA Sans"/>
              <a:buChar char="•"/>
              <a:defRPr sz="18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7pPr>
            <a:lvl8pPr marL="3657600" marR="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VIDIA Sans"/>
              <a:buChar char="•"/>
              <a:defRPr sz="18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8pPr>
            <a:lvl9pPr marL="4114800" marR="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VIDIA Sans"/>
              <a:buChar char="•"/>
              <a:defRPr sz="18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9pPr>
          </a:lstStyle>
          <a:p>
            <a:endParaRPr/>
          </a:p>
        </p:txBody>
      </p:sp>
      <p:sp>
        <p:nvSpPr>
          <p:cNvPr id="452" name="Google Shape;452;g3e23138d502_0_1220"/>
          <p:cNvSpPr>
            <a:spLocks noGrp="1"/>
          </p:cNvSpPr>
          <p:nvPr>
            <p:ph type="pic" idx="17"/>
          </p:nvPr>
        </p:nvSpPr>
        <p:spPr>
          <a:xfrm>
            <a:off x="7404099" y="4005352"/>
            <a:ext cx="2057400" cy="1403100"/>
          </a:xfrm>
          <a:prstGeom prst="rect">
            <a:avLst/>
          </a:prstGeom>
          <a:solidFill>
            <a:schemeClr val="lt2"/>
          </a:solidFill>
          <a:ln w="3175" cap="flat" cmpd="sng">
            <a:solidFill>
              <a:schemeClr val="accent5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53" name="Google Shape;453;g3e23138d502_0_1220"/>
          <p:cNvSpPr txBox="1">
            <a:spLocks noGrp="1"/>
          </p:cNvSpPr>
          <p:nvPr>
            <p:ph type="body" idx="18"/>
          </p:nvPr>
        </p:nvSpPr>
        <p:spPr>
          <a:xfrm>
            <a:off x="7404099" y="3474295"/>
            <a:ext cx="2057400" cy="26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0475" tIns="15225" rIns="30475" bIns="15225" anchor="b" anchorCtr="0">
            <a:noAutofit/>
          </a:bodyPr>
          <a:lstStyle>
            <a:lvl1pPr marL="457200" marR="0" lvl="0" indent="-22860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NVIDIA Sans"/>
              <a:buNone/>
              <a:defRPr sz="1300" b="0" i="0" u="none" strike="noStrike" cap="none">
                <a:solidFill>
                  <a:schemeClr val="lt1"/>
                </a:solidFill>
                <a:latin typeface="NVIDIA Sans Medium"/>
                <a:ea typeface="NVIDIA Sans Medium"/>
                <a:cs typeface="NVIDIA Sans Medium"/>
                <a:sym typeface="NVIDIA Sans Medium"/>
              </a:defRPr>
            </a:lvl1pPr>
            <a:lvl2pPr marL="914400" marR="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NVIDIA Sans"/>
              <a:buNone/>
              <a:defRPr sz="1300" b="1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2pPr>
            <a:lvl3pPr marL="1371600" marR="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NVIDIA Sans"/>
              <a:buNone/>
              <a:defRPr sz="1300" b="1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3pPr>
            <a:lvl4pPr marL="1828800" marR="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NVIDIA Sans"/>
              <a:buNone/>
              <a:defRPr sz="1300" b="1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4pPr>
            <a:lvl5pPr marL="2286000" marR="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NVIDIA Sans"/>
              <a:buNone/>
              <a:defRPr sz="1300" b="1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5pPr>
            <a:lvl6pPr marL="2743200" marR="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VIDIA Sans"/>
              <a:buChar char="•"/>
              <a:defRPr sz="18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6pPr>
            <a:lvl7pPr marL="3200400" marR="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VIDIA Sans"/>
              <a:buChar char="•"/>
              <a:defRPr sz="18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7pPr>
            <a:lvl8pPr marL="3657600" marR="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VIDIA Sans"/>
              <a:buChar char="•"/>
              <a:defRPr sz="18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8pPr>
            <a:lvl9pPr marL="4114800" marR="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VIDIA Sans"/>
              <a:buChar char="•"/>
              <a:defRPr sz="18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9pPr>
          </a:lstStyle>
          <a:p>
            <a:endParaRPr/>
          </a:p>
        </p:txBody>
      </p:sp>
      <p:sp>
        <p:nvSpPr>
          <p:cNvPr id="454" name="Google Shape;454;g3e23138d502_0_1220"/>
          <p:cNvSpPr txBox="1">
            <a:spLocks noGrp="1"/>
          </p:cNvSpPr>
          <p:nvPr>
            <p:ph type="body" idx="19"/>
          </p:nvPr>
        </p:nvSpPr>
        <p:spPr>
          <a:xfrm>
            <a:off x="7404099" y="3711597"/>
            <a:ext cx="2057400" cy="22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0475" tIns="15225" rIns="30475" bIns="15225" anchor="t" anchorCtr="0">
            <a:noAutofit/>
          </a:bodyPr>
          <a:lstStyle>
            <a:lvl1pPr marL="457200" marR="0" lvl="0" indent="-228600" algn="ctr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Clr>
                <a:schemeClr val="lt1"/>
              </a:buClr>
              <a:buSzPts val="900"/>
              <a:buFont typeface="NVIDIA Sans"/>
              <a:buNone/>
              <a:defRPr sz="900" b="0" i="0" u="none" strike="noStrike" cap="none">
                <a:solidFill>
                  <a:schemeClr val="lt1"/>
                </a:solidFill>
                <a:latin typeface="NVIDIA Sans"/>
                <a:ea typeface="NVIDIA Sans"/>
                <a:cs typeface="NVIDIA Sans"/>
                <a:sym typeface="NVIDIA Sans"/>
              </a:defRPr>
            </a:lvl1pPr>
            <a:lvl2pPr marL="914400" marR="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NVIDIA Sans"/>
              <a:buNone/>
              <a:defRPr sz="1300" b="1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2pPr>
            <a:lvl3pPr marL="1371600" marR="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NVIDIA Sans"/>
              <a:buNone/>
              <a:defRPr sz="1300" b="1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3pPr>
            <a:lvl4pPr marL="1828800" marR="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NVIDIA Sans"/>
              <a:buNone/>
              <a:defRPr sz="1300" b="1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4pPr>
            <a:lvl5pPr marL="2286000" marR="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NVIDIA Sans"/>
              <a:buNone/>
              <a:defRPr sz="1300" b="1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5pPr>
            <a:lvl6pPr marL="2743200" marR="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VIDIA Sans"/>
              <a:buChar char="•"/>
              <a:defRPr sz="18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6pPr>
            <a:lvl7pPr marL="3200400" marR="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VIDIA Sans"/>
              <a:buChar char="•"/>
              <a:defRPr sz="18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7pPr>
            <a:lvl8pPr marL="3657600" marR="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VIDIA Sans"/>
              <a:buChar char="•"/>
              <a:defRPr sz="18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8pPr>
            <a:lvl9pPr marL="4114800" marR="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VIDIA Sans"/>
              <a:buChar char="•"/>
              <a:defRPr sz="18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9pPr>
          </a:lstStyle>
          <a:p>
            <a:endParaRPr/>
          </a:p>
        </p:txBody>
      </p:sp>
      <p:sp>
        <p:nvSpPr>
          <p:cNvPr id="455" name="Google Shape;455;g3e23138d502_0_1220"/>
          <p:cNvSpPr txBox="1">
            <a:spLocks noGrp="1"/>
          </p:cNvSpPr>
          <p:nvPr>
            <p:ph type="body" idx="20"/>
          </p:nvPr>
        </p:nvSpPr>
        <p:spPr>
          <a:xfrm>
            <a:off x="7404099" y="3226719"/>
            <a:ext cx="2057400" cy="26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0475" tIns="15225" rIns="30475" bIns="15225" anchor="b" anchorCtr="0">
            <a:noAutofit/>
          </a:bodyPr>
          <a:lstStyle>
            <a:lvl1pPr marL="457200" marR="0" lvl="0" indent="-22860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NVIDIA Sans"/>
              <a:buNone/>
              <a:defRPr sz="2400" b="0" i="0" u="none" strike="noStrike" cap="none">
                <a:solidFill>
                  <a:schemeClr val="lt1"/>
                </a:solidFill>
                <a:latin typeface="NVIDIA Sans Light"/>
                <a:ea typeface="NVIDIA Sans Light"/>
                <a:cs typeface="NVIDIA Sans Light"/>
                <a:sym typeface="NVIDIA Sans Light"/>
              </a:defRPr>
            </a:lvl1pPr>
            <a:lvl2pPr marL="914400" marR="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NVIDIA Sans"/>
              <a:buNone/>
              <a:defRPr sz="1300" b="1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2pPr>
            <a:lvl3pPr marL="1371600" marR="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NVIDIA Sans"/>
              <a:buNone/>
              <a:defRPr sz="1300" b="1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3pPr>
            <a:lvl4pPr marL="1828800" marR="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NVIDIA Sans"/>
              <a:buNone/>
              <a:defRPr sz="1300" b="1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4pPr>
            <a:lvl5pPr marL="2286000" marR="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NVIDIA Sans"/>
              <a:buNone/>
              <a:defRPr sz="1300" b="1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5pPr>
            <a:lvl6pPr marL="2743200" marR="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VIDIA Sans"/>
              <a:buChar char="•"/>
              <a:defRPr sz="18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6pPr>
            <a:lvl7pPr marL="3200400" marR="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VIDIA Sans"/>
              <a:buChar char="•"/>
              <a:defRPr sz="18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7pPr>
            <a:lvl8pPr marL="3657600" marR="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VIDIA Sans"/>
              <a:buChar char="•"/>
              <a:defRPr sz="18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8pPr>
            <a:lvl9pPr marL="4114800" marR="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VIDIA Sans"/>
              <a:buChar char="•"/>
              <a:defRPr sz="18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9pPr>
          </a:lstStyle>
          <a:p>
            <a:endParaRPr/>
          </a:p>
        </p:txBody>
      </p:sp>
      <p:sp>
        <p:nvSpPr>
          <p:cNvPr id="456" name="Google Shape;456;g3e23138d502_0_1220"/>
          <p:cNvSpPr>
            <a:spLocks noGrp="1"/>
          </p:cNvSpPr>
          <p:nvPr>
            <p:ph type="pic" idx="21"/>
          </p:nvPr>
        </p:nvSpPr>
        <p:spPr>
          <a:xfrm>
            <a:off x="9766301" y="2942951"/>
            <a:ext cx="2057400" cy="1403100"/>
          </a:xfrm>
          <a:prstGeom prst="rect">
            <a:avLst/>
          </a:prstGeom>
          <a:solidFill>
            <a:schemeClr val="lt2"/>
          </a:solidFill>
          <a:ln w="3175" cap="flat" cmpd="sng">
            <a:solidFill>
              <a:schemeClr val="accent5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57" name="Google Shape;457;g3e23138d502_0_1220"/>
          <p:cNvSpPr txBox="1">
            <a:spLocks noGrp="1"/>
          </p:cNvSpPr>
          <p:nvPr>
            <p:ph type="body" idx="22"/>
          </p:nvPr>
        </p:nvSpPr>
        <p:spPr>
          <a:xfrm>
            <a:off x="9766301" y="2411894"/>
            <a:ext cx="2057400" cy="26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0475" tIns="15225" rIns="30475" bIns="15225" anchor="b" anchorCtr="0">
            <a:noAutofit/>
          </a:bodyPr>
          <a:lstStyle>
            <a:lvl1pPr marL="457200" marR="0" lvl="0" indent="-22860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NVIDIA Sans"/>
              <a:buNone/>
              <a:defRPr sz="1300" b="0" i="0" u="none" strike="noStrike" cap="none">
                <a:solidFill>
                  <a:schemeClr val="lt1"/>
                </a:solidFill>
                <a:latin typeface="NVIDIA Sans Medium"/>
                <a:ea typeface="NVIDIA Sans Medium"/>
                <a:cs typeface="NVIDIA Sans Medium"/>
                <a:sym typeface="NVIDIA Sans Medium"/>
              </a:defRPr>
            </a:lvl1pPr>
            <a:lvl2pPr marL="914400" marR="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NVIDIA Sans"/>
              <a:buNone/>
              <a:defRPr sz="1300" b="1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2pPr>
            <a:lvl3pPr marL="1371600" marR="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NVIDIA Sans"/>
              <a:buNone/>
              <a:defRPr sz="1300" b="1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3pPr>
            <a:lvl4pPr marL="1828800" marR="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NVIDIA Sans"/>
              <a:buNone/>
              <a:defRPr sz="1300" b="1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4pPr>
            <a:lvl5pPr marL="2286000" marR="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NVIDIA Sans"/>
              <a:buNone/>
              <a:defRPr sz="1300" b="1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5pPr>
            <a:lvl6pPr marL="2743200" marR="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VIDIA Sans"/>
              <a:buChar char="•"/>
              <a:defRPr sz="18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6pPr>
            <a:lvl7pPr marL="3200400" marR="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VIDIA Sans"/>
              <a:buChar char="•"/>
              <a:defRPr sz="18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7pPr>
            <a:lvl8pPr marL="3657600" marR="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VIDIA Sans"/>
              <a:buChar char="•"/>
              <a:defRPr sz="18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8pPr>
            <a:lvl9pPr marL="4114800" marR="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VIDIA Sans"/>
              <a:buChar char="•"/>
              <a:defRPr sz="18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9pPr>
          </a:lstStyle>
          <a:p>
            <a:endParaRPr/>
          </a:p>
        </p:txBody>
      </p:sp>
      <p:sp>
        <p:nvSpPr>
          <p:cNvPr id="458" name="Google Shape;458;g3e23138d502_0_1220"/>
          <p:cNvSpPr txBox="1">
            <a:spLocks noGrp="1"/>
          </p:cNvSpPr>
          <p:nvPr>
            <p:ph type="body" idx="23"/>
          </p:nvPr>
        </p:nvSpPr>
        <p:spPr>
          <a:xfrm>
            <a:off x="9766301" y="2649196"/>
            <a:ext cx="2057400" cy="22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0475" tIns="15225" rIns="30475" bIns="15225" anchor="t" anchorCtr="0">
            <a:noAutofit/>
          </a:bodyPr>
          <a:lstStyle>
            <a:lvl1pPr marL="457200" marR="0" lvl="0" indent="-228600" algn="ctr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Clr>
                <a:schemeClr val="lt1"/>
              </a:buClr>
              <a:buSzPts val="900"/>
              <a:buFont typeface="NVIDIA Sans"/>
              <a:buNone/>
              <a:defRPr sz="900" b="0" i="0" u="none" strike="noStrike" cap="none">
                <a:solidFill>
                  <a:schemeClr val="lt1"/>
                </a:solidFill>
                <a:latin typeface="NVIDIA Sans"/>
                <a:ea typeface="NVIDIA Sans"/>
                <a:cs typeface="NVIDIA Sans"/>
                <a:sym typeface="NVIDIA Sans"/>
              </a:defRPr>
            </a:lvl1pPr>
            <a:lvl2pPr marL="914400" marR="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NVIDIA Sans"/>
              <a:buNone/>
              <a:defRPr sz="1300" b="1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2pPr>
            <a:lvl3pPr marL="1371600" marR="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NVIDIA Sans"/>
              <a:buNone/>
              <a:defRPr sz="1300" b="1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3pPr>
            <a:lvl4pPr marL="1828800" marR="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NVIDIA Sans"/>
              <a:buNone/>
              <a:defRPr sz="1300" b="1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4pPr>
            <a:lvl5pPr marL="2286000" marR="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NVIDIA Sans"/>
              <a:buNone/>
              <a:defRPr sz="1300" b="1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5pPr>
            <a:lvl6pPr marL="2743200" marR="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VIDIA Sans"/>
              <a:buChar char="•"/>
              <a:defRPr sz="18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6pPr>
            <a:lvl7pPr marL="3200400" marR="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VIDIA Sans"/>
              <a:buChar char="•"/>
              <a:defRPr sz="18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7pPr>
            <a:lvl8pPr marL="3657600" marR="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VIDIA Sans"/>
              <a:buChar char="•"/>
              <a:defRPr sz="18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8pPr>
            <a:lvl9pPr marL="4114800" marR="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VIDIA Sans"/>
              <a:buChar char="•"/>
              <a:defRPr sz="18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9pPr>
          </a:lstStyle>
          <a:p>
            <a:endParaRPr/>
          </a:p>
        </p:txBody>
      </p:sp>
      <p:sp>
        <p:nvSpPr>
          <p:cNvPr id="459" name="Google Shape;459;g3e23138d502_0_1220"/>
          <p:cNvSpPr txBox="1">
            <a:spLocks noGrp="1"/>
          </p:cNvSpPr>
          <p:nvPr>
            <p:ph type="body" idx="24"/>
          </p:nvPr>
        </p:nvSpPr>
        <p:spPr>
          <a:xfrm>
            <a:off x="9766301" y="2164318"/>
            <a:ext cx="2057400" cy="26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0475" tIns="15225" rIns="30475" bIns="15225" anchor="b" anchorCtr="0">
            <a:noAutofit/>
          </a:bodyPr>
          <a:lstStyle>
            <a:lvl1pPr marL="457200" marR="0" lvl="0" indent="-22860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NVIDIA Sans"/>
              <a:buNone/>
              <a:defRPr sz="2400" b="0" i="0" u="none" strike="noStrike" cap="none">
                <a:solidFill>
                  <a:schemeClr val="lt1"/>
                </a:solidFill>
                <a:latin typeface="NVIDIA Sans Light"/>
                <a:ea typeface="NVIDIA Sans Light"/>
                <a:cs typeface="NVIDIA Sans Light"/>
                <a:sym typeface="NVIDIA Sans Light"/>
              </a:defRPr>
            </a:lvl1pPr>
            <a:lvl2pPr marL="914400" marR="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NVIDIA Sans"/>
              <a:buNone/>
              <a:defRPr sz="1300" b="1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2pPr>
            <a:lvl3pPr marL="1371600" marR="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NVIDIA Sans"/>
              <a:buNone/>
              <a:defRPr sz="1300" b="1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3pPr>
            <a:lvl4pPr marL="1828800" marR="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NVIDIA Sans"/>
              <a:buNone/>
              <a:defRPr sz="1300" b="1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4pPr>
            <a:lvl5pPr marL="2286000" marR="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NVIDIA Sans"/>
              <a:buNone/>
              <a:defRPr sz="1300" b="1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5pPr>
            <a:lvl6pPr marL="2743200" marR="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VIDIA Sans"/>
              <a:buChar char="•"/>
              <a:defRPr sz="18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6pPr>
            <a:lvl7pPr marL="3200400" marR="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VIDIA Sans"/>
              <a:buChar char="•"/>
              <a:defRPr sz="18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7pPr>
            <a:lvl8pPr marL="3657600" marR="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VIDIA Sans"/>
              <a:buChar char="•"/>
              <a:defRPr sz="18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8pPr>
            <a:lvl9pPr marL="4114800" marR="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VIDIA Sans"/>
              <a:buChar char="•"/>
              <a:defRPr sz="18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lex_Timeline">
  <p:cSld name="Complex_Timeline">
    <p:spTree>
      <p:nvGrpSpPr>
        <p:cNvPr id="1" name="Shape 4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61" name="Google Shape;461;g3e23138d502_0_1246" descr="A green and white background  Description automatically generated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12191998" cy="6857999"/>
          </a:xfrm>
          <a:prstGeom prst="rect">
            <a:avLst/>
          </a:prstGeom>
          <a:noFill/>
          <a:ln>
            <a:noFill/>
          </a:ln>
        </p:spPr>
      </p:pic>
      <p:sp>
        <p:nvSpPr>
          <p:cNvPr id="462" name="Google Shape;462;g3e23138d502_0_1246"/>
          <p:cNvSpPr/>
          <p:nvPr/>
        </p:nvSpPr>
        <p:spPr>
          <a:xfrm>
            <a:off x="0" y="2321305"/>
            <a:ext cx="12192000" cy="4536600"/>
          </a:xfrm>
          <a:prstGeom prst="rect">
            <a:avLst/>
          </a:prstGeom>
          <a:gradFill>
            <a:gsLst>
              <a:gs pos="0">
                <a:schemeClr val="dk1"/>
              </a:gs>
              <a:gs pos="78000">
                <a:srgbClr val="FFFFFF">
                  <a:alpha val="54901"/>
                </a:srgbClr>
              </a:gs>
              <a:gs pos="100000">
                <a:srgbClr val="FFFFFF">
                  <a:alpha val="0"/>
                </a:srgbClr>
              </a:gs>
            </a:gsLst>
            <a:lin ang="5400012" scaled="0"/>
          </a:gradFill>
          <a:ln>
            <a:noFill/>
          </a:ln>
        </p:spPr>
        <p:txBody>
          <a:bodyPr spcFirstLastPara="1" wrap="square" lIns="30475" tIns="15225" rIns="30475" bIns="15225" anchor="ctr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300">
              <a:solidFill>
                <a:schemeClr val="dk1"/>
              </a:solidFill>
              <a:latin typeface="NVIDIA Sans"/>
              <a:ea typeface="NVIDIA Sans"/>
              <a:cs typeface="NVIDIA Sans"/>
              <a:sym typeface="NVIDIA Sans"/>
            </a:endParaRPr>
          </a:p>
        </p:txBody>
      </p:sp>
      <p:sp>
        <p:nvSpPr>
          <p:cNvPr id="463" name="Google Shape;463;g3e23138d502_0_1246"/>
          <p:cNvSpPr txBox="1">
            <a:spLocks noGrp="1"/>
          </p:cNvSpPr>
          <p:nvPr>
            <p:ph type="title"/>
          </p:nvPr>
        </p:nvSpPr>
        <p:spPr>
          <a:xfrm>
            <a:off x="838200" y="0"/>
            <a:ext cx="10515600" cy="83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0475" tIns="15225" rIns="30475" bIns="15225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NVIDIA Sans"/>
              <a:buNone/>
              <a:defRPr sz="2400" b="1" cap="none">
                <a:solidFill>
                  <a:schemeClr val="lt1"/>
                </a:solidFill>
                <a:latin typeface="NVIDIA Sans"/>
                <a:ea typeface="NVIDIA Sans"/>
                <a:cs typeface="NVIDIA Sans"/>
                <a:sym typeface="NVIDIA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9pPr>
          </a:lstStyle>
          <a:p>
            <a:endParaRPr/>
          </a:p>
        </p:txBody>
      </p:sp>
      <p:sp>
        <p:nvSpPr>
          <p:cNvPr id="464" name="Google Shape;464;g3e23138d502_0_1246"/>
          <p:cNvSpPr txBox="1">
            <a:spLocks noGrp="1"/>
          </p:cNvSpPr>
          <p:nvPr>
            <p:ph type="body" idx="1"/>
          </p:nvPr>
        </p:nvSpPr>
        <p:spPr>
          <a:xfrm>
            <a:off x="838200" y="829056"/>
            <a:ext cx="10515600" cy="46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0475" tIns="15225" rIns="30475" bIns="15225" anchor="t" anchorCtr="0">
            <a:noAutofit/>
          </a:bodyPr>
          <a:lstStyle>
            <a:lvl1pPr marL="457200" marR="0" lvl="0" indent="-22860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NVIDIA Sans"/>
              <a:buNone/>
              <a:defRPr sz="1600" b="0" i="0" u="none" strike="noStrike" cap="none">
                <a:solidFill>
                  <a:schemeClr val="dk2"/>
                </a:solidFill>
                <a:latin typeface="NVIDIA Sans"/>
                <a:ea typeface="NVIDIA Sans"/>
                <a:cs typeface="NVIDIA Sans"/>
                <a:sym typeface="NVIDIA Sans"/>
              </a:defRPr>
            </a:lvl1pPr>
            <a:lvl2pPr marL="914400" marR="0" lvl="1" indent="-22860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NVIDIA Sans"/>
              <a:buNone/>
              <a:defRPr sz="15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2pPr>
            <a:lvl3pPr marL="1371600" marR="0" lvl="2" indent="-22860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NVIDIA Sans"/>
              <a:buNone/>
              <a:defRPr sz="15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3pPr>
            <a:lvl4pPr marL="1828800" marR="0" lvl="3" indent="-22860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NVIDIA Sans"/>
              <a:buNone/>
              <a:defRPr sz="15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4pPr>
            <a:lvl5pPr marL="2286000" marR="0" lvl="4" indent="-22860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NVIDIA Sans"/>
              <a:buNone/>
              <a:defRPr sz="15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5pPr>
            <a:lvl6pPr marL="2743200" marR="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VIDIA Sans"/>
              <a:buChar char="•"/>
              <a:defRPr sz="18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6pPr>
            <a:lvl7pPr marL="3200400" marR="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VIDIA Sans"/>
              <a:buChar char="•"/>
              <a:defRPr sz="18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7pPr>
            <a:lvl8pPr marL="3657600" marR="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VIDIA Sans"/>
              <a:buChar char="•"/>
              <a:defRPr sz="18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8pPr>
            <a:lvl9pPr marL="4114800" marR="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VIDIA Sans"/>
              <a:buChar char="•"/>
              <a:defRPr sz="18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Demo - Image Layout">
  <p:cSld name="1_Demo - Image Layout">
    <p:spTree>
      <p:nvGrpSpPr>
        <p:cNvPr id="1" name="Shape 4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66" name="Google Shape;466;g3e23138d502_0_1251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467" name="Google Shape;467;g3e23138d502_0_1251"/>
          <p:cNvSpPr>
            <a:spLocks noGrp="1"/>
          </p:cNvSpPr>
          <p:nvPr>
            <p:ph type="pic" idx="2"/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2F2F2"/>
          </a:solidFill>
          <a:ln>
            <a:noFill/>
          </a:ln>
        </p:spPr>
      </p:sp>
    </p:spTree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emo - Insert Video Layout">
  <p:cSld name="Demo - Insert Video Layout">
    <p:spTree>
      <p:nvGrpSpPr>
        <p:cNvPr id="1" name="Shape 4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9" name="Google Shape;469;g3e23138d502_0_1254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30475" tIns="15225" rIns="30475" bIns="15225" anchor="ctr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300">
              <a:solidFill>
                <a:schemeClr val="dk1"/>
              </a:solidFill>
              <a:latin typeface="NVIDIA Sans"/>
              <a:ea typeface="NVIDIA Sans"/>
              <a:cs typeface="NVIDIA Sans"/>
              <a:sym typeface="NVIDIA Sans"/>
            </a:endParaRPr>
          </a:p>
        </p:txBody>
      </p:sp>
      <p:sp>
        <p:nvSpPr>
          <p:cNvPr id="470" name="Google Shape;470;g3e23138d502_0_1254"/>
          <p:cNvSpPr>
            <a:spLocks noGrp="1"/>
          </p:cNvSpPr>
          <p:nvPr>
            <p:ph type="media" idx="2"/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spcFirstLastPara="1" wrap="square" lIns="30475" tIns="0" rIns="30475" bIns="1402075" anchor="ctr" anchorCtr="0">
            <a:noAutofit/>
          </a:bodyPr>
          <a:lstStyle>
            <a:lvl1pPr marR="0"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NVIDIA Sans"/>
              <a:buNone/>
              <a:defRPr sz="2800" b="1" i="0" u="none" strike="noStrike" cap="none">
                <a:solidFill>
                  <a:schemeClr val="lt1"/>
                </a:solidFill>
                <a:latin typeface="NVIDIA Sans"/>
                <a:ea typeface="NVIDIA Sans"/>
                <a:cs typeface="NVIDIA Sans"/>
                <a:sym typeface="NVIDIA Sans"/>
              </a:defRPr>
            </a:lvl1pPr>
            <a:lvl2pPr marR="0" lvl="1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VIDIA Sans"/>
              <a:buChar char="•"/>
              <a:defRPr sz="2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2pPr>
            <a:lvl3pPr marR="0" lvl="2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VIDIA Sans"/>
              <a:buChar char="•"/>
              <a:defRPr sz="20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3pPr>
            <a:lvl4pPr marR="0" lvl="3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VIDIA Sans"/>
              <a:buChar char="•"/>
              <a:defRPr sz="18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4pPr>
            <a:lvl5pPr marR="0" lvl="4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VIDIA Sans"/>
              <a:buChar char="•"/>
              <a:defRPr sz="18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5pPr>
            <a:lvl6pPr marR="0" lvl="5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VIDIA Sans"/>
              <a:buChar char="•"/>
              <a:defRPr sz="18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6pPr>
            <a:lvl7pPr marR="0" lvl="6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VIDIA Sans"/>
              <a:buChar char="•"/>
              <a:defRPr sz="18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7pPr>
            <a:lvl8pPr marR="0" lvl="7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VIDIA Sans"/>
              <a:buChar char="•"/>
              <a:defRPr sz="18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8pPr>
            <a:lvl9pPr marR="0" lvl="8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VIDIA Sans"/>
              <a:buChar char="•"/>
              <a:defRPr sz="18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losing Slide">
  <p:cSld name="Closing Slide">
    <p:spTree>
      <p:nvGrpSpPr>
        <p:cNvPr id="1" name="Shape 4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72" name="Google Shape;472;g3e23138d502_0_1257" descr="A green and white background  Description automatically generated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12191998" cy="6857999"/>
          </a:xfrm>
          <a:prstGeom prst="rect">
            <a:avLst/>
          </a:prstGeom>
          <a:noFill/>
          <a:ln>
            <a:noFill/>
          </a:ln>
        </p:spPr>
      </p:pic>
      <p:pic>
        <p:nvPicPr>
          <p:cNvPr id="473" name="Google Shape;473;g3e23138d502_0_1257" descr="A picture containing graphics, logo, symbol, graphic design  Description automatically generated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72042" y="257844"/>
            <a:ext cx="2788663" cy="96077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, Subtitle">
  <p:cSld name="Title, Subtitle">
    <p:spTree>
      <p:nvGrpSpPr>
        <p:cNvPr id="1" name="Shape 4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5" name="Google Shape;475;g3e23138d502_0_1260"/>
          <p:cNvSpPr txBox="1">
            <a:spLocks noGrp="1"/>
          </p:cNvSpPr>
          <p:nvPr>
            <p:ph type="title"/>
          </p:nvPr>
        </p:nvSpPr>
        <p:spPr>
          <a:xfrm>
            <a:off x="838200" y="0"/>
            <a:ext cx="10515600" cy="83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0475" tIns="15225" rIns="30475" bIns="15225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NVIDIA Sans"/>
              <a:buNone/>
              <a:defRPr sz="2400" b="1" cap="none">
                <a:latin typeface="NVIDIA Sans"/>
                <a:ea typeface="NVIDIA Sans"/>
                <a:cs typeface="NVIDIA Sans"/>
                <a:sym typeface="NVIDIA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9pPr>
          </a:lstStyle>
          <a:p>
            <a:endParaRPr/>
          </a:p>
        </p:txBody>
      </p:sp>
      <p:sp>
        <p:nvSpPr>
          <p:cNvPr id="476" name="Google Shape;476;g3e23138d502_0_1260"/>
          <p:cNvSpPr txBox="1">
            <a:spLocks noGrp="1"/>
          </p:cNvSpPr>
          <p:nvPr>
            <p:ph type="body" idx="1"/>
          </p:nvPr>
        </p:nvSpPr>
        <p:spPr>
          <a:xfrm>
            <a:off x="838200" y="829056"/>
            <a:ext cx="10515600" cy="46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0475" tIns="15225" rIns="30475" bIns="15225" anchor="t" anchorCtr="0">
            <a:noAutofit/>
          </a:bodyPr>
          <a:lstStyle>
            <a:lvl1pPr marL="457200" marR="0" lvl="0" indent="-22860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NVIDIA Sans"/>
              <a:buNone/>
              <a:defRPr sz="1600" b="0" i="0" u="none" strike="noStrike" cap="none">
                <a:solidFill>
                  <a:schemeClr val="dk2"/>
                </a:solidFill>
                <a:latin typeface="NVIDIA Sans"/>
                <a:ea typeface="NVIDIA Sans"/>
                <a:cs typeface="NVIDIA Sans"/>
                <a:sym typeface="NVIDIA Sans"/>
              </a:defRPr>
            </a:lvl1pPr>
            <a:lvl2pPr marL="914400" marR="0" lvl="1" indent="-22860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NVIDIA Sans"/>
              <a:buNone/>
              <a:defRPr sz="15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2pPr>
            <a:lvl3pPr marL="1371600" marR="0" lvl="2" indent="-22860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NVIDIA Sans"/>
              <a:buNone/>
              <a:defRPr sz="15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3pPr>
            <a:lvl4pPr marL="1828800" marR="0" lvl="3" indent="-22860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NVIDIA Sans"/>
              <a:buNone/>
              <a:defRPr sz="15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4pPr>
            <a:lvl5pPr marL="2286000" marR="0" lvl="4" indent="-22860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NVIDIA Sans"/>
              <a:buNone/>
              <a:defRPr sz="15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5pPr>
            <a:lvl6pPr marL="2743200" marR="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VIDIA Sans"/>
              <a:buChar char="•"/>
              <a:defRPr sz="18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6pPr>
            <a:lvl7pPr marL="3200400" marR="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VIDIA Sans"/>
              <a:buChar char="•"/>
              <a:defRPr sz="18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7pPr>
            <a:lvl8pPr marL="3657600" marR="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VIDIA Sans"/>
              <a:buChar char="•"/>
              <a:defRPr sz="18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8pPr>
            <a:lvl9pPr marL="4114800" marR="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VIDIA Sans"/>
              <a:buChar char="•"/>
              <a:defRPr sz="18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theme" Target="../theme/theme1.xml"/><Relationship Id="rId14" Type="http://schemas.openxmlformats.org/officeDocument/2006/relationships/image" Target="../media/image1.jpg"/></Relationships>
</file>

<file path=ppt/slideMasters/_rels/slideMaster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slideLayout" Target="../slideLayouts/slideLayout14.xml"/><Relationship Id="rId3" Type="http://schemas.openxmlformats.org/officeDocument/2006/relationships/slideLayout" Target="../slideLayouts/slideLayout15.xml"/><Relationship Id="rId4" Type="http://schemas.openxmlformats.org/officeDocument/2006/relationships/slideLayout" Target="../slideLayouts/slideLayout16.xml"/><Relationship Id="rId5" Type="http://schemas.openxmlformats.org/officeDocument/2006/relationships/slideLayout" Target="../slideLayouts/slideLayout17.xml"/><Relationship Id="rId6" Type="http://schemas.openxmlformats.org/officeDocument/2006/relationships/slideLayout" Target="../slideLayouts/slideLayout18.xml"/><Relationship Id="rId7" Type="http://schemas.openxmlformats.org/officeDocument/2006/relationships/slideLayout" Target="../slideLayouts/slideLayout19.xml"/><Relationship Id="rId8" Type="http://schemas.openxmlformats.org/officeDocument/2006/relationships/slideLayout" Target="../slideLayouts/slideLayout20.xml"/><Relationship Id="rId9" Type="http://schemas.openxmlformats.org/officeDocument/2006/relationships/slideLayout" Target="../slideLayouts/slideLayout21.xml"/><Relationship Id="rId10" Type="http://schemas.openxmlformats.org/officeDocument/2006/relationships/slideLayout" Target="../slideLayouts/slideLayout22.xml"/><Relationship Id="rId11" Type="http://schemas.openxmlformats.org/officeDocument/2006/relationships/slideLayout" Target="../slideLayouts/slideLayout23.xml"/><Relationship Id="rId12" Type="http://schemas.openxmlformats.org/officeDocument/2006/relationships/slideLayout" Target="../slideLayouts/slideLayout24.xml"/><Relationship Id="rId13" Type="http://schemas.openxmlformats.org/officeDocument/2006/relationships/slideLayout" Target="../slideLayouts/slideLayout25.xml"/><Relationship Id="rId14" Type="http://schemas.openxmlformats.org/officeDocument/2006/relationships/slideLayout" Target="../slideLayouts/slideLayout26.xml"/><Relationship Id="rId15" Type="http://schemas.openxmlformats.org/officeDocument/2006/relationships/slideLayout" Target="../slideLayouts/slideLayout27.xml"/><Relationship Id="rId16" Type="http://schemas.openxmlformats.org/officeDocument/2006/relationships/slideLayout" Target="../slideLayouts/slideLayout28.xml"/><Relationship Id="rId17" Type="http://schemas.openxmlformats.org/officeDocument/2006/relationships/slideLayout" Target="../slideLayouts/slideLayout29.xml"/><Relationship Id="rId18" Type="http://schemas.openxmlformats.org/officeDocument/2006/relationships/slideLayout" Target="../slideLayouts/slideLayout30.xml"/><Relationship Id="rId19" Type="http://schemas.openxmlformats.org/officeDocument/2006/relationships/slideLayout" Target="../slideLayouts/slideLayout31.xml"/><Relationship Id="rId20" Type="http://schemas.openxmlformats.org/officeDocument/2006/relationships/slideLayout" Target="../slideLayouts/slideLayout32.xml"/><Relationship Id="rId21" Type="http://schemas.openxmlformats.org/officeDocument/2006/relationships/slideLayout" Target="../slideLayouts/slideLayout33.xml"/><Relationship Id="rId22" Type="http://schemas.openxmlformats.org/officeDocument/2006/relationships/slideLayout" Target="../slideLayouts/slideLayout34.xml"/><Relationship Id="rId23" Type="http://schemas.openxmlformats.org/officeDocument/2006/relationships/slideLayout" Target="../slideLayouts/slideLayout35.xml"/><Relationship Id="rId24" Type="http://schemas.openxmlformats.org/officeDocument/2006/relationships/slideLayout" Target="../slideLayouts/slideLayout36.xml"/><Relationship Id="rId25" Type="http://schemas.openxmlformats.org/officeDocument/2006/relationships/slideLayout" Target="../slideLayouts/slideLayout37.xml"/><Relationship Id="rId26" Type="http://schemas.openxmlformats.org/officeDocument/2006/relationships/slideLayout" Target="../slideLayouts/slideLayout38.xml"/><Relationship Id="rId27" Type="http://schemas.openxmlformats.org/officeDocument/2006/relationships/slideLayout" Target="../slideLayouts/slideLayout39.xml"/><Relationship Id="rId28" Type="http://schemas.openxmlformats.org/officeDocument/2006/relationships/slideLayout" Target="../slideLayouts/slideLayout40.xml"/><Relationship Id="rId29" Type="http://schemas.openxmlformats.org/officeDocument/2006/relationships/slideLayout" Target="../slideLayouts/slideLayout41.xml"/><Relationship Id="rId30" Type="http://schemas.openxmlformats.org/officeDocument/2006/relationships/slideLayout" Target="../slideLayouts/slideLayout42.xml"/><Relationship Id="rId31" Type="http://schemas.openxmlformats.org/officeDocument/2006/relationships/slideLayout" Target="../slideLayouts/slideLayout43.xml"/><Relationship Id="rId32" Type="http://schemas.openxmlformats.org/officeDocument/2006/relationships/slideLayout" Target="../slideLayouts/slideLayout44.xml"/><Relationship Id="rId33" Type="http://schemas.openxmlformats.org/officeDocument/2006/relationships/slideLayout" Target="../slideLayouts/slideLayout45.xml"/><Relationship Id="rId34" Type="http://schemas.openxmlformats.org/officeDocument/2006/relationships/slideLayout" Target="../slideLayouts/slideLayout46.xml"/><Relationship Id="rId35" Type="http://schemas.openxmlformats.org/officeDocument/2006/relationships/slideLayout" Target="../slideLayouts/slideLayout47.xml"/><Relationship Id="rId36" Type="http://schemas.openxmlformats.org/officeDocument/2006/relationships/slideLayout" Target="../slideLayouts/slideLayout48.xml"/><Relationship Id="rId37" Type="http://schemas.openxmlformats.org/officeDocument/2006/relationships/slideLayout" Target="../slideLayouts/slideLayout49.xml"/><Relationship Id="rId38" Type="http://schemas.openxmlformats.org/officeDocument/2006/relationships/slideLayout" Target="../slideLayouts/slideLayout50.xml"/><Relationship Id="rId39" Type="http://schemas.openxmlformats.org/officeDocument/2006/relationships/slideLayout" Target="../slideLayouts/slideLayout51.xml"/><Relationship Id="rId40" Type="http://schemas.openxmlformats.org/officeDocument/2006/relationships/slideLayout" Target="../slideLayouts/slideLayout52.xml"/><Relationship Id="rId41" Type="http://schemas.openxmlformats.org/officeDocument/2006/relationships/theme" Target="../theme/theme2.xml"/><Relationship Id="rId42" Type="http://schemas.openxmlformats.org/officeDocument/2006/relationships/image" Target="../media/image5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blipFill>
          <a:blip r:embed="rId14">
            <a:alphaModFix/>
          </a:blip>
          <a:stretch>
            <a:fillRect/>
          </a:stretch>
        </a:blip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g279cdef50ac_0_0"/>
          <p:cNvSpPr txBox="1">
            <a:spLocks noGrp="1"/>
          </p:cNvSpPr>
          <p:nvPr>
            <p:ph type="title"/>
          </p:nvPr>
        </p:nvSpPr>
        <p:spPr>
          <a:xfrm>
            <a:off x="415600" y="593367"/>
            <a:ext cx="11360700" cy="76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rm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700"/>
              <a:buFont typeface="Arial"/>
              <a:buNone/>
              <a:defRPr sz="37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700"/>
              <a:buFont typeface="Arial"/>
              <a:buNone/>
              <a:defRPr sz="37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700"/>
              <a:buFont typeface="Arial"/>
              <a:buNone/>
              <a:defRPr sz="37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700"/>
              <a:buFont typeface="Arial"/>
              <a:buNone/>
              <a:defRPr sz="37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700"/>
              <a:buFont typeface="Arial"/>
              <a:buNone/>
              <a:defRPr sz="37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700"/>
              <a:buFont typeface="Arial"/>
              <a:buNone/>
              <a:defRPr sz="37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700"/>
              <a:buFont typeface="Arial"/>
              <a:buNone/>
              <a:defRPr sz="37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700"/>
              <a:buFont typeface="Arial"/>
              <a:buNone/>
              <a:defRPr sz="37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700"/>
              <a:buFont typeface="Arial"/>
              <a:buNone/>
              <a:defRPr sz="37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1" name="Google Shape;11;g279cdef50ac_0_0"/>
          <p:cNvSpPr txBox="1">
            <a:spLocks noGrp="1"/>
          </p:cNvSpPr>
          <p:nvPr>
            <p:ph type="body" idx="1"/>
          </p:nvPr>
        </p:nvSpPr>
        <p:spPr>
          <a:xfrm>
            <a:off x="415600" y="1536633"/>
            <a:ext cx="11360700" cy="455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rmAutofit/>
          </a:bodyPr>
          <a:lstStyle>
            <a:lvl1pPr marL="457200" marR="0" lvl="0" indent="-3810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Arial"/>
              <a:buChar char="●"/>
              <a:defRPr sz="2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492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900"/>
              <a:buFont typeface="Arial"/>
              <a:buChar char="○"/>
              <a:defRPr sz="19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492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900"/>
              <a:buFont typeface="Arial"/>
              <a:buChar char="■"/>
              <a:defRPr sz="19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492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900"/>
              <a:buFont typeface="Arial"/>
              <a:buChar char="●"/>
              <a:defRPr sz="19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492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900"/>
              <a:buFont typeface="Arial"/>
              <a:buChar char="○"/>
              <a:defRPr sz="19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492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900"/>
              <a:buFont typeface="Arial"/>
              <a:buChar char="■"/>
              <a:defRPr sz="19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492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900"/>
              <a:buFont typeface="Arial"/>
              <a:buChar char="●"/>
              <a:defRPr sz="19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492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900"/>
              <a:buFont typeface="Arial"/>
              <a:buChar char="○"/>
              <a:defRPr sz="19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492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900"/>
              <a:buFont typeface="Arial"/>
              <a:buChar char="■"/>
              <a:defRPr sz="19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2" name="Google Shape;12;g279cdef50ac_0_0"/>
          <p:cNvSpPr txBox="1">
            <a:spLocks noGrp="1"/>
          </p:cNvSpPr>
          <p:nvPr>
            <p:ph type="sldNum" idx="12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ctr" anchorCtr="0">
            <a:norm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1" r:id="rId12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dk1"/>
        </a:solidFill>
        <a:effectLst/>
      </p:bgPr>
    </p:bg>
    <p:spTree>
      <p:nvGrpSpPr>
        <p:cNvPr id="1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g3e23138d502_0_853"/>
          <p:cNvSpPr txBox="1">
            <a:spLocks noGrp="1"/>
          </p:cNvSpPr>
          <p:nvPr>
            <p:ph type="title"/>
          </p:nvPr>
        </p:nvSpPr>
        <p:spPr>
          <a:xfrm>
            <a:off x="838200" y="0"/>
            <a:ext cx="10515600" cy="83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0475" tIns="15225" rIns="30475" bIns="15225" anchor="b" anchorCtr="0">
            <a:normAutofit/>
          </a:bodyPr>
          <a:lstStyle>
            <a:lvl1pPr marR="0"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NVIDIA Sans"/>
              <a:buNone/>
              <a:defRPr sz="2400" b="1" i="0" u="none" strike="noStrike" cap="none">
                <a:solidFill>
                  <a:schemeClr val="lt1"/>
                </a:solidFill>
                <a:latin typeface="NVIDIA Sans"/>
                <a:ea typeface="NVIDIA Sans"/>
                <a:cs typeface="NVIDIA Sans"/>
                <a:sym typeface="NVIDIA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500"/>
              <a:buNone/>
              <a:defRPr sz="600"/>
            </a:lvl2pPr>
            <a:lvl3pPr lvl="2">
              <a:spcBef>
                <a:spcPts val="0"/>
              </a:spcBef>
              <a:spcAft>
                <a:spcPts val="0"/>
              </a:spcAft>
              <a:buSzPts val="500"/>
              <a:buNone/>
              <a:defRPr sz="600"/>
            </a:lvl3pPr>
            <a:lvl4pPr lvl="3">
              <a:spcBef>
                <a:spcPts val="0"/>
              </a:spcBef>
              <a:spcAft>
                <a:spcPts val="0"/>
              </a:spcAft>
              <a:buSzPts val="500"/>
              <a:buNone/>
              <a:defRPr sz="600"/>
            </a:lvl4pPr>
            <a:lvl5pPr lvl="4">
              <a:spcBef>
                <a:spcPts val="0"/>
              </a:spcBef>
              <a:spcAft>
                <a:spcPts val="0"/>
              </a:spcAft>
              <a:buSzPts val="500"/>
              <a:buNone/>
              <a:defRPr sz="600"/>
            </a:lvl5pPr>
            <a:lvl6pPr lvl="5">
              <a:spcBef>
                <a:spcPts val="0"/>
              </a:spcBef>
              <a:spcAft>
                <a:spcPts val="0"/>
              </a:spcAft>
              <a:buSzPts val="500"/>
              <a:buNone/>
              <a:defRPr sz="600"/>
            </a:lvl6pPr>
            <a:lvl7pPr lvl="6">
              <a:spcBef>
                <a:spcPts val="0"/>
              </a:spcBef>
              <a:spcAft>
                <a:spcPts val="0"/>
              </a:spcAft>
              <a:buSzPts val="500"/>
              <a:buNone/>
              <a:defRPr sz="600"/>
            </a:lvl7pPr>
            <a:lvl8pPr lvl="7">
              <a:spcBef>
                <a:spcPts val="0"/>
              </a:spcBef>
              <a:spcAft>
                <a:spcPts val="0"/>
              </a:spcAft>
              <a:buSzPts val="500"/>
              <a:buNone/>
              <a:defRPr sz="600"/>
            </a:lvl8pPr>
            <a:lvl9pPr lvl="8">
              <a:spcBef>
                <a:spcPts val="0"/>
              </a:spcBef>
              <a:spcAft>
                <a:spcPts val="0"/>
              </a:spcAft>
              <a:buSzPts val="500"/>
              <a:buNone/>
              <a:defRPr sz="600"/>
            </a:lvl9pPr>
          </a:lstStyle>
          <a:p>
            <a:endParaRPr/>
          </a:p>
        </p:txBody>
      </p:sp>
      <p:grpSp>
        <p:nvGrpSpPr>
          <p:cNvPr id="69" name="Google Shape;69;g3e23138d502_0_853"/>
          <p:cNvGrpSpPr/>
          <p:nvPr/>
        </p:nvGrpSpPr>
        <p:grpSpPr>
          <a:xfrm>
            <a:off x="11352664" y="6500821"/>
            <a:ext cx="838101" cy="357602"/>
            <a:chOff x="34061399" y="19504414"/>
            <a:chExt cx="2514553" cy="1072912"/>
          </a:xfrm>
        </p:grpSpPr>
        <p:sp>
          <p:nvSpPr>
            <p:cNvPr id="70" name="Google Shape;70;g3e23138d502_0_853"/>
            <p:cNvSpPr/>
            <p:nvPr/>
          </p:nvSpPr>
          <p:spPr>
            <a:xfrm>
              <a:off x="36420552" y="19687526"/>
              <a:ext cx="155400" cy="889800"/>
            </a:xfrm>
            <a:prstGeom prst="rect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30475" tIns="15225" rIns="30475" bIns="15225" anchor="ctr" anchorCtr="0">
              <a:noAutofit/>
            </a:bodyPr>
            <a:lstStyle/>
            <a:p>
              <a:pPr marL="0" marR="0" lvl="0" indent="0" algn="ctr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3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endParaRPr>
            </a:p>
          </p:txBody>
        </p:sp>
        <p:pic>
          <p:nvPicPr>
            <p:cNvPr id="71" name="Google Shape;71;g3e23138d502_0_853" descr="A picture containing shape  Description automatically generated"/>
            <p:cNvPicPr preferRelativeResize="0"/>
            <p:nvPr/>
          </p:nvPicPr>
          <p:blipFill rotWithShape="1">
            <a:blip r:embed="rId42">
              <a:alphaModFix/>
            </a:blip>
            <a:srcRect/>
            <a:stretch/>
          </p:blipFill>
          <p:spPr>
            <a:xfrm>
              <a:off x="34061399" y="19504414"/>
              <a:ext cx="2003438" cy="690237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63" r:id="rId1"/>
    <p:sldLayoutId id="2147483664" r:id="rId2"/>
    <p:sldLayoutId id="2147483665" r:id="rId3"/>
    <p:sldLayoutId id="2147483666" r:id="rId4"/>
    <p:sldLayoutId id="2147483667" r:id="rId5"/>
    <p:sldLayoutId id="2147483668" r:id="rId6"/>
    <p:sldLayoutId id="2147483669" r:id="rId7"/>
    <p:sldLayoutId id="2147483670" r:id="rId8"/>
    <p:sldLayoutId id="2147483671" r:id="rId9"/>
    <p:sldLayoutId id="2147483672" r:id="rId10"/>
    <p:sldLayoutId id="2147483673" r:id="rId11"/>
    <p:sldLayoutId id="2147483674" r:id="rId12"/>
    <p:sldLayoutId id="2147483675" r:id="rId13"/>
    <p:sldLayoutId id="2147483676" r:id="rId14"/>
    <p:sldLayoutId id="2147483677" r:id="rId15"/>
    <p:sldLayoutId id="2147483678" r:id="rId16"/>
    <p:sldLayoutId id="2147483679" r:id="rId17"/>
    <p:sldLayoutId id="2147483680" r:id="rId18"/>
    <p:sldLayoutId id="2147483681" r:id="rId19"/>
    <p:sldLayoutId id="2147483682" r:id="rId20"/>
    <p:sldLayoutId id="2147483683" r:id="rId21"/>
    <p:sldLayoutId id="2147483684" r:id="rId22"/>
    <p:sldLayoutId id="2147483685" r:id="rId23"/>
    <p:sldLayoutId id="2147483686" r:id="rId24"/>
    <p:sldLayoutId id="2147483687" r:id="rId25"/>
    <p:sldLayoutId id="2147483688" r:id="rId26"/>
    <p:sldLayoutId id="2147483689" r:id="rId27"/>
    <p:sldLayoutId id="2147483690" r:id="rId28"/>
    <p:sldLayoutId id="2147483691" r:id="rId29"/>
    <p:sldLayoutId id="2147483692" r:id="rId30"/>
    <p:sldLayoutId id="2147483693" r:id="rId31"/>
    <p:sldLayoutId id="2147483694" r:id="rId32"/>
    <p:sldLayoutId id="2147483695" r:id="rId33"/>
    <p:sldLayoutId id="2147483696" r:id="rId34"/>
    <p:sldLayoutId id="2147483697" r:id="rId35"/>
    <p:sldLayoutId id="2147483698" r:id="rId36"/>
    <p:sldLayoutId id="2147483699" r:id="rId37"/>
    <p:sldLayoutId id="2147483700" r:id="rId38"/>
    <p:sldLayoutId id="2147483701" r:id="rId39"/>
    <p:sldLayoutId id="2147483702" r:id="rId40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3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3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3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3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image" Target="../media/image13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3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3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image" Target="../media/image13.png"/><Relationship Id="rId3" Type="http://schemas.openxmlformats.org/officeDocument/2006/relationships/image" Target="../media/image14.jp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3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3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3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3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3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3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image" Target="../media/image13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image" Target="../media/image13.png"/><Relationship Id="rId3" Type="http://schemas.openxmlformats.org/officeDocument/2006/relationships/image" Target="../media/image15.jp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image" Target="../media/image13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image" Target="../media/image13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image" Target="../media/image13.png"/><Relationship Id="rId3" Type="http://schemas.openxmlformats.org/officeDocument/2006/relationships/image" Target="../media/image16.jp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image" Target="../media/image13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image" Target="../media/image13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3.pn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3.pn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13.pn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13.png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13.png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13.png"/><Relationship Id="rId4" Type="http://schemas.openxmlformats.org/officeDocument/2006/relationships/hyperlink" Target="https://join.slack.com/t/indiaagentica-fy61197/shared_invite/zt-3y5o0mhrm-vttWxctIJ7IuaMxXrQa77w" TargetMode="External"/><Relationship Id="rId5" Type="http://schemas.openxmlformats.org/officeDocument/2006/relationships/image" Target="../media/image17.png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image" Target="../media/image18.png"/><Relationship Id="rId3" Type="http://schemas.openxmlformats.org/officeDocument/2006/relationships/image" Target="../media/image1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2" name="Google Shape;482;g3e23138d502_0_3"/>
          <p:cNvSpPr txBox="1">
            <a:spLocks noGrp="1"/>
          </p:cNvSpPr>
          <p:nvPr>
            <p:ph type="ctrTitle"/>
          </p:nvPr>
        </p:nvSpPr>
        <p:spPr>
          <a:xfrm>
            <a:off x="504337" y="994526"/>
            <a:ext cx="6427500" cy="164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0475" tIns="15225" rIns="30475" bIns="15225" anchor="b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900"/>
              <a:buFont typeface="NVIDIA Sans"/>
              <a:buNone/>
            </a:pPr>
            <a:r>
              <a:rPr lang="it-IT" dirty="0"/>
              <a:t>Signal-to-Action Agent</a:t>
            </a:r>
            <a:br>
              <a:rPr lang="it-IT" dirty="0"/>
            </a:br>
            <a:endParaRPr lang="it-IT" dirty="0"/>
          </a:p>
        </p:txBody>
      </p:sp>
      <p:sp>
        <p:nvSpPr>
          <p:cNvPr id="483" name="Google Shape;483;g3e23138d502_0_3"/>
          <p:cNvSpPr txBox="1">
            <a:spLocks noGrp="1"/>
          </p:cNvSpPr>
          <p:nvPr>
            <p:ph type="subTitle" idx="1"/>
          </p:nvPr>
        </p:nvSpPr>
        <p:spPr>
          <a:xfrm>
            <a:off x="504337" y="3025933"/>
            <a:ext cx="8066400" cy="56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0475" tIns="15225" rIns="30475" bIns="15225" anchor="t" anchorCtr="0">
            <a:normAutofit lnSpcReduction="10000"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None/>
            </a:pPr>
            <a:r>
              <a:rPr lang="en-US" dirty="0">
                <a:solidFill>
                  <a:schemeClr val="dk1"/>
                </a:solidFill>
              </a:rPr>
              <a:t xml:space="preserve">Built by Team </a:t>
            </a:r>
            <a:r>
              <a:rPr lang="en-US" dirty="0" err="1">
                <a:solidFill>
                  <a:schemeClr val="dk1"/>
                </a:solidFill>
              </a:rPr>
              <a:t>VentureOS</a:t>
            </a:r>
            <a:r>
              <a:rPr lang="en-US" dirty="0">
                <a:solidFill>
                  <a:schemeClr val="dk1"/>
                </a:solidFill>
              </a:rPr>
              <a:t xml:space="preserve"> · Live demo: SMB Growth &amp; Seller Action  ·  v3</a:t>
            </a:r>
          </a:p>
          <a:p>
            <a:r>
              <a:rPr lang="en-IN" sz="1600" b="1" dirty="0">
                <a:solidFill>
                  <a:srgbClr val="76B900"/>
                </a:solidFill>
                <a:latin typeface="Aptos"/>
              </a:rPr>
              <a:t>TRACK A · AGENTIC WORKFLOWS</a:t>
            </a:r>
          </a:p>
        </p:txBody>
      </p:sp>
      <p:pic>
        <p:nvPicPr>
          <p:cNvPr id="484" name="Google Shape;484;g3e23138d502_0_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79026" y="6105425"/>
            <a:ext cx="1980568" cy="567900"/>
          </a:xfrm>
          <a:prstGeom prst="rect">
            <a:avLst/>
          </a:prstGeom>
          <a:noFill/>
          <a:ln>
            <a:noFill/>
          </a:ln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3ADC19D7-1C72-4BC9-A2FF-5496FC697E3D}"/>
              </a:ext>
            </a:extLst>
          </p:cNvPr>
          <p:cNvSpPr txBox="1"/>
          <p:nvPr/>
        </p:nvSpPr>
        <p:spPr>
          <a:xfrm>
            <a:off x="504337" y="2197516"/>
            <a:ext cx="10093084" cy="329321"/>
          </a:xfrm>
          <a:prstGeom prst="rect">
            <a:avLst/>
          </a:prstGeom>
          <a:noFill/>
        </p:spPr>
        <p:txBody>
          <a:bodyPr wrap="none" lIns="18288" tIns="18288" rIns="18288" bIns="18288">
            <a:spAutoFit/>
          </a:bodyPr>
          <a:lstStyle/>
          <a:p>
            <a:pPr defTabSz="457200">
              <a:buClrTx/>
              <a:buFontTx/>
              <a:buNone/>
            </a:pPr>
            <a:r>
              <a:rPr sz="1900" kern="1200" dirty="0">
                <a:solidFill>
                  <a:schemeClr val="tx1"/>
                </a:solidFill>
                <a:latin typeface="Aptos"/>
                <a:ea typeface="+mn-ea"/>
                <a:cs typeface="+mn-cs"/>
              </a:rPr>
              <a:t>An AI-native Enterprise Revenue Operating System</a:t>
            </a:r>
          </a:p>
        </p:txBody>
      </p:sp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B3D78204-8AF4-13A1-13B7-F0BFF908BF69}"/>
              </a:ext>
            </a:extLst>
          </p:cNvPr>
          <p:cNvSpPr/>
          <p:nvPr/>
        </p:nvSpPr>
        <p:spPr>
          <a:xfrm>
            <a:off x="731520" y="3942820"/>
            <a:ext cx="1691640" cy="292608"/>
          </a:xfrm>
          <a:prstGeom prst="roundRect">
            <a:avLst/>
          </a:prstGeom>
          <a:solidFill>
            <a:srgbClr val="1A4080"/>
          </a:solidFill>
          <a:ln>
            <a:solidFill>
              <a:srgbClr val="1A4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7EE8A2F0-4629-143D-CBC8-9BB136BA4D3D}"/>
              </a:ext>
            </a:extLst>
          </p:cNvPr>
          <p:cNvSpPr txBox="1"/>
          <p:nvPr/>
        </p:nvSpPr>
        <p:spPr>
          <a:xfrm>
            <a:off x="777240" y="4015972"/>
            <a:ext cx="1600200" cy="146304"/>
          </a:xfrm>
          <a:prstGeom prst="rect">
            <a:avLst/>
          </a:prstGeom>
          <a:noFill/>
        </p:spPr>
        <p:txBody>
          <a:bodyPr wrap="none" lIns="18288" tIns="18288" rIns="18288" bIns="18288">
            <a:spAutoFit/>
          </a:bodyPr>
          <a:lstStyle/>
          <a:p>
            <a:pPr algn="ctr"/>
            <a:r>
              <a:rPr sz="850" b="1">
                <a:solidFill>
                  <a:srgbClr val="FFFFFF"/>
                </a:solidFill>
                <a:latin typeface="Aptos"/>
              </a:rPr>
              <a:t>Signals</a:t>
            </a:r>
          </a:p>
        </p:txBody>
      </p:sp>
      <p:sp>
        <p:nvSpPr>
          <p:cNvPr id="12" name="Rounded Rectangle 9">
            <a:extLst>
              <a:ext uri="{FF2B5EF4-FFF2-40B4-BE49-F238E27FC236}">
                <a16:creationId xmlns:a16="http://schemas.microsoft.com/office/drawing/2014/main" id="{BF214AD4-265B-6B2D-E7B9-1433DBE8C889}"/>
              </a:ext>
            </a:extLst>
          </p:cNvPr>
          <p:cNvSpPr/>
          <p:nvPr/>
        </p:nvSpPr>
        <p:spPr>
          <a:xfrm>
            <a:off x="2651760" y="3942820"/>
            <a:ext cx="1691640" cy="292608"/>
          </a:xfrm>
          <a:prstGeom prst="roundRect">
            <a:avLst/>
          </a:prstGeom>
          <a:solidFill>
            <a:srgbClr val="1A4080"/>
          </a:solidFill>
          <a:ln>
            <a:solidFill>
              <a:srgbClr val="1A4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E7A0B0D6-9F5B-313B-5B51-1A670F0E51CA}"/>
              </a:ext>
            </a:extLst>
          </p:cNvPr>
          <p:cNvSpPr txBox="1"/>
          <p:nvPr/>
        </p:nvSpPr>
        <p:spPr>
          <a:xfrm>
            <a:off x="2697480" y="4015972"/>
            <a:ext cx="1600200" cy="146304"/>
          </a:xfrm>
          <a:prstGeom prst="rect">
            <a:avLst/>
          </a:prstGeom>
          <a:noFill/>
        </p:spPr>
        <p:txBody>
          <a:bodyPr wrap="none" lIns="18288" tIns="18288" rIns="18288" bIns="18288">
            <a:spAutoFit/>
          </a:bodyPr>
          <a:lstStyle/>
          <a:p>
            <a:pPr algn="ctr"/>
            <a:r>
              <a:rPr sz="850" b="1">
                <a:solidFill>
                  <a:srgbClr val="FFFFFF"/>
                </a:solidFill>
                <a:latin typeface="Aptos"/>
              </a:rPr>
              <a:t>Multi-Agent</a:t>
            </a:r>
          </a:p>
        </p:txBody>
      </p:sp>
      <p:sp>
        <p:nvSpPr>
          <p:cNvPr id="16" name="Rounded Rectangle 11">
            <a:extLst>
              <a:ext uri="{FF2B5EF4-FFF2-40B4-BE49-F238E27FC236}">
                <a16:creationId xmlns:a16="http://schemas.microsoft.com/office/drawing/2014/main" id="{CD5987BF-7204-5176-FFB1-A4ED7A5B90F9}"/>
              </a:ext>
            </a:extLst>
          </p:cNvPr>
          <p:cNvSpPr/>
          <p:nvPr/>
        </p:nvSpPr>
        <p:spPr>
          <a:xfrm>
            <a:off x="4572000" y="3942820"/>
            <a:ext cx="1691640" cy="292608"/>
          </a:xfrm>
          <a:prstGeom prst="roundRect">
            <a:avLst/>
          </a:prstGeom>
          <a:solidFill>
            <a:srgbClr val="76B900"/>
          </a:solidFill>
          <a:ln>
            <a:solidFill>
              <a:srgbClr val="76B9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78303CE1-2DD6-610C-4CDF-8668DFDDC591}"/>
              </a:ext>
            </a:extLst>
          </p:cNvPr>
          <p:cNvSpPr txBox="1"/>
          <p:nvPr/>
        </p:nvSpPr>
        <p:spPr>
          <a:xfrm>
            <a:off x="4617720" y="4015972"/>
            <a:ext cx="1600200" cy="146304"/>
          </a:xfrm>
          <a:prstGeom prst="rect">
            <a:avLst/>
          </a:prstGeom>
          <a:noFill/>
        </p:spPr>
        <p:txBody>
          <a:bodyPr wrap="none" lIns="18288" tIns="18288" rIns="18288" bIns="18288">
            <a:spAutoFit/>
          </a:bodyPr>
          <a:lstStyle/>
          <a:p>
            <a:pPr algn="ctr"/>
            <a:r>
              <a:rPr sz="850" b="1">
                <a:solidFill>
                  <a:srgbClr val="FFFFFF"/>
                </a:solidFill>
                <a:latin typeface="Aptos"/>
              </a:rPr>
              <a:t>NVIDIA-Ready</a:t>
            </a:r>
          </a:p>
        </p:txBody>
      </p:sp>
      <p:sp>
        <p:nvSpPr>
          <p:cNvPr id="20" name="Rounded Rectangle 13">
            <a:extLst>
              <a:ext uri="{FF2B5EF4-FFF2-40B4-BE49-F238E27FC236}">
                <a16:creationId xmlns:a16="http://schemas.microsoft.com/office/drawing/2014/main" id="{C8BC7DD9-953B-DB74-8B37-E951DAE63412}"/>
              </a:ext>
            </a:extLst>
          </p:cNvPr>
          <p:cNvSpPr/>
          <p:nvPr/>
        </p:nvSpPr>
        <p:spPr>
          <a:xfrm>
            <a:off x="6492240" y="3942820"/>
            <a:ext cx="1737360" cy="292608"/>
          </a:xfrm>
          <a:prstGeom prst="roundRect">
            <a:avLst/>
          </a:prstGeom>
          <a:solidFill>
            <a:srgbClr val="1A4080"/>
          </a:solidFill>
          <a:ln>
            <a:solidFill>
              <a:srgbClr val="1A4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1F261514-6240-5C15-AE8F-058A65FB37BA}"/>
              </a:ext>
            </a:extLst>
          </p:cNvPr>
          <p:cNvSpPr txBox="1"/>
          <p:nvPr/>
        </p:nvSpPr>
        <p:spPr>
          <a:xfrm>
            <a:off x="6537959" y="4015972"/>
            <a:ext cx="1645919" cy="146304"/>
          </a:xfrm>
          <a:prstGeom prst="rect">
            <a:avLst/>
          </a:prstGeom>
          <a:noFill/>
        </p:spPr>
        <p:txBody>
          <a:bodyPr wrap="none" lIns="18288" tIns="18288" rIns="18288" bIns="18288">
            <a:spAutoFit/>
          </a:bodyPr>
          <a:lstStyle/>
          <a:p>
            <a:pPr algn="ctr"/>
            <a:r>
              <a:rPr sz="850" b="1">
                <a:solidFill>
                  <a:srgbClr val="FFFFFF"/>
                </a:solidFill>
                <a:latin typeface="Aptos"/>
              </a:rPr>
              <a:t>Decision Ledger</a:t>
            </a:r>
          </a:p>
        </p:txBody>
      </p:sp>
      <p:sp>
        <p:nvSpPr>
          <p:cNvPr id="24" name="Rounded Rectangle 15">
            <a:extLst>
              <a:ext uri="{FF2B5EF4-FFF2-40B4-BE49-F238E27FC236}">
                <a16:creationId xmlns:a16="http://schemas.microsoft.com/office/drawing/2014/main" id="{8AC31B91-2887-4063-0803-421560279600}"/>
              </a:ext>
            </a:extLst>
          </p:cNvPr>
          <p:cNvSpPr/>
          <p:nvPr/>
        </p:nvSpPr>
        <p:spPr>
          <a:xfrm>
            <a:off x="8412480" y="3942820"/>
            <a:ext cx="1691640" cy="292608"/>
          </a:xfrm>
          <a:prstGeom prst="roundRect">
            <a:avLst/>
          </a:prstGeom>
          <a:solidFill>
            <a:srgbClr val="1A4080"/>
          </a:solidFill>
          <a:ln>
            <a:solidFill>
              <a:srgbClr val="1A4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7B1FDBC7-B203-7B02-2C04-9CF282F03582}"/>
              </a:ext>
            </a:extLst>
          </p:cNvPr>
          <p:cNvSpPr txBox="1"/>
          <p:nvPr/>
        </p:nvSpPr>
        <p:spPr>
          <a:xfrm>
            <a:off x="8458200" y="4015972"/>
            <a:ext cx="1600200" cy="146304"/>
          </a:xfrm>
          <a:prstGeom prst="rect">
            <a:avLst/>
          </a:prstGeom>
          <a:noFill/>
        </p:spPr>
        <p:txBody>
          <a:bodyPr wrap="none" lIns="18288" tIns="18288" rIns="18288" bIns="18288">
            <a:spAutoFit/>
          </a:bodyPr>
          <a:lstStyle/>
          <a:p>
            <a:pPr algn="ctr"/>
            <a:r>
              <a:rPr sz="850" b="1">
                <a:solidFill>
                  <a:srgbClr val="FFFFFF"/>
                </a:solidFill>
                <a:latin typeface="Aptos"/>
              </a:rPr>
              <a:t>Human Approval</a:t>
            </a:r>
          </a:p>
        </p:txBody>
      </p:sp>
      <p:sp>
        <p:nvSpPr>
          <p:cNvPr id="28" name="Rounded Rectangle 17">
            <a:extLst>
              <a:ext uri="{FF2B5EF4-FFF2-40B4-BE49-F238E27FC236}">
                <a16:creationId xmlns:a16="http://schemas.microsoft.com/office/drawing/2014/main" id="{73B91402-0D57-74E9-AC37-4BDE1525F368}"/>
              </a:ext>
            </a:extLst>
          </p:cNvPr>
          <p:cNvSpPr/>
          <p:nvPr/>
        </p:nvSpPr>
        <p:spPr>
          <a:xfrm>
            <a:off x="685800" y="4747492"/>
            <a:ext cx="10881360" cy="11887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D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0FF0B14A-A3F2-ABAE-2114-AC1A0D5DB004}"/>
              </a:ext>
            </a:extLst>
          </p:cNvPr>
          <p:cNvSpPr/>
          <p:nvPr/>
        </p:nvSpPr>
        <p:spPr>
          <a:xfrm>
            <a:off x="685800" y="4747492"/>
            <a:ext cx="54864" cy="1188720"/>
          </a:xfrm>
          <a:prstGeom prst="rect">
            <a:avLst/>
          </a:prstGeom>
          <a:solidFill>
            <a:srgbClr val="76B900"/>
          </a:solidFill>
          <a:ln>
            <a:solidFill>
              <a:srgbClr val="76B9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CDDF7D36-DCB4-4E9F-6576-85B5AA7AF6A4}"/>
              </a:ext>
            </a:extLst>
          </p:cNvPr>
          <p:cNvSpPr txBox="1"/>
          <p:nvPr/>
        </p:nvSpPr>
        <p:spPr>
          <a:xfrm>
            <a:off x="850392" y="4857220"/>
            <a:ext cx="10588752" cy="256032"/>
          </a:xfrm>
          <a:prstGeom prst="rect">
            <a:avLst/>
          </a:prstGeom>
          <a:noFill/>
        </p:spPr>
        <p:txBody>
          <a:bodyPr wrap="none" lIns="18288" tIns="18288" rIns="18288" bIns="18288">
            <a:spAutoFit/>
          </a:bodyPr>
          <a:lstStyle/>
          <a:p>
            <a:pPr algn="l"/>
            <a:r>
              <a:rPr sz="1400" b="1">
                <a:solidFill>
                  <a:srgbClr val="08142B"/>
                </a:solidFill>
                <a:latin typeface="Aptos"/>
              </a:rPr>
              <a:t>CEO-level thesis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BB5705FF-BD51-8168-086B-8059BBA3A77C}"/>
              </a:ext>
            </a:extLst>
          </p:cNvPr>
          <p:cNvSpPr txBox="1"/>
          <p:nvPr/>
        </p:nvSpPr>
        <p:spPr>
          <a:xfrm>
            <a:off x="832104" y="5177260"/>
            <a:ext cx="10625328" cy="68580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lnSpc>
                <a:spcPct val="105000"/>
              </a:lnSpc>
              <a:spcAft>
                <a:spcPts val="400"/>
              </a:spcAft>
            </a:pPr>
            <a:r>
              <a:rPr sz="1500">
                <a:solidFill>
                  <a:srgbClr val="121820"/>
                </a:solidFill>
                <a:latin typeface="Aptos"/>
              </a:rPr>
              <a:t>Enterprises do not need another dashboard or chatbot. They need an accelerated, observable, governed operating system that moves safely from signal → decision → human-approved business outcome — now evolving toward voice-native.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89">
          <a:extLst>
            <a:ext uri="{FF2B5EF4-FFF2-40B4-BE49-F238E27FC236}">
              <a16:creationId xmlns:a16="http://schemas.microsoft.com/office/drawing/2014/main" id="{6C842981-EACD-4944-85B2-BA10DBFE9A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90" name="Google Shape;490;g3e23138d502_0_846">
            <a:extLst>
              <a:ext uri="{FF2B5EF4-FFF2-40B4-BE49-F238E27FC236}">
                <a16:creationId xmlns:a16="http://schemas.microsoft.com/office/drawing/2014/main" id="{9C9A32F5-6F5A-C9A9-4F8C-DCD50BC75F6A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79026" y="6105425"/>
            <a:ext cx="1980568" cy="567900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0A97CEE3-5686-A8A5-8989-301C6B46094B}"/>
              </a:ext>
            </a:extLst>
          </p:cNvPr>
          <p:cNvSpPr txBox="1"/>
          <p:nvPr/>
        </p:nvSpPr>
        <p:spPr>
          <a:xfrm>
            <a:off x="502920" y="256032"/>
            <a:ext cx="1425134" cy="421654"/>
          </a:xfrm>
          <a:prstGeom prst="rect">
            <a:avLst/>
          </a:prstGeom>
          <a:noFill/>
        </p:spPr>
        <p:txBody>
          <a:bodyPr wrap="none" lIns="18288" tIns="18288" rIns="18288" bIns="18288">
            <a:spAutoFit/>
          </a:bodyPr>
          <a:lstStyle/>
          <a:p>
            <a:pPr algn="l"/>
            <a:r>
              <a:rPr sz="2500" b="1" dirty="0">
                <a:solidFill>
                  <a:srgbClr val="08142B"/>
                </a:solidFill>
                <a:latin typeface="+mj-lt"/>
              </a:rPr>
              <a:t>Contents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DC72FA1-59A7-60F9-146D-A7D1610EE5AF}"/>
              </a:ext>
            </a:extLst>
          </p:cNvPr>
          <p:cNvSpPr txBox="1"/>
          <p:nvPr/>
        </p:nvSpPr>
        <p:spPr>
          <a:xfrm>
            <a:off x="530352" y="713232"/>
            <a:ext cx="6158802" cy="229294"/>
          </a:xfrm>
          <a:prstGeom prst="rect">
            <a:avLst/>
          </a:prstGeom>
          <a:noFill/>
        </p:spPr>
        <p:txBody>
          <a:bodyPr wrap="none" lIns="18288" tIns="18288" rIns="18288" bIns="18288">
            <a:spAutoFit/>
          </a:bodyPr>
          <a:lstStyle/>
          <a:p>
            <a:pPr algn="l"/>
            <a:r>
              <a:rPr sz="1250" b="0">
                <a:solidFill>
                  <a:srgbClr val="596373"/>
                </a:solidFill>
                <a:latin typeface="+mj-lt"/>
              </a:rPr>
              <a:t>The original application structure — evolved over two weeks into a working, deployed product.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0643A44B-209C-F086-310D-DD38F5FD0915}"/>
              </a:ext>
            </a:extLst>
          </p:cNvPr>
          <p:cNvSpPr/>
          <p:nvPr/>
        </p:nvSpPr>
        <p:spPr>
          <a:xfrm>
            <a:off x="502920" y="1078992"/>
            <a:ext cx="11155680" cy="27432"/>
          </a:xfrm>
          <a:prstGeom prst="rect">
            <a:avLst/>
          </a:prstGeom>
          <a:solidFill>
            <a:srgbClr val="E8EDF3"/>
          </a:solidFill>
          <a:ln>
            <a:solidFill>
              <a:srgbClr val="E8ED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+mj-lt"/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6D5B1632-EAA7-666C-87E7-8DDC18F75BEA}"/>
              </a:ext>
            </a:extLst>
          </p:cNvPr>
          <p:cNvSpPr/>
          <p:nvPr/>
        </p:nvSpPr>
        <p:spPr>
          <a:xfrm>
            <a:off x="502920" y="1078992"/>
            <a:ext cx="1234440" cy="27432"/>
          </a:xfrm>
          <a:prstGeom prst="rect">
            <a:avLst/>
          </a:prstGeom>
          <a:solidFill>
            <a:srgbClr val="76B900"/>
          </a:solidFill>
          <a:ln>
            <a:solidFill>
              <a:srgbClr val="76B9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+mj-lt"/>
            </a:endParaRPr>
          </a:p>
        </p:txBody>
      </p:sp>
      <p:sp>
        <p:nvSpPr>
          <p:cNvPr id="13" name="Rounded Rectangle 7">
            <a:extLst>
              <a:ext uri="{FF2B5EF4-FFF2-40B4-BE49-F238E27FC236}">
                <a16:creationId xmlns:a16="http://schemas.microsoft.com/office/drawing/2014/main" id="{B2172658-9319-36E6-C2D1-3EB0E577B28B}"/>
              </a:ext>
            </a:extLst>
          </p:cNvPr>
          <p:cNvSpPr/>
          <p:nvPr/>
        </p:nvSpPr>
        <p:spPr>
          <a:xfrm>
            <a:off x="822960" y="1508760"/>
            <a:ext cx="5120640" cy="822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D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+mj-lt"/>
            </a:endParaRP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3567AE9C-2660-22D8-9841-CC2B4DBF5288}"/>
              </a:ext>
            </a:extLst>
          </p:cNvPr>
          <p:cNvSpPr/>
          <p:nvPr/>
        </p:nvSpPr>
        <p:spPr>
          <a:xfrm>
            <a:off x="822960" y="1508760"/>
            <a:ext cx="54864" cy="822960"/>
          </a:xfrm>
          <a:prstGeom prst="rect">
            <a:avLst/>
          </a:prstGeom>
          <a:solidFill>
            <a:srgbClr val="1A4080"/>
          </a:solidFill>
          <a:ln>
            <a:solidFill>
              <a:srgbClr val="1A4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+mj-lt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CD2A497F-88E9-6581-C617-17F5E1C9CF6F}"/>
              </a:ext>
            </a:extLst>
          </p:cNvPr>
          <p:cNvSpPr txBox="1"/>
          <p:nvPr/>
        </p:nvSpPr>
        <p:spPr>
          <a:xfrm>
            <a:off x="987552" y="1618488"/>
            <a:ext cx="1832296" cy="236988"/>
          </a:xfrm>
          <a:prstGeom prst="rect">
            <a:avLst/>
          </a:prstGeom>
          <a:noFill/>
        </p:spPr>
        <p:txBody>
          <a:bodyPr wrap="none" lIns="18288" tIns="18288" rIns="18288" bIns="18288">
            <a:spAutoFit/>
          </a:bodyPr>
          <a:lstStyle/>
          <a:p>
            <a:pPr algn="l"/>
            <a:r>
              <a:rPr sz="1300" b="1" dirty="0">
                <a:solidFill>
                  <a:srgbClr val="08142B"/>
                </a:solidFill>
                <a:latin typeface="+mj-lt"/>
              </a:rPr>
              <a:t>01 · Team introduction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A08A5924-42DD-BF44-A31E-85DE37685918}"/>
              </a:ext>
            </a:extLst>
          </p:cNvPr>
          <p:cNvSpPr txBox="1"/>
          <p:nvPr/>
        </p:nvSpPr>
        <p:spPr>
          <a:xfrm>
            <a:off x="969264" y="1938528"/>
            <a:ext cx="4864607" cy="250261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lnSpc>
                <a:spcPct val="105000"/>
              </a:lnSpc>
              <a:spcAft>
                <a:spcPts val="400"/>
              </a:spcAft>
            </a:pPr>
            <a:r>
              <a:rPr sz="1050" dirty="0">
                <a:solidFill>
                  <a:srgbClr val="121820"/>
                </a:solidFill>
                <a:latin typeface="+mj-lt"/>
              </a:rPr>
              <a:t>Why this team can execute a business-grade agentic workload.</a:t>
            </a:r>
          </a:p>
        </p:txBody>
      </p:sp>
      <p:sp>
        <p:nvSpPr>
          <p:cNvPr id="21" name="Rounded Rectangle 11">
            <a:extLst>
              <a:ext uri="{FF2B5EF4-FFF2-40B4-BE49-F238E27FC236}">
                <a16:creationId xmlns:a16="http://schemas.microsoft.com/office/drawing/2014/main" id="{7D39D5DC-E994-D585-168A-2F724FF193AC}"/>
              </a:ext>
            </a:extLst>
          </p:cNvPr>
          <p:cNvSpPr/>
          <p:nvPr/>
        </p:nvSpPr>
        <p:spPr>
          <a:xfrm>
            <a:off x="822960" y="2560320"/>
            <a:ext cx="5120640" cy="822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D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+mj-lt"/>
            </a:endParaRP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DA263F5A-31FE-A403-66E1-C6A9EB8FDBF6}"/>
              </a:ext>
            </a:extLst>
          </p:cNvPr>
          <p:cNvSpPr/>
          <p:nvPr/>
        </p:nvSpPr>
        <p:spPr>
          <a:xfrm>
            <a:off x="822960" y="2560320"/>
            <a:ext cx="54864" cy="822960"/>
          </a:xfrm>
          <a:prstGeom prst="rect">
            <a:avLst/>
          </a:prstGeom>
          <a:solidFill>
            <a:srgbClr val="1A4080"/>
          </a:solidFill>
          <a:ln>
            <a:solidFill>
              <a:srgbClr val="1A4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+mj-lt"/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545D71EF-F36C-A255-7DB0-E9F1416DC87D}"/>
              </a:ext>
            </a:extLst>
          </p:cNvPr>
          <p:cNvSpPr txBox="1"/>
          <p:nvPr/>
        </p:nvSpPr>
        <p:spPr>
          <a:xfrm>
            <a:off x="987552" y="2670048"/>
            <a:ext cx="1292085" cy="236988"/>
          </a:xfrm>
          <a:prstGeom prst="rect">
            <a:avLst/>
          </a:prstGeom>
          <a:noFill/>
        </p:spPr>
        <p:txBody>
          <a:bodyPr wrap="none" lIns="18288" tIns="18288" rIns="18288" bIns="18288">
            <a:spAutoFit/>
          </a:bodyPr>
          <a:lstStyle/>
          <a:p>
            <a:pPr algn="l"/>
            <a:r>
              <a:rPr sz="1300" b="1">
                <a:solidFill>
                  <a:srgbClr val="08142B"/>
                </a:solidFill>
                <a:latin typeface="+mj-lt"/>
              </a:rPr>
              <a:t>02 · AI use case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22A02B57-C791-D0F2-6AF9-BA3B660E4ED9}"/>
              </a:ext>
            </a:extLst>
          </p:cNvPr>
          <p:cNvSpPr txBox="1"/>
          <p:nvPr/>
        </p:nvSpPr>
        <p:spPr>
          <a:xfrm>
            <a:off x="969264" y="2990087"/>
            <a:ext cx="4864607" cy="250261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lnSpc>
                <a:spcPct val="105000"/>
              </a:lnSpc>
              <a:spcAft>
                <a:spcPts val="400"/>
              </a:spcAft>
            </a:pPr>
            <a:r>
              <a:rPr sz="1050">
                <a:solidFill>
                  <a:srgbClr val="121820"/>
                </a:solidFill>
                <a:latin typeface="+mj-lt"/>
              </a:rPr>
              <a:t>Product workflow, demo, dataset, evaluation, architecture, governance, and execution.</a:t>
            </a:r>
          </a:p>
        </p:txBody>
      </p:sp>
      <p:sp>
        <p:nvSpPr>
          <p:cNvPr id="29" name="Rounded Rectangle 15">
            <a:extLst>
              <a:ext uri="{FF2B5EF4-FFF2-40B4-BE49-F238E27FC236}">
                <a16:creationId xmlns:a16="http://schemas.microsoft.com/office/drawing/2014/main" id="{F0DB63C2-622E-85B1-ACCF-A8080688127A}"/>
              </a:ext>
            </a:extLst>
          </p:cNvPr>
          <p:cNvSpPr/>
          <p:nvPr/>
        </p:nvSpPr>
        <p:spPr>
          <a:xfrm>
            <a:off x="822960" y="3611879"/>
            <a:ext cx="5120640" cy="822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D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+mj-lt"/>
            </a:endParaRP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4C97710D-D2E9-F3F9-58C0-4ECA4321C5E0}"/>
              </a:ext>
            </a:extLst>
          </p:cNvPr>
          <p:cNvSpPr/>
          <p:nvPr/>
        </p:nvSpPr>
        <p:spPr>
          <a:xfrm>
            <a:off x="822960" y="3611879"/>
            <a:ext cx="54864" cy="822960"/>
          </a:xfrm>
          <a:prstGeom prst="rect">
            <a:avLst/>
          </a:prstGeom>
          <a:solidFill>
            <a:srgbClr val="76B900"/>
          </a:solidFill>
          <a:ln>
            <a:solidFill>
              <a:srgbClr val="76B9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+mj-lt"/>
            </a:endParaRP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15900891-7191-07F7-2563-63F4EF55319D}"/>
              </a:ext>
            </a:extLst>
          </p:cNvPr>
          <p:cNvSpPr txBox="1"/>
          <p:nvPr/>
        </p:nvSpPr>
        <p:spPr>
          <a:xfrm>
            <a:off x="987552" y="3721607"/>
            <a:ext cx="2358081" cy="236988"/>
          </a:xfrm>
          <a:prstGeom prst="rect">
            <a:avLst/>
          </a:prstGeom>
          <a:noFill/>
        </p:spPr>
        <p:txBody>
          <a:bodyPr wrap="none" lIns="18288" tIns="18288" rIns="18288" bIns="18288">
            <a:spAutoFit/>
          </a:bodyPr>
          <a:lstStyle/>
          <a:p>
            <a:pPr algn="l"/>
            <a:r>
              <a:rPr sz="1300" b="1">
                <a:solidFill>
                  <a:srgbClr val="08142B"/>
                </a:solidFill>
                <a:latin typeface="+mj-lt"/>
              </a:rPr>
              <a:t>03 · NVIDIA workload &amp; stack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44414D03-DC5F-2711-7994-EDDAB8AA63D2}"/>
              </a:ext>
            </a:extLst>
          </p:cNvPr>
          <p:cNvSpPr txBox="1"/>
          <p:nvPr/>
        </p:nvSpPr>
        <p:spPr>
          <a:xfrm>
            <a:off x="969264" y="4041648"/>
            <a:ext cx="4864607" cy="250261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lnSpc>
                <a:spcPct val="105000"/>
              </a:lnSpc>
              <a:spcAft>
                <a:spcPts val="400"/>
              </a:spcAft>
            </a:pPr>
            <a:r>
              <a:rPr sz="1050">
                <a:solidFill>
                  <a:srgbClr val="121820"/>
                </a:solidFill>
                <a:latin typeface="+mj-lt"/>
              </a:rPr>
              <a:t>Provider-abstracted today; NVIDIA NIM / Nemotron / NeMo / Triton-ready by configuration.</a:t>
            </a:r>
          </a:p>
        </p:txBody>
      </p:sp>
      <p:sp>
        <p:nvSpPr>
          <p:cNvPr id="37" name="Rounded Rectangle 19">
            <a:extLst>
              <a:ext uri="{FF2B5EF4-FFF2-40B4-BE49-F238E27FC236}">
                <a16:creationId xmlns:a16="http://schemas.microsoft.com/office/drawing/2014/main" id="{478EAEEC-609E-E047-E785-B8B12ADBC1F1}"/>
              </a:ext>
            </a:extLst>
          </p:cNvPr>
          <p:cNvSpPr/>
          <p:nvPr/>
        </p:nvSpPr>
        <p:spPr>
          <a:xfrm>
            <a:off x="822960" y="4663440"/>
            <a:ext cx="5120640" cy="822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D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+mj-lt"/>
            </a:endParaRPr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FF756EE4-7281-16AB-6A8C-49B60090B28C}"/>
              </a:ext>
            </a:extLst>
          </p:cNvPr>
          <p:cNvSpPr/>
          <p:nvPr/>
        </p:nvSpPr>
        <p:spPr>
          <a:xfrm>
            <a:off x="822960" y="4663440"/>
            <a:ext cx="54864" cy="822960"/>
          </a:xfrm>
          <a:prstGeom prst="rect">
            <a:avLst/>
          </a:prstGeom>
          <a:solidFill>
            <a:srgbClr val="1A4080"/>
          </a:solidFill>
          <a:ln>
            <a:solidFill>
              <a:srgbClr val="1A4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+mj-lt"/>
            </a:endParaRP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59FA4E31-95F6-DD0D-2622-4217D3E9CFF8}"/>
              </a:ext>
            </a:extLst>
          </p:cNvPr>
          <p:cNvSpPr txBox="1"/>
          <p:nvPr/>
        </p:nvSpPr>
        <p:spPr>
          <a:xfrm>
            <a:off x="987552" y="4773168"/>
            <a:ext cx="2330831" cy="236988"/>
          </a:xfrm>
          <a:prstGeom prst="rect">
            <a:avLst/>
          </a:prstGeom>
          <a:noFill/>
        </p:spPr>
        <p:txBody>
          <a:bodyPr wrap="none" lIns="18288" tIns="18288" rIns="18288" bIns="18288">
            <a:spAutoFit/>
          </a:bodyPr>
          <a:lstStyle/>
          <a:p>
            <a:pPr algn="l"/>
            <a:r>
              <a:rPr sz="1300" b="1">
                <a:solidFill>
                  <a:srgbClr val="08142B"/>
                </a:solidFill>
                <a:latin typeface="+mj-lt"/>
              </a:rPr>
              <a:t>04 · Roadmap &amp; mentor asks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366A37C1-D865-2930-F42A-4B6CF7E3973A}"/>
              </a:ext>
            </a:extLst>
          </p:cNvPr>
          <p:cNvSpPr txBox="1"/>
          <p:nvPr/>
        </p:nvSpPr>
        <p:spPr>
          <a:xfrm>
            <a:off x="969264" y="5093207"/>
            <a:ext cx="4864607" cy="250261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lnSpc>
                <a:spcPct val="105000"/>
              </a:lnSpc>
              <a:spcAft>
                <a:spcPts val="400"/>
              </a:spcAft>
            </a:pPr>
            <a:r>
              <a:rPr sz="1050">
                <a:solidFill>
                  <a:srgbClr val="121820"/>
                </a:solidFill>
                <a:latin typeface="+mj-lt"/>
              </a:rPr>
              <a:t>Three horizons — current, hackathon (voice), and future — plus mentor asks.</a:t>
            </a:r>
          </a:p>
        </p:txBody>
      </p:sp>
      <p:sp>
        <p:nvSpPr>
          <p:cNvPr id="45" name="Rounded Rectangle 23">
            <a:extLst>
              <a:ext uri="{FF2B5EF4-FFF2-40B4-BE49-F238E27FC236}">
                <a16:creationId xmlns:a16="http://schemas.microsoft.com/office/drawing/2014/main" id="{3F46585A-625D-C998-63F6-7D3CF6741BE2}"/>
              </a:ext>
            </a:extLst>
          </p:cNvPr>
          <p:cNvSpPr/>
          <p:nvPr/>
        </p:nvSpPr>
        <p:spPr>
          <a:xfrm>
            <a:off x="6446520" y="1508760"/>
            <a:ext cx="4572000" cy="3337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D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+mj-lt"/>
            </a:endParaRPr>
          </a:p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ADE5341F-AA2B-023B-FD1F-85685CDEAE9D}"/>
              </a:ext>
            </a:extLst>
          </p:cNvPr>
          <p:cNvSpPr/>
          <p:nvPr/>
        </p:nvSpPr>
        <p:spPr>
          <a:xfrm>
            <a:off x="6446520" y="1508760"/>
            <a:ext cx="54864" cy="3337560"/>
          </a:xfrm>
          <a:prstGeom prst="rect">
            <a:avLst/>
          </a:prstGeom>
          <a:solidFill>
            <a:srgbClr val="76B900"/>
          </a:solidFill>
          <a:ln>
            <a:solidFill>
              <a:srgbClr val="76B9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+mj-lt"/>
            </a:endParaRP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A9531D0D-FF41-F88F-7B6C-3783A57AA2F0}"/>
              </a:ext>
            </a:extLst>
          </p:cNvPr>
          <p:cNvSpPr txBox="1"/>
          <p:nvPr/>
        </p:nvSpPr>
        <p:spPr>
          <a:xfrm>
            <a:off x="6611112" y="1618488"/>
            <a:ext cx="1074077" cy="267766"/>
          </a:xfrm>
          <a:prstGeom prst="rect">
            <a:avLst/>
          </a:prstGeom>
          <a:noFill/>
        </p:spPr>
        <p:txBody>
          <a:bodyPr wrap="none" lIns="18288" tIns="18288" rIns="18288" bIns="18288">
            <a:spAutoFit/>
          </a:bodyPr>
          <a:lstStyle/>
          <a:p>
            <a:pPr algn="l"/>
            <a:r>
              <a:rPr sz="1500" b="1">
                <a:solidFill>
                  <a:srgbClr val="08142B"/>
                </a:solidFill>
                <a:latin typeface="+mj-lt"/>
              </a:rPr>
              <a:t>Deck intent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D724D6A9-E8C7-0A58-C75F-7B9B91B002F8}"/>
              </a:ext>
            </a:extLst>
          </p:cNvPr>
          <p:cNvSpPr txBox="1"/>
          <p:nvPr/>
        </p:nvSpPr>
        <p:spPr>
          <a:xfrm>
            <a:off x="6592824" y="1938528"/>
            <a:ext cx="4315968" cy="1207703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lnSpc>
                <a:spcPct val="105000"/>
              </a:lnSpc>
              <a:spcAft>
                <a:spcPts val="400"/>
              </a:spcAft>
            </a:pPr>
            <a:r>
              <a:rPr sz="1400">
                <a:solidFill>
                  <a:srgbClr val="121820"/>
                </a:solidFill>
                <a:latin typeface="+mj-lt"/>
              </a:rPr>
              <a:t>This is version 3 of our original submission. The architecture is unchanged in spirit; the product has been built, deployed, and hardened — and is now evolving toward a voice-native Chief of Staff.</a:t>
            </a:r>
          </a:p>
        </p:txBody>
      </p:sp>
      <p:sp>
        <p:nvSpPr>
          <p:cNvPr id="491" name="Rounded Rectangle 490"/>
          <p:cNvSpPr/>
          <p:nvPr/>
        </p:nvSpPr>
        <p:spPr>
          <a:xfrm>
            <a:off x="6446520" y="4992624"/>
            <a:ext cx="4572000" cy="914400"/>
          </a:xfrm>
          <a:prstGeom prst="roundRect">
            <a:avLst>
              <a:gd name="adj" fmla="val 6000"/>
            </a:avLst>
          </a:prstGeom>
          <a:solidFill>
            <a:srgbClr val="F1F8E6"/>
          </a:solidFill>
          <a:ln w="12700">
            <a:solidFill>
              <a:srgbClr val="9ACB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2" name="TextBox 491"/>
          <p:cNvSpPr txBox="1"/>
          <p:nvPr/>
        </p:nvSpPr>
        <p:spPr>
          <a:xfrm>
            <a:off x="6592824" y="5056632"/>
            <a:ext cx="4297680" cy="219456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900" b="1" i="0">
                <a:solidFill>
                  <a:srgbClr val="4F7A00"/>
                </a:solidFill>
                <a:latin typeface="NVIDIA Sans"/>
              </a:rPr>
              <a:t>PROOF OF EXECUTION</a:t>
            </a:r>
            <a:r>
              <a:rPr sz="800" b="1" i="0">
                <a:solidFill>
                  <a:srgbClr val="475569"/>
                </a:solidFill>
                <a:latin typeface="NVIDIA Sans"/>
              </a:rPr>
              <a:t xml:space="preserve">   ·   LIVE ON PRODUCTION</a:t>
            </a:r>
          </a:p>
        </p:txBody>
      </p:sp>
      <p:sp>
        <p:nvSpPr>
          <p:cNvPr id="493" name="TextBox 492"/>
          <p:cNvSpPr txBox="1"/>
          <p:nvPr/>
        </p:nvSpPr>
        <p:spPr>
          <a:xfrm>
            <a:off x="6592824" y="5303520"/>
            <a:ext cx="1426463" cy="274320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l"/>
            <a:r>
              <a:rPr sz="1300" b="1" i="0">
                <a:solidFill>
                  <a:srgbClr val="0B1B3D"/>
                </a:solidFill>
                <a:latin typeface="NVIDIA Sans"/>
              </a:rPr>
              <a:t xml:space="preserve">99  </a:t>
            </a:r>
            <a:r>
              <a:rPr sz="850" b="0" i="0">
                <a:solidFill>
                  <a:srgbClr val="475569"/>
                </a:solidFill>
                <a:latin typeface="NVIDIA Sans"/>
              </a:rPr>
              <a:t>accounts</a:t>
            </a:r>
          </a:p>
        </p:txBody>
      </p:sp>
      <p:sp>
        <p:nvSpPr>
          <p:cNvPr id="494" name="TextBox 493"/>
          <p:cNvSpPr txBox="1"/>
          <p:nvPr/>
        </p:nvSpPr>
        <p:spPr>
          <a:xfrm>
            <a:off x="8019288" y="5303520"/>
            <a:ext cx="1426463" cy="274320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l"/>
            <a:r>
              <a:rPr sz="1300" b="1" i="0">
                <a:solidFill>
                  <a:srgbClr val="0B1B3D"/>
                </a:solidFill>
                <a:latin typeface="NVIDIA Sans"/>
              </a:rPr>
              <a:t xml:space="preserve">108  </a:t>
            </a:r>
            <a:r>
              <a:rPr sz="850" b="0" i="0">
                <a:solidFill>
                  <a:srgbClr val="475569"/>
                </a:solidFill>
                <a:latin typeface="NVIDIA Sans"/>
              </a:rPr>
              <a:t>signals</a:t>
            </a:r>
          </a:p>
        </p:txBody>
      </p:sp>
      <p:sp>
        <p:nvSpPr>
          <p:cNvPr id="495" name="TextBox 494"/>
          <p:cNvSpPr txBox="1"/>
          <p:nvPr/>
        </p:nvSpPr>
        <p:spPr>
          <a:xfrm>
            <a:off x="9445752" y="5303520"/>
            <a:ext cx="1426463" cy="274320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l"/>
            <a:r>
              <a:rPr sz="1300" b="1" i="0">
                <a:solidFill>
                  <a:srgbClr val="0B1B3D"/>
                </a:solidFill>
                <a:latin typeface="NVIDIA Sans"/>
              </a:rPr>
              <a:t xml:space="preserve">6  </a:t>
            </a:r>
            <a:r>
              <a:rPr sz="850" b="0" i="0">
                <a:solidFill>
                  <a:srgbClr val="475569"/>
                </a:solidFill>
                <a:latin typeface="NVIDIA Sans"/>
              </a:rPr>
              <a:t>AI agents</a:t>
            </a:r>
          </a:p>
        </p:txBody>
      </p:sp>
      <p:sp>
        <p:nvSpPr>
          <p:cNvPr id="496" name="TextBox 495"/>
          <p:cNvSpPr txBox="1"/>
          <p:nvPr/>
        </p:nvSpPr>
        <p:spPr>
          <a:xfrm>
            <a:off x="6592824" y="5605272"/>
            <a:ext cx="1426463" cy="274320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l"/>
            <a:r>
              <a:rPr sz="1300" b="1" i="0">
                <a:solidFill>
                  <a:srgbClr val="0B1B3D"/>
                </a:solidFill>
                <a:latin typeface="NVIDIA Sans"/>
              </a:rPr>
              <a:t xml:space="preserve">10  </a:t>
            </a:r>
            <a:r>
              <a:rPr sz="850" b="0" i="0">
                <a:solidFill>
                  <a:srgbClr val="475569"/>
                </a:solidFill>
                <a:latin typeface="NVIDIA Sans"/>
              </a:rPr>
              <a:t>recommendations</a:t>
            </a:r>
          </a:p>
        </p:txBody>
      </p:sp>
      <p:sp>
        <p:nvSpPr>
          <p:cNvPr id="497" name="TextBox 496"/>
          <p:cNvSpPr txBox="1"/>
          <p:nvPr/>
        </p:nvSpPr>
        <p:spPr>
          <a:xfrm>
            <a:off x="8019288" y="5605272"/>
            <a:ext cx="1426463" cy="274320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l"/>
            <a:r>
              <a:rPr sz="1300" b="1" i="0">
                <a:solidFill>
                  <a:srgbClr val="0B1B3D"/>
                </a:solidFill>
                <a:latin typeface="NVIDIA Sans"/>
              </a:rPr>
              <a:t xml:space="preserve">10/10  </a:t>
            </a:r>
            <a:r>
              <a:rPr sz="850" b="0" i="0">
                <a:solidFill>
                  <a:srgbClr val="475569"/>
                </a:solidFill>
                <a:latin typeface="NVIDIA Sans"/>
              </a:rPr>
              <a:t>evals passing</a:t>
            </a:r>
          </a:p>
        </p:txBody>
      </p:sp>
      <p:sp>
        <p:nvSpPr>
          <p:cNvPr id="498" name="TextBox 497"/>
          <p:cNvSpPr txBox="1"/>
          <p:nvPr/>
        </p:nvSpPr>
        <p:spPr>
          <a:xfrm>
            <a:off x="9445752" y="5605272"/>
            <a:ext cx="1426463" cy="274320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l"/>
            <a:r>
              <a:rPr sz="1300" b="1" i="0">
                <a:solidFill>
                  <a:srgbClr val="0B1B3D"/>
                </a:solidFill>
                <a:latin typeface="NVIDIA Sans"/>
              </a:rPr>
              <a:t xml:space="preserve">Live  </a:t>
            </a:r>
            <a:r>
              <a:rPr sz="850" b="0" i="0">
                <a:solidFill>
                  <a:srgbClr val="475569"/>
                </a:solidFill>
                <a:latin typeface="NVIDIA Sans"/>
              </a:rPr>
              <a:t>Vercel + Render</a:t>
            </a:r>
          </a:p>
        </p:txBody>
      </p:sp>
    </p:spTree>
    <p:extLst>
      <p:ext uri="{BB962C8B-B14F-4D97-AF65-F5344CB8AC3E}">
        <p14:creationId xmlns:p14="http://schemas.microsoft.com/office/powerpoint/2010/main" val="103326797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7" name="Google Shape;497;g3e23138d502_0_1314"/>
          <p:cNvSpPr txBox="1">
            <a:spLocks noGrp="1"/>
          </p:cNvSpPr>
          <p:nvPr>
            <p:ph type="ctrTitle"/>
          </p:nvPr>
        </p:nvSpPr>
        <p:spPr>
          <a:xfrm>
            <a:off x="504337" y="994526"/>
            <a:ext cx="6427500" cy="164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0475" tIns="15225" rIns="30475" bIns="15225" anchor="b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900"/>
              <a:buFont typeface="NVIDIA Sans"/>
              <a:buNone/>
            </a:pPr>
            <a:r>
              <a:rPr lang="en-US"/>
              <a:t>TEAM INTRODUCTION</a:t>
            </a:r>
            <a:endParaRPr/>
          </a:p>
        </p:txBody>
      </p:sp>
      <p:sp>
        <p:nvSpPr>
          <p:cNvPr id="498" name="Google Shape;498;g3e23138d502_0_1314"/>
          <p:cNvSpPr txBox="1">
            <a:spLocks noGrp="1"/>
          </p:cNvSpPr>
          <p:nvPr>
            <p:ph type="subTitle" idx="1"/>
          </p:nvPr>
        </p:nvSpPr>
        <p:spPr>
          <a:xfrm>
            <a:off x="504333" y="2647242"/>
            <a:ext cx="8066400" cy="56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0475" tIns="15225" rIns="30475" bIns="15225" anchor="t" anchorCtr="0">
            <a:normAutofit fontScale="92500" lnSpcReduction="10000"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100000"/>
              <a:buNone/>
            </a:pPr>
            <a:endParaRPr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100000"/>
              <a:buNone/>
            </a:pPr>
            <a:endParaRPr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100000"/>
              <a:buNone/>
            </a:pPr>
            <a:r>
              <a:rPr lang="en-US">
                <a:solidFill>
                  <a:schemeClr val="dk1"/>
                </a:solidFill>
              </a:rPr>
              <a:t>SKILLSET / EXPERIENCE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100000"/>
              <a:buNone/>
            </a:pPr>
            <a:endParaRPr>
              <a:solidFill>
                <a:schemeClr val="dk1"/>
              </a:solidFill>
            </a:endParaRPr>
          </a:p>
        </p:txBody>
      </p:sp>
      <p:pic>
        <p:nvPicPr>
          <p:cNvPr id="499" name="Google Shape;499;g3e23138d502_0_13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79026" y="6105425"/>
            <a:ext cx="1980568" cy="5679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05" name="Google Shape;505;g3e23138d502_0_127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79026" y="6105425"/>
            <a:ext cx="1980568" cy="567900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74C10A23-A85F-0BA6-2F45-B986C8511FBF}"/>
              </a:ext>
            </a:extLst>
          </p:cNvPr>
          <p:cNvSpPr txBox="1"/>
          <p:nvPr/>
        </p:nvSpPr>
        <p:spPr>
          <a:xfrm>
            <a:off x="502920" y="256032"/>
            <a:ext cx="2834174" cy="421654"/>
          </a:xfrm>
          <a:prstGeom prst="rect">
            <a:avLst/>
          </a:prstGeom>
          <a:noFill/>
        </p:spPr>
        <p:txBody>
          <a:bodyPr wrap="none" lIns="18288" tIns="18288" rIns="18288" bIns="18288">
            <a:spAutoFit/>
          </a:bodyPr>
          <a:lstStyle/>
          <a:p>
            <a:pPr algn="l"/>
            <a:r>
              <a:rPr sz="2500" b="1">
                <a:solidFill>
                  <a:srgbClr val="08142B"/>
                </a:solidFill>
                <a:latin typeface="+mj-lt"/>
              </a:rPr>
              <a:t>Team introduction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97DABE2-B8A0-2EBD-E4C9-3A1FBE1DE4E4}"/>
              </a:ext>
            </a:extLst>
          </p:cNvPr>
          <p:cNvSpPr txBox="1"/>
          <p:nvPr/>
        </p:nvSpPr>
        <p:spPr>
          <a:xfrm>
            <a:off x="530352" y="713232"/>
            <a:ext cx="5939190" cy="229294"/>
          </a:xfrm>
          <a:prstGeom prst="rect">
            <a:avLst/>
          </a:prstGeom>
          <a:noFill/>
        </p:spPr>
        <p:txBody>
          <a:bodyPr wrap="none" lIns="18288" tIns="18288" rIns="18288" bIns="18288">
            <a:spAutoFit/>
          </a:bodyPr>
          <a:lstStyle/>
          <a:p>
            <a:pPr algn="l"/>
            <a:r>
              <a:rPr sz="1250" b="0">
                <a:solidFill>
                  <a:srgbClr val="596373"/>
                </a:solidFill>
                <a:latin typeface="+mj-lt"/>
              </a:rPr>
              <a:t>Product strategy + engineering execution — two builders who shipped a deployed product in two weeks.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F116395-C916-458C-6EF2-58F8D5FEB6B6}"/>
              </a:ext>
            </a:extLst>
          </p:cNvPr>
          <p:cNvSpPr/>
          <p:nvPr/>
        </p:nvSpPr>
        <p:spPr>
          <a:xfrm>
            <a:off x="502920" y="1078992"/>
            <a:ext cx="11155680" cy="27432"/>
          </a:xfrm>
          <a:prstGeom prst="rect">
            <a:avLst/>
          </a:prstGeom>
          <a:solidFill>
            <a:srgbClr val="E8EDF3"/>
          </a:solidFill>
          <a:ln>
            <a:solidFill>
              <a:srgbClr val="E8ED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+mj-lt"/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F159CFBA-F1B6-07A3-32E2-3098D9735C6D}"/>
              </a:ext>
            </a:extLst>
          </p:cNvPr>
          <p:cNvSpPr/>
          <p:nvPr/>
        </p:nvSpPr>
        <p:spPr>
          <a:xfrm>
            <a:off x="502920" y="1078992"/>
            <a:ext cx="1234440" cy="27432"/>
          </a:xfrm>
          <a:prstGeom prst="rect">
            <a:avLst/>
          </a:prstGeom>
          <a:solidFill>
            <a:srgbClr val="76B900"/>
          </a:solidFill>
          <a:ln>
            <a:solidFill>
              <a:srgbClr val="76B9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+mj-lt"/>
            </a:endParaRPr>
          </a:p>
        </p:txBody>
      </p:sp>
      <p:sp>
        <p:nvSpPr>
          <p:cNvPr id="15" name="Rounded Rectangle 7">
            <a:extLst>
              <a:ext uri="{FF2B5EF4-FFF2-40B4-BE49-F238E27FC236}">
                <a16:creationId xmlns:a16="http://schemas.microsoft.com/office/drawing/2014/main" id="{3AC04CA6-7427-666F-DE93-20378905B4CB}"/>
              </a:ext>
            </a:extLst>
          </p:cNvPr>
          <p:cNvSpPr/>
          <p:nvPr/>
        </p:nvSpPr>
        <p:spPr>
          <a:xfrm>
            <a:off x="685800" y="1417320"/>
            <a:ext cx="5349240" cy="1828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D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+mj-lt"/>
            </a:endParaRP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418E0623-0BEA-40B3-192E-406D1ECEFAA7}"/>
              </a:ext>
            </a:extLst>
          </p:cNvPr>
          <p:cNvSpPr/>
          <p:nvPr/>
        </p:nvSpPr>
        <p:spPr>
          <a:xfrm>
            <a:off x="685800" y="1417320"/>
            <a:ext cx="54864" cy="1828800"/>
          </a:xfrm>
          <a:prstGeom prst="rect">
            <a:avLst/>
          </a:prstGeom>
          <a:solidFill>
            <a:srgbClr val="76B900"/>
          </a:solidFill>
          <a:ln>
            <a:solidFill>
              <a:srgbClr val="76B9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+mj-lt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9CBC35D2-DA54-ECB9-1A70-F293A6D7075E}"/>
              </a:ext>
            </a:extLst>
          </p:cNvPr>
          <p:cNvSpPr txBox="1"/>
          <p:nvPr/>
        </p:nvSpPr>
        <p:spPr>
          <a:xfrm>
            <a:off x="850392" y="1527048"/>
            <a:ext cx="3390415" cy="252377"/>
          </a:xfrm>
          <a:prstGeom prst="rect">
            <a:avLst/>
          </a:prstGeom>
          <a:noFill/>
        </p:spPr>
        <p:txBody>
          <a:bodyPr wrap="none" lIns="18288" tIns="18288" rIns="18288" bIns="18288">
            <a:spAutoFit/>
          </a:bodyPr>
          <a:lstStyle/>
          <a:p>
            <a:pPr algn="l"/>
            <a:r>
              <a:rPr sz="1400" b="1">
                <a:solidFill>
                  <a:srgbClr val="08142B"/>
                </a:solidFill>
                <a:latin typeface="+mj-lt"/>
              </a:rPr>
              <a:t>Amit Pandey · Product / AI Architecture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4E304A9D-5100-1E0B-7A16-1E497E320F39}"/>
              </a:ext>
            </a:extLst>
          </p:cNvPr>
          <p:cNvSpPr txBox="1"/>
          <p:nvPr/>
        </p:nvSpPr>
        <p:spPr>
          <a:xfrm>
            <a:off x="832104" y="1847088"/>
            <a:ext cx="5093207" cy="886268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lnSpc>
                <a:spcPct val="105000"/>
              </a:lnSpc>
              <a:spcAft>
                <a:spcPts val="400"/>
              </a:spcAft>
            </a:pPr>
            <a:r>
              <a:rPr sz="1250">
                <a:solidFill>
                  <a:srgbClr val="121820"/>
                </a:solidFill>
                <a:latin typeface="+mj-lt"/>
              </a:rPr>
              <a:t>Principal PM experience across enterprise platforms, agentic AI prototypes, customer signal systems, experimentation, governance, and AI product storytelling. Two-time global hackathon winner and top-builder recognition in India.</a:t>
            </a:r>
          </a:p>
        </p:txBody>
      </p:sp>
      <p:sp>
        <p:nvSpPr>
          <p:cNvPr id="23" name="Rounded Rectangle 11">
            <a:extLst>
              <a:ext uri="{FF2B5EF4-FFF2-40B4-BE49-F238E27FC236}">
                <a16:creationId xmlns:a16="http://schemas.microsoft.com/office/drawing/2014/main" id="{4EDD14D0-7153-9AE5-9DFA-7E70E8E3072C}"/>
              </a:ext>
            </a:extLst>
          </p:cNvPr>
          <p:cNvSpPr/>
          <p:nvPr/>
        </p:nvSpPr>
        <p:spPr>
          <a:xfrm>
            <a:off x="6263640" y="1417320"/>
            <a:ext cx="5349240" cy="1828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D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+mj-lt"/>
            </a:endParaRP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364B7D04-DDB8-A2BD-4C06-6F83DAFE3C32}"/>
              </a:ext>
            </a:extLst>
          </p:cNvPr>
          <p:cNvSpPr/>
          <p:nvPr/>
        </p:nvSpPr>
        <p:spPr>
          <a:xfrm>
            <a:off x="6263640" y="1417320"/>
            <a:ext cx="54864" cy="1828800"/>
          </a:xfrm>
          <a:prstGeom prst="rect">
            <a:avLst/>
          </a:prstGeom>
          <a:solidFill>
            <a:srgbClr val="1A4080"/>
          </a:solidFill>
          <a:ln>
            <a:solidFill>
              <a:srgbClr val="1A4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+mj-lt"/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E64C71E8-B2F8-C7E6-96BB-E4D606F0A129}"/>
              </a:ext>
            </a:extLst>
          </p:cNvPr>
          <p:cNvSpPr txBox="1"/>
          <p:nvPr/>
        </p:nvSpPr>
        <p:spPr>
          <a:xfrm>
            <a:off x="6428231" y="1527048"/>
            <a:ext cx="4052456" cy="252377"/>
          </a:xfrm>
          <a:prstGeom prst="rect">
            <a:avLst/>
          </a:prstGeom>
          <a:noFill/>
        </p:spPr>
        <p:txBody>
          <a:bodyPr wrap="none" lIns="18288" tIns="18288" rIns="18288" bIns="18288">
            <a:spAutoFit/>
          </a:bodyPr>
          <a:lstStyle/>
          <a:p>
            <a:pPr algn="l"/>
            <a:r>
              <a:rPr sz="1400" b="1" dirty="0">
                <a:solidFill>
                  <a:srgbClr val="08142B"/>
                </a:solidFill>
                <a:latin typeface="+mj-lt"/>
              </a:rPr>
              <a:t>Saurabh</a:t>
            </a:r>
            <a:r>
              <a:rPr lang="en-US" sz="1400" b="1" dirty="0">
                <a:solidFill>
                  <a:srgbClr val="08142B"/>
                </a:solidFill>
                <a:latin typeface="+mj-lt"/>
              </a:rPr>
              <a:t xml:space="preserve"> Talreja</a:t>
            </a:r>
            <a:r>
              <a:rPr sz="1400" b="1" dirty="0">
                <a:solidFill>
                  <a:srgbClr val="08142B"/>
                </a:solidFill>
                <a:latin typeface="+mj-lt"/>
              </a:rPr>
              <a:t xml:space="preserve"> · Engineering / Full-stack Build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DD68CEA0-1DED-B3A8-EFEE-625CE756406D}"/>
              </a:ext>
            </a:extLst>
          </p:cNvPr>
          <p:cNvSpPr txBox="1"/>
          <p:nvPr/>
        </p:nvSpPr>
        <p:spPr>
          <a:xfrm>
            <a:off x="6409944" y="1847088"/>
            <a:ext cx="5093207" cy="68429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lnSpc>
                <a:spcPct val="105000"/>
              </a:lnSpc>
              <a:spcAft>
                <a:spcPts val="400"/>
              </a:spcAft>
            </a:pPr>
            <a:r>
              <a:rPr sz="1250">
                <a:solidFill>
                  <a:srgbClr val="121820"/>
                </a:solidFill>
                <a:latin typeface="+mj-lt"/>
              </a:rPr>
              <a:t>Engineering partner focused on implementation, frontend/backend integration, agent runtime wiring, API integration, testing, performance tuning, and demo readiness.</a:t>
            </a:r>
          </a:p>
        </p:txBody>
      </p:sp>
      <p:sp>
        <p:nvSpPr>
          <p:cNvPr id="31" name="Rounded Rectangle 15">
            <a:extLst>
              <a:ext uri="{FF2B5EF4-FFF2-40B4-BE49-F238E27FC236}">
                <a16:creationId xmlns:a16="http://schemas.microsoft.com/office/drawing/2014/main" id="{6C9507E4-453F-70E9-08C0-A6AAA19DE2AF}"/>
              </a:ext>
            </a:extLst>
          </p:cNvPr>
          <p:cNvSpPr/>
          <p:nvPr/>
        </p:nvSpPr>
        <p:spPr>
          <a:xfrm>
            <a:off x="685800" y="3703320"/>
            <a:ext cx="3474720" cy="157276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D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+mj-lt"/>
            </a:endParaRP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B390213C-F9FA-4C2F-298E-E190967F44B3}"/>
              </a:ext>
            </a:extLst>
          </p:cNvPr>
          <p:cNvSpPr/>
          <p:nvPr/>
        </p:nvSpPr>
        <p:spPr>
          <a:xfrm>
            <a:off x="685800" y="3703320"/>
            <a:ext cx="54864" cy="1572768"/>
          </a:xfrm>
          <a:prstGeom prst="rect">
            <a:avLst/>
          </a:prstGeom>
          <a:solidFill>
            <a:srgbClr val="76B900"/>
          </a:solidFill>
          <a:ln>
            <a:solidFill>
              <a:srgbClr val="76B9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+mj-lt"/>
            </a:endParaRP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8EB29581-5F2E-C78B-050E-A27AEAD421F0}"/>
              </a:ext>
            </a:extLst>
          </p:cNvPr>
          <p:cNvSpPr txBox="1"/>
          <p:nvPr/>
        </p:nvSpPr>
        <p:spPr>
          <a:xfrm>
            <a:off x="850392" y="3813048"/>
            <a:ext cx="1418722" cy="252377"/>
          </a:xfrm>
          <a:prstGeom prst="rect">
            <a:avLst/>
          </a:prstGeom>
          <a:noFill/>
        </p:spPr>
        <p:txBody>
          <a:bodyPr wrap="none" lIns="18288" tIns="18288" rIns="18288" bIns="18288">
            <a:spAutoFit/>
          </a:bodyPr>
          <a:lstStyle/>
          <a:p>
            <a:pPr algn="l"/>
            <a:r>
              <a:rPr sz="1400" b="1">
                <a:solidFill>
                  <a:srgbClr val="08142B"/>
                </a:solidFill>
                <a:latin typeface="+mj-lt"/>
              </a:rPr>
              <a:t>Agentic AI skills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F2D123E9-0AE0-B5AE-7201-ACC94A45513F}"/>
              </a:ext>
            </a:extLst>
          </p:cNvPr>
          <p:cNvSpPr txBox="1"/>
          <p:nvPr/>
        </p:nvSpPr>
        <p:spPr>
          <a:xfrm>
            <a:off x="832104" y="4133087"/>
            <a:ext cx="3218687" cy="976614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lnSpc>
                <a:spcPct val="105000"/>
              </a:lnSpc>
              <a:spcAft>
                <a:spcPts val="400"/>
              </a:spcAft>
            </a:pPr>
            <a:r>
              <a:rPr sz="1150">
                <a:solidFill>
                  <a:srgbClr val="121820"/>
                </a:solidFill>
                <a:latin typeface="+mj-lt"/>
              </a:rPr>
              <a:t>Multi-agent workflow design</a:t>
            </a:r>
          </a:p>
          <a:p>
            <a:pPr>
              <a:lnSpc>
                <a:spcPct val="105000"/>
              </a:lnSpc>
              <a:spcAft>
                <a:spcPts val="400"/>
              </a:spcAft>
            </a:pPr>
            <a:r>
              <a:rPr sz="1150">
                <a:solidFill>
                  <a:srgbClr val="121820"/>
                </a:solidFill>
                <a:latin typeface="+mj-lt"/>
              </a:rPr>
              <a:t>RAG/provenance patterns</a:t>
            </a:r>
          </a:p>
          <a:p>
            <a:pPr>
              <a:lnSpc>
                <a:spcPct val="105000"/>
              </a:lnSpc>
              <a:spcAft>
                <a:spcPts val="400"/>
              </a:spcAft>
            </a:pPr>
            <a:r>
              <a:rPr sz="1150">
                <a:solidFill>
                  <a:srgbClr val="121820"/>
                </a:solidFill>
                <a:latin typeface="+mj-lt"/>
              </a:rPr>
              <a:t>Evaluation and governance</a:t>
            </a:r>
          </a:p>
          <a:p>
            <a:pPr>
              <a:lnSpc>
                <a:spcPct val="105000"/>
              </a:lnSpc>
              <a:spcAft>
                <a:spcPts val="400"/>
              </a:spcAft>
            </a:pPr>
            <a:r>
              <a:rPr sz="1150">
                <a:solidFill>
                  <a:srgbClr val="121820"/>
                </a:solidFill>
                <a:latin typeface="+mj-lt"/>
              </a:rPr>
              <a:t>Business workflow automation</a:t>
            </a:r>
          </a:p>
        </p:txBody>
      </p:sp>
      <p:sp>
        <p:nvSpPr>
          <p:cNvPr id="39" name="Rounded Rectangle 19">
            <a:extLst>
              <a:ext uri="{FF2B5EF4-FFF2-40B4-BE49-F238E27FC236}">
                <a16:creationId xmlns:a16="http://schemas.microsoft.com/office/drawing/2014/main" id="{2060CFEA-CDAD-9B91-B843-F8546505FD21}"/>
              </a:ext>
            </a:extLst>
          </p:cNvPr>
          <p:cNvSpPr/>
          <p:nvPr/>
        </p:nvSpPr>
        <p:spPr>
          <a:xfrm>
            <a:off x="4434840" y="3703320"/>
            <a:ext cx="3474720" cy="157276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D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+mj-lt"/>
            </a:endParaRPr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29781EEA-FB34-8561-771F-FDD79AE30D3D}"/>
              </a:ext>
            </a:extLst>
          </p:cNvPr>
          <p:cNvSpPr/>
          <p:nvPr/>
        </p:nvSpPr>
        <p:spPr>
          <a:xfrm>
            <a:off x="4434840" y="3703320"/>
            <a:ext cx="54864" cy="1572768"/>
          </a:xfrm>
          <a:prstGeom prst="rect">
            <a:avLst/>
          </a:prstGeom>
          <a:solidFill>
            <a:srgbClr val="1A4080"/>
          </a:solidFill>
          <a:ln>
            <a:solidFill>
              <a:srgbClr val="1A4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+mj-lt"/>
            </a:endParaRP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0AFE5327-05DA-C87F-5260-A230F6F35455}"/>
              </a:ext>
            </a:extLst>
          </p:cNvPr>
          <p:cNvSpPr txBox="1"/>
          <p:nvPr/>
        </p:nvSpPr>
        <p:spPr>
          <a:xfrm>
            <a:off x="4599431" y="3813048"/>
            <a:ext cx="1439561" cy="252377"/>
          </a:xfrm>
          <a:prstGeom prst="rect">
            <a:avLst/>
          </a:prstGeom>
          <a:noFill/>
        </p:spPr>
        <p:txBody>
          <a:bodyPr wrap="none" lIns="18288" tIns="18288" rIns="18288" bIns="18288">
            <a:spAutoFit/>
          </a:bodyPr>
          <a:lstStyle/>
          <a:p>
            <a:pPr algn="l"/>
            <a:r>
              <a:rPr sz="1400" b="1">
                <a:solidFill>
                  <a:srgbClr val="08142B"/>
                </a:solidFill>
                <a:latin typeface="+mj-lt"/>
              </a:rPr>
              <a:t>What we shipped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D8139B63-9E8A-B95F-E6BF-A81FA3DD9148}"/>
              </a:ext>
            </a:extLst>
          </p:cNvPr>
          <p:cNvSpPr txBox="1"/>
          <p:nvPr/>
        </p:nvSpPr>
        <p:spPr>
          <a:xfrm>
            <a:off x="4581144" y="4133087"/>
            <a:ext cx="3218687" cy="976614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lnSpc>
                <a:spcPct val="105000"/>
              </a:lnSpc>
              <a:spcAft>
                <a:spcPts val="400"/>
              </a:spcAft>
            </a:pPr>
            <a:r>
              <a:rPr sz="1150">
                <a:solidFill>
                  <a:srgbClr val="121820"/>
                </a:solidFill>
                <a:latin typeface="+mj-lt"/>
              </a:rPr>
              <a:t>Deployed web app + API</a:t>
            </a:r>
          </a:p>
          <a:p>
            <a:pPr>
              <a:lnSpc>
                <a:spcPct val="105000"/>
              </a:lnSpc>
              <a:spcAft>
                <a:spcPts val="400"/>
              </a:spcAft>
            </a:pPr>
            <a:r>
              <a:rPr sz="1150">
                <a:solidFill>
                  <a:srgbClr val="121820"/>
                </a:solidFill>
                <a:latin typeface="+mj-lt"/>
              </a:rPr>
              <a:t>FastAPI + Next.js, live</a:t>
            </a:r>
          </a:p>
          <a:p>
            <a:pPr>
              <a:lnSpc>
                <a:spcPct val="105000"/>
              </a:lnSpc>
              <a:spcAft>
                <a:spcPts val="400"/>
              </a:spcAft>
            </a:pPr>
            <a:r>
              <a:rPr sz="1150">
                <a:solidFill>
                  <a:srgbClr val="121820"/>
                </a:solidFill>
                <a:latin typeface="+mj-lt"/>
              </a:rPr>
              <a:t>HubSpot CRM integration</a:t>
            </a:r>
          </a:p>
          <a:p>
            <a:pPr>
              <a:lnSpc>
                <a:spcPct val="105000"/>
              </a:lnSpc>
              <a:spcAft>
                <a:spcPts val="400"/>
              </a:spcAft>
            </a:pPr>
            <a:r>
              <a:rPr sz="1150">
                <a:solidFill>
                  <a:srgbClr val="121820"/>
                </a:solidFill>
                <a:latin typeface="+mj-lt"/>
              </a:rPr>
              <a:t>Provider abstraction + BYOK</a:t>
            </a:r>
          </a:p>
        </p:txBody>
      </p:sp>
      <p:sp>
        <p:nvSpPr>
          <p:cNvPr id="47" name="Rounded Rectangle 23">
            <a:extLst>
              <a:ext uri="{FF2B5EF4-FFF2-40B4-BE49-F238E27FC236}">
                <a16:creationId xmlns:a16="http://schemas.microsoft.com/office/drawing/2014/main" id="{B02B780C-9DD1-053D-F5E3-9BC643DF4A7E}"/>
              </a:ext>
            </a:extLst>
          </p:cNvPr>
          <p:cNvSpPr/>
          <p:nvPr/>
        </p:nvSpPr>
        <p:spPr>
          <a:xfrm>
            <a:off x="8183879" y="3703320"/>
            <a:ext cx="3474720" cy="157276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D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+mj-lt"/>
            </a:endParaRPr>
          </a:p>
        </p:txBody>
      </p:sp>
      <p:sp>
        <p:nvSpPr>
          <p:cNvPr id="49" name="Rectangle 48">
            <a:extLst>
              <a:ext uri="{FF2B5EF4-FFF2-40B4-BE49-F238E27FC236}">
                <a16:creationId xmlns:a16="http://schemas.microsoft.com/office/drawing/2014/main" id="{CFF5A253-55F8-F89F-B1C2-085B6C71DEB0}"/>
              </a:ext>
            </a:extLst>
          </p:cNvPr>
          <p:cNvSpPr/>
          <p:nvPr/>
        </p:nvSpPr>
        <p:spPr>
          <a:xfrm>
            <a:off x="8183879" y="3703320"/>
            <a:ext cx="54864" cy="1572768"/>
          </a:xfrm>
          <a:prstGeom prst="rect">
            <a:avLst/>
          </a:prstGeom>
          <a:solidFill>
            <a:srgbClr val="76B900"/>
          </a:solidFill>
          <a:ln>
            <a:solidFill>
              <a:srgbClr val="76B9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+mj-lt"/>
            </a:endParaRP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DB40A2E3-2181-BBDD-4C65-8277505B5524}"/>
              </a:ext>
            </a:extLst>
          </p:cNvPr>
          <p:cNvSpPr txBox="1"/>
          <p:nvPr/>
        </p:nvSpPr>
        <p:spPr>
          <a:xfrm>
            <a:off x="8348471" y="3813048"/>
            <a:ext cx="1530932" cy="252377"/>
          </a:xfrm>
          <a:prstGeom prst="rect">
            <a:avLst/>
          </a:prstGeom>
          <a:noFill/>
        </p:spPr>
        <p:txBody>
          <a:bodyPr wrap="none" lIns="18288" tIns="18288" rIns="18288" bIns="18288">
            <a:spAutoFit/>
          </a:bodyPr>
          <a:lstStyle/>
          <a:p>
            <a:pPr algn="l"/>
            <a:r>
              <a:rPr sz="1400" b="1">
                <a:solidFill>
                  <a:srgbClr val="08142B"/>
                </a:solidFill>
                <a:latin typeface="+mj-lt"/>
              </a:rPr>
              <a:t>NVIDIA readiness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FE890F7B-007C-54DF-DA97-8A36FB8F9C60}"/>
              </a:ext>
            </a:extLst>
          </p:cNvPr>
          <p:cNvSpPr txBox="1"/>
          <p:nvPr/>
        </p:nvSpPr>
        <p:spPr>
          <a:xfrm>
            <a:off x="8330183" y="4133087"/>
            <a:ext cx="3218687" cy="976614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lnSpc>
                <a:spcPct val="105000"/>
              </a:lnSpc>
              <a:spcAft>
                <a:spcPts val="400"/>
              </a:spcAft>
            </a:pPr>
            <a:r>
              <a:rPr sz="1150">
                <a:solidFill>
                  <a:srgbClr val="121820"/>
                </a:solidFill>
                <a:latin typeface="+mj-lt"/>
              </a:rPr>
              <a:t>NeMo Agent Toolkit / NemoClaw</a:t>
            </a:r>
          </a:p>
          <a:p>
            <a:pPr>
              <a:lnSpc>
                <a:spcPct val="105000"/>
              </a:lnSpc>
              <a:spcAft>
                <a:spcPts val="400"/>
              </a:spcAft>
            </a:pPr>
            <a:r>
              <a:rPr sz="1150">
                <a:solidFill>
                  <a:srgbClr val="121820"/>
                </a:solidFill>
                <a:latin typeface="+mj-lt"/>
              </a:rPr>
              <a:t>Nemotron / NIM endpoints</a:t>
            </a:r>
          </a:p>
          <a:p>
            <a:pPr>
              <a:lnSpc>
                <a:spcPct val="105000"/>
              </a:lnSpc>
              <a:spcAft>
                <a:spcPts val="400"/>
              </a:spcAft>
            </a:pPr>
            <a:r>
              <a:rPr sz="1150">
                <a:solidFill>
                  <a:srgbClr val="121820"/>
                </a:solidFill>
                <a:latin typeface="+mj-lt"/>
              </a:rPr>
              <a:t>GPU-backed inference</a:t>
            </a:r>
          </a:p>
          <a:p>
            <a:pPr>
              <a:lnSpc>
                <a:spcPct val="105000"/>
              </a:lnSpc>
              <a:spcAft>
                <a:spcPts val="400"/>
              </a:spcAft>
            </a:pPr>
            <a:r>
              <a:rPr sz="1150">
                <a:solidFill>
                  <a:srgbClr val="121820"/>
                </a:solidFill>
                <a:latin typeface="+mj-lt"/>
              </a:rPr>
              <a:t>Mentor-led optimization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82BED6E7-E3FA-0B91-8E33-7D90765878BB}"/>
              </a:ext>
            </a:extLst>
          </p:cNvPr>
          <p:cNvSpPr txBox="1"/>
          <p:nvPr/>
        </p:nvSpPr>
        <p:spPr>
          <a:xfrm>
            <a:off x="1154596" y="5669280"/>
            <a:ext cx="9578007" cy="236988"/>
          </a:xfrm>
          <a:prstGeom prst="rect">
            <a:avLst/>
          </a:prstGeom>
          <a:noFill/>
        </p:spPr>
        <p:txBody>
          <a:bodyPr wrap="none" lIns="18288" tIns="18288" rIns="18288" bIns="18288">
            <a:spAutoFit/>
          </a:bodyPr>
          <a:lstStyle/>
          <a:p>
            <a:pPr algn="ctr"/>
            <a:r>
              <a:rPr sz="1300" b="1">
                <a:solidFill>
                  <a:srgbClr val="08142B"/>
                </a:solidFill>
                <a:latin typeface="+mj-lt"/>
              </a:rPr>
              <a:t>Execution principle: business problem first · bounded autonomy · measurable workload · human approval before action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4" name="Google Shape;514;g3e23138d502_0_1321"/>
          <p:cNvSpPr txBox="1">
            <a:spLocks noGrp="1"/>
          </p:cNvSpPr>
          <p:nvPr>
            <p:ph type="ctrTitle"/>
          </p:nvPr>
        </p:nvSpPr>
        <p:spPr>
          <a:xfrm>
            <a:off x="504337" y="994526"/>
            <a:ext cx="6427500" cy="164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0475" tIns="15225" rIns="30475" bIns="15225" anchor="b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900"/>
              <a:buFont typeface="NVIDIA Sans"/>
              <a:buNone/>
            </a:pPr>
            <a:r>
              <a:rPr lang="en-US"/>
              <a:t>AI Use Case</a:t>
            </a:r>
            <a:endParaRPr/>
          </a:p>
        </p:txBody>
      </p:sp>
      <p:sp>
        <p:nvSpPr>
          <p:cNvPr id="515" name="Google Shape;515;g3e23138d502_0_1321"/>
          <p:cNvSpPr txBox="1">
            <a:spLocks noGrp="1"/>
          </p:cNvSpPr>
          <p:nvPr>
            <p:ph type="subTitle" idx="1"/>
          </p:nvPr>
        </p:nvSpPr>
        <p:spPr>
          <a:xfrm>
            <a:off x="504333" y="2647242"/>
            <a:ext cx="8066400" cy="56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0475" tIns="15225" rIns="30475" bIns="15225" anchor="t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Arial"/>
              <a:buNone/>
            </a:pPr>
            <a:r>
              <a:rPr lang="en-US">
                <a:solidFill>
                  <a:schemeClr val="dk1"/>
                </a:solidFill>
              </a:rPr>
              <a:t>From fragmented signals to one governed next-best action</a:t>
            </a:r>
            <a:endParaRPr>
              <a:solidFill>
                <a:schemeClr val="dk1"/>
              </a:solidFill>
            </a:endParaRPr>
          </a:p>
        </p:txBody>
      </p:sp>
      <p:pic>
        <p:nvPicPr>
          <p:cNvPr id="516" name="Google Shape;516;g3e23138d502_0_13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79026" y="6105425"/>
            <a:ext cx="1980568" cy="5679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9">
          <a:extLst>
            <a:ext uri="{FF2B5EF4-FFF2-40B4-BE49-F238E27FC236}">
              <a16:creationId xmlns:a16="http://schemas.microsoft.com/office/drawing/2014/main" id="{5494066E-786E-BE6D-AF5A-2BE79D1591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40" name="Google Shape;540;g3e23138d502_0_1296">
            <a:extLst>
              <a:ext uri="{FF2B5EF4-FFF2-40B4-BE49-F238E27FC236}">
                <a16:creationId xmlns:a16="http://schemas.microsoft.com/office/drawing/2014/main" id="{14CBEEE2-74C0-8862-C101-F166DFDFF0D5}"/>
              </a:ext>
            </a:extLst>
          </p:cNvPr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379026" y="6105425"/>
            <a:ext cx="1980568" cy="567900"/>
          </a:xfrm>
          <a:prstGeom prst="rect">
            <a:avLst/>
          </a:prstGeom>
          <a:noFill/>
          <a:ln>
            <a:noFill/>
          </a:ln>
        </p:spPr>
      </p:pic>
      <p:sp>
        <p:nvSpPr>
          <p:cNvPr id="541" name="Google Shape;541;g3e23138d502_0_1296">
            <a:extLst>
              <a:ext uri="{FF2B5EF4-FFF2-40B4-BE49-F238E27FC236}">
                <a16:creationId xmlns:a16="http://schemas.microsoft.com/office/drawing/2014/main" id="{C2383097-4438-EFB0-2B04-DFBE65316A57}"/>
              </a:ext>
            </a:extLst>
          </p:cNvPr>
          <p:cNvSpPr txBox="1"/>
          <p:nvPr/>
        </p:nvSpPr>
        <p:spPr>
          <a:xfrm>
            <a:off x="1221698" y="2323475"/>
            <a:ext cx="9766200" cy="461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orbel"/>
              <a:buNone/>
            </a:pPr>
            <a:r>
              <a:rPr lang="en-US" sz="2400" b="0" i="0" u="none" strike="noStrike" cap="none">
                <a:solidFill>
                  <a:srgbClr val="FFFFFF"/>
                </a:solidFill>
                <a:latin typeface="Corbel"/>
                <a:ea typeface="Corbel"/>
                <a:cs typeface="Corbel"/>
                <a:sym typeface="Corbel"/>
              </a:rPr>
              <a:t xml:space="preserve"> </a:t>
            </a:r>
            <a:endParaRPr sz="1800" b="0" i="0" u="none" strike="noStrike" cap="none">
              <a:solidFill>
                <a:srgbClr val="000000"/>
              </a:solidFill>
              <a:ea typeface="Arial"/>
              <a:cs typeface="Arial"/>
              <a:sym typeface="Arial"/>
            </a:endParaRPr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88B96218-8F7C-C175-E99E-AB0B90B3EE07}"/>
              </a:ext>
            </a:extLst>
          </p:cNvPr>
          <p:cNvSpPr/>
          <p:nvPr/>
        </p:nvSpPr>
        <p:spPr>
          <a:xfrm>
            <a:off x="655320" y="268732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sz="2400" b="1" dirty="0"/>
              <a:t>AI use case: the Signal-to-Action workflow</a:t>
            </a:r>
            <a:endParaRPr lang="en-US" sz="2000" dirty="0"/>
          </a:p>
        </p:txBody>
      </p:sp>
      <p:sp>
        <p:nvSpPr>
          <p:cNvPr id="5" name="Text 2">
            <a:extLst>
              <a:ext uri="{FF2B5EF4-FFF2-40B4-BE49-F238E27FC236}">
                <a16:creationId xmlns:a16="http://schemas.microsoft.com/office/drawing/2014/main" id="{D2274BB0-18E5-AF51-3A42-E8FB4D5451D5}"/>
              </a:ext>
            </a:extLst>
          </p:cNvPr>
          <p:cNvSpPr/>
          <p:nvPr/>
        </p:nvSpPr>
        <p:spPr>
          <a:xfrm>
            <a:off x="701040" y="725932"/>
            <a:ext cx="10561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sz="1200" dirty="0"/>
              <a:t>One governed loop — from a raw customer signal to an explainable, human-approved business outcome, then back into learning.</a:t>
            </a:r>
            <a:endParaRPr lang="en-US" sz="1250" dirty="0"/>
          </a:p>
        </p:txBody>
      </p:sp>
      <p:sp>
        <p:nvSpPr>
          <p:cNvPr id="7" name="Shape 7">
            <a:extLst>
              <a:ext uri="{FF2B5EF4-FFF2-40B4-BE49-F238E27FC236}">
                <a16:creationId xmlns:a16="http://schemas.microsoft.com/office/drawing/2014/main" id="{E82DDC9D-D5E2-D425-EED8-2A50B1050FD5}"/>
              </a:ext>
            </a:extLst>
          </p:cNvPr>
          <p:cNvSpPr/>
          <p:nvPr/>
        </p:nvSpPr>
        <p:spPr>
          <a:xfrm>
            <a:off x="609600" y="1772920"/>
            <a:ext cx="1874520" cy="822960"/>
          </a:xfrm>
          <a:prstGeom prst="roundRect">
            <a:avLst>
              <a:gd name="adj" fmla="val 8889"/>
            </a:avLst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IN" sz="1800"/>
          </a:p>
        </p:txBody>
      </p:sp>
      <p:sp>
        <p:nvSpPr>
          <p:cNvPr id="9" name="Text 8">
            <a:extLst>
              <a:ext uri="{FF2B5EF4-FFF2-40B4-BE49-F238E27FC236}">
                <a16:creationId xmlns:a16="http://schemas.microsoft.com/office/drawing/2014/main" id="{9C815867-D76E-5DF1-2E26-CA3A591F541E}"/>
              </a:ext>
            </a:extLst>
          </p:cNvPr>
          <p:cNvSpPr/>
          <p:nvPr/>
        </p:nvSpPr>
        <p:spPr>
          <a:xfrm>
            <a:off x="701040" y="1955800"/>
            <a:ext cx="1691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b="1"/>
              <a:t>1 · Signals</a:t>
            </a:r>
            <a:endParaRPr lang="en-US" sz="1100" dirty="0"/>
          </a:p>
        </p:txBody>
      </p:sp>
      <p:sp>
        <p:nvSpPr>
          <p:cNvPr id="11" name="Text 9">
            <a:extLst>
              <a:ext uri="{FF2B5EF4-FFF2-40B4-BE49-F238E27FC236}">
                <a16:creationId xmlns:a16="http://schemas.microsoft.com/office/drawing/2014/main" id="{679A56EE-F8DA-5C09-90F4-DB77A0138E2F}"/>
              </a:ext>
            </a:extLst>
          </p:cNvPr>
          <p:cNvSpPr/>
          <p:nvPr/>
        </p:nvSpPr>
        <p:spPr>
          <a:xfrm>
            <a:off x="719328" y="2211832"/>
            <a:ext cx="1645920" cy="219456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 algn="ctr">
              <a:buNone/>
              <a:defRPr sz="850"/>
            </a:pPr>
            <a:r>
              <a:rPr sz="800"/>
              <a:t>CRM, spend, engagement, support, usage</a:t>
            </a:r>
            <a:endParaRPr lang="en-US" sz="700" dirty="0"/>
          </a:p>
        </p:txBody>
      </p:sp>
      <p:sp>
        <p:nvSpPr>
          <p:cNvPr id="13" name="Shape 10">
            <a:extLst>
              <a:ext uri="{FF2B5EF4-FFF2-40B4-BE49-F238E27FC236}">
                <a16:creationId xmlns:a16="http://schemas.microsoft.com/office/drawing/2014/main" id="{24593C3F-454E-E550-B55F-D37C693A0B4F}"/>
              </a:ext>
            </a:extLst>
          </p:cNvPr>
          <p:cNvSpPr/>
          <p:nvPr/>
        </p:nvSpPr>
        <p:spPr>
          <a:xfrm>
            <a:off x="2502408" y="2047240"/>
            <a:ext cx="347472" cy="256032"/>
          </a:xfrm>
          <a:prstGeom prst="rightArrow">
            <a:avLst/>
          </a:prstGeom>
          <a:solidFill>
            <a:srgbClr val="CBD5E1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IN" sz="1800"/>
          </a:p>
        </p:txBody>
      </p:sp>
      <p:sp>
        <p:nvSpPr>
          <p:cNvPr id="15" name="Shape 11">
            <a:extLst>
              <a:ext uri="{FF2B5EF4-FFF2-40B4-BE49-F238E27FC236}">
                <a16:creationId xmlns:a16="http://schemas.microsoft.com/office/drawing/2014/main" id="{1E5EADED-621D-C509-DD8C-EFD1943CE05A}"/>
              </a:ext>
            </a:extLst>
          </p:cNvPr>
          <p:cNvSpPr/>
          <p:nvPr/>
        </p:nvSpPr>
        <p:spPr>
          <a:xfrm>
            <a:off x="2913888" y="1772920"/>
            <a:ext cx="1874520" cy="822960"/>
          </a:xfrm>
          <a:prstGeom prst="roundRect">
            <a:avLst>
              <a:gd name="adj" fmla="val 8889"/>
            </a:avLst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IN" sz="1800"/>
          </a:p>
        </p:txBody>
      </p:sp>
      <p:sp>
        <p:nvSpPr>
          <p:cNvPr id="17" name="Text 12">
            <a:extLst>
              <a:ext uri="{FF2B5EF4-FFF2-40B4-BE49-F238E27FC236}">
                <a16:creationId xmlns:a16="http://schemas.microsoft.com/office/drawing/2014/main" id="{8329683C-6C07-CC5F-39E0-A059CDEF078F}"/>
              </a:ext>
            </a:extLst>
          </p:cNvPr>
          <p:cNvSpPr/>
          <p:nvPr/>
        </p:nvSpPr>
        <p:spPr>
          <a:xfrm>
            <a:off x="3005328" y="1955800"/>
            <a:ext cx="1691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b="1"/>
              <a:t>2 · Recommend</a:t>
            </a:r>
            <a:endParaRPr lang="en-US" sz="1100" dirty="0"/>
          </a:p>
        </p:txBody>
      </p:sp>
      <p:sp>
        <p:nvSpPr>
          <p:cNvPr id="19" name="Text 13">
            <a:extLst>
              <a:ext uri="{FF2B5EF4-FFF2-40B4-BE49-F238E27FC236}">
                <a16:creationId xmlns:a16="http://schemas.microsoft.com/office/drawing/2014/main" id="{EB6AFF14-5D3E-34A1-2DA2-B97D894DDB95}"/>
              </a:ext>
            </a:extLst>
          </p:cNvPr>
          <p:cNvSpPr/>
          <p:nvPr/>
        </p:nvSpPr>
        <p:spPr>
          <a:xfrm>
            <a:off x="3023616" y="2211832"/>
            <a:ext cx="1645920" cy="219456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 algn="ctr">
              <a:buNone/>
              <a:defRPr sz="850"/>
            </a:pPr>
            <a:r>
              <a:rPr sz="800"/>
              <a:t>Ranked next-best action + confidence</a:t>
            </a:r>
            <a:endParaRPr lang="en-US" sz="700" dirty="0"/>
          </a:p>
        </p:txBody>
      </p:sp>
      <p:sp>
        <p:nvSpPr>
          <p:cNvPr id="21" name="Shape 14">
            <a:extLst>
              <a:ext uri="{FF2B5EF4-FFF2-40B4-BE49-F238E27FC236}">
                <a16:creationId xmlns:a16="http://schemas.microsoft.com/office/drawing/2014/main" id="{91140D67-3388-9A68-B87E-6D432EFF9E6F}"/>
              </a:ext>
            </a:extLst>
          </p:cNvPr>
          <p:cNvSpPr/>
          <p:nvPr/>
        </p:nvSpPr>
        <p:spPr>
          <a:xfrm>
            <a:off x="4806696" y="2047240"/>
            <a:ext cx="347472" cy="256032"/>
          </a:xfrm>
          <a:prstGeom prst="rightArrow">
            <a:avLst/>
          </a:prstGeom>
          <a:solidFill>
            <a:srgbClr val="CBD5E1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IN" sz="1800"/>
          </a:p>
        </p:txBody>
      </p:sp>
      <p:sp>
        <p:nvSpPr>
          <p:cNvPr id="23" name="Shape 15">
            <a:extLst>
              <a:ext uri="{FF2B5EF4-FFF2-40B4-BE49-F238E27FC236}">
                <a16:creationId xmlns:a16="http://schemas.microsoft.com/office/drawing/2014/main" id="{DAA7C582-8C0F-6DBB-9E38-E8467E490F16}"/>
              </a:ext>
            </a:extLst>
          </p:cNvPr>
          <p:cNvSpPr/>
          <p:nvPr/>
        </p:nvSpPr>
        <p:spPr>
          <a:xfrm>
            <a:off x="5218176" y="1772920"/>
            <a:ext cx="1874520" cy="822960"/>
          </a:xfrm>
          <a:prstGeom prst="roundRect">
            <a:avLst>
              <a:gd name="adj" fmla="val 8889"/>
            </a:avLst>
          </a:prstGeom>
          <a:solidFill>
            <a:srgbClr val="FFF4EC"/>
          </a:solidFill>
          <a:ln w="12700">
            <a:solidFill>
              <a:srgbClr val="FF4B1F"/>
            </a:solidFill>
            <a:prstDash val="solid"/>
          </a:ln>
        </p:spPr>
        <p:txBody>
          <a:bodyPr/>
          <a:lstStyle/>
          <a:p>
            <a:endParaRPr lang="en-IN" sz="1800"/>
          </a:p>
        </p:txBody>
      </p:sp>
      <p:sp>
        <p:nvSpPr>
          <p:cNvPr id="25" name="Text 16">
            <a:extLst>
              <a:ext uri="{FF2B5EF4-FFF2-40B4-BE49-F238E27FC236}">
                <a16:creationId xmlns:a16="http://schemas.microsoft.com/office/drawing/2014/main" id="{E96C150F-BD82-10FB-F8C5-4D814ED36EE0}"/>
              </a:ext>
            </a:extLst>
          </p:cNvPr>
          <p:cNvSpPr/>
          <p:nvPr/>
        </p:nvSpPr>
        <p:spPr>
          <a:xfrm>
            <a:off x="5309616" y="1955800"/>
            <a:ext cx="1691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b="1"/>
              <a:t>3 · Human Approval</a:t>
            </a:r>
            <a:endParaRPr lang="en-US" sz="1100" dirty="0"/>
          </a:p>
        </p:txBody>
      </p:sp>
      <p:sp>
        <p:nvSpPr>
          <p:cNvPr id="27" name="Text 17">
            <a:extLst>
              <a:ext uri="{FF2B5EF4-FFF2-40B4-BE49-F238E27FC236}">
                <a16:creationId xmlns:a16="http://schemas.microsoft.com/office/drawing/2014/main" id="{B51B8D1C-7C48-BF75-E7FD-0DD6F7C0B83E}"/>
              </a:ext>
            </a:extLst>
          </p:cNvPr>
          <p:cNvSpPr/>
          <p:nvPr/>
        </p:nvSpPr>
        <p:spPr>
          <a:xfrm>
            <a:off x="5327904" y="2211832"/>
            <a:ext cx="1645920" cy="219456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 algn="ctr">
              <a:buNone/>
              <a:defRPr sz="850"/>
            </a:pPr>
            <a:r>
              <a:rPr sz="900"/>
              <a:t>Seller reviews evidence, approves or edits</a:t>
            </a:r>
            <a:endParaRPr lang="en-US" sz="800" dirty="0"/>
          </a:p>
        </p:txBody>
      </p:sp>
      <p:sp>
        <p:nvSpPr>
          <p:cNvPr id="29" name="Shape 18">
            <a:extLst>
              <a:ext uri="{FF2B5EF4-FFF2-40B4-BE49-F238E27FC236}">
                <a16:creationId xmlns:a16="http://schemas.microsoft.com/office/drawing/2014/main" id="{42885FA1-43AE-D809-4F41-67939BC3CB14}"/>
              </a:ext>
            </a:extLst>
          </p:cNvPr>
          <p:cNvSpPr/>
          <p:nvPr/>
        </p:nvSpPr>
        <p:spPr>
          <a:xfrm>
            <a:off x="7110984" y="2047240"/>
            <a:ext cx="347472" cy="256032"/>
          </a:xfrm>
          <a:prstGeom prst="rightArrow">
            <a:avLst/>
          </a:prstGeom>
          <a:solidFill>
            <a:srgbClr val="CBD5E1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IN" sz="1800"/>
          </a:p>
        </p:txBody>
      </p:sp>
      <p:sp>
        <p:nvSpPr>
          <p:cNvPr id="31" name="Shape 19">
            <a:extLst>
              <a:ext uri="{FF2B5EF4-FFF2-40B4-BE49-F238E27FC236}">
                <a16:creationId xmlns:a16="http://schemas.microsoft.com/office/drawing/2014/main" id="{91B7D4BD-63CC-ACB1-01B9-2261214A2B90}"/>
              </a:ext>
            </a:extLst>
          </p:cNvPr>
          <p:cNvSpPr/>
          <p:nvPr/>
        </p:nvSpPr>
        <p:spPr>
          <a:xfrm>
            <a:off x="7522464" y="1772920"/>
            <a:ext cx="1874520" cy="822960"/>
          </a:xfrm>
          <a:prstGeom prst="roundRect">
            <a:avLst>
              <a:gd name="adj" fmla="val 8889"/>
            </a:avLst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IN" sz="1800"/>
          </a:p>
        </p:txBody>
      </p:sp>
      <p:sp>
        <p:nvSpPr>
          <p:cNvPr id="33" name="Text 20">
            <a:extLst>
              <a:ext uri="{FF2B5EF4-FFF2-40B4-BE49-F238E27FC236}">
                <a16:creationId xmlns:a16="http://schemas.microsoft.com/office/drawing/2014/main" id="{E6B425F2-259A-BCFC-EDB1-E56933E2E913}"/>
              </a:ext>
            </a:extLst>
          </p:cNvPr>
          <p:cNvSpPr/>
          <p:nvPr/>
        </p:nvSpPr>
        <p:spPr>
          <a:xfrm>
            <a:off x="7613904" y="1955800"/>
            <a:ext cx="1691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b="1"/>
              <a:t>4 · Execution</a:t>
            </a:r>
            <a:endParaRPr lang="en-US" sz="1100" dirty="0"/>
          </a:p>
        </p:txBody>
      </p:sp>
      <p:sp>
        <p:nvSpPr>
          <p:cNvPr id="35" name="Text 21">
            <a:extLst>
              <a:ext uri="{FF2B5EF4-FFF2-40B4-BE49-F238E27FC236}">
                <a16:creationId xmlns:a16="http://schemas.microsoft.com/office/drawing/2014/main" id="{863241CA-DB19-24C1-4BC8-9D6BDDE78101}"/>
              </a:ext>
            </a:extLst>
          </p:cNvPr>
          <p:cNvSpPr/>
          <p:nvPr/>
        </p:nvSpPr>
        <p:spPr>
          <a:xfrm>
            <a:off x="7632192" y="2211832"/>
            <a:ext cx="1645920" cy="219456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 algn="ctr">
              <a:buNone/>
              <a:defRPr sz="850"/>
            </a:pPr>
            <a:r>
              <a:rPr sz="800"/>
              <a:t>Execution Center orchestrates the action</a:t>
            </a:r>
            <a:endParaRPr lang="en-US" sz="700" dirty="0"/>
          </a:p>
        </p:txBody>
      </p:sp>
      <p:sp>
        <p:nvSpPr>
          <p:cNvPr id="37" name="Shape 22">
            <a:extLst>
              <a:ext uri="{FF2B5EF4-FFF2-40B4-BE49-F238E27FC236}">
                <a16:creationId xmlns:a16="http://schemas.microsoft.com/office/drawing/2014/main" id="{778E7948-4B95-7512-563E-FED2C567049C}"/>
              </a:ext>
            </a:extLst>
          </p:cNvPr>
          <p:cNvSpPr/>
          <p:nvPr/>
        </p:nvSpPr>
        <p:spPr>
          <a:xfrm>
            <a:off x="9415272" y="2047240"/>
            <a:ext cx="347472" cy="256032"/>
          </a:xfrm>
          <a:prstGeom prst="rightArrow">
            <a:avLst/>
          </a:prstGeom>
          <a:solidFill>
            <a:srgbClr val="CBD5E1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IN" sz="1800"/>
          </a:p>
        </p:txBody>
      </p:sp>
      <p:sp>
        <p:nvSpPr>
          <p:cNvPr id="39" name="Shape 23">
            <a:extLst>
              <a:ext uri="{FF2B5EF4-FFF2-40B4-BE49-F238E27FC236}">
                <a16:creationId xmlns:a16="http://schemas.microsoft.com/office/drawing/2014/main" id="{9E89F7B8-1651-144B-7EA6-788C1FA5673E}"/>
              </a:ext>
            </a:extLst>
          </p:cNvPr>
          <p:cNvSpPr/>
          <p:nvPr/>
        </p:nvSpPr>
        <p:spPr>
          <a:xfrm>
            <a:off x="9826752" y="1772920"/>
            <a:ext cx="1874520" cy="822960"/>
          </a:xfrm>
          <a:prstGeom prst="roundRect">
            <a:avLst>
              <a:gd name="adj" fmla="val 8889"/>
            </a:avLst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IN" sz="1800"/>
          </a:p>
        </p:txBody>
      </p:sp>
      <p:sp>
        <p:nvSpPr>
          <p:cNvPr id="41" name="Text 24">
            <a:extLst>
              <a:ext uri="{FF2B5EF4-FFF2-40B4-BE49-F238E27FC236}">
                <a16:creationId xmlns:a16="http://schemas.microsoft.com/office/drawing/2014/main" id="{A622D4A9-6A80-D3B4-3C05-68BDE5F6F094}"/>
              </a:ext>
            </a:extLst>
          </p:cNvPr>
          <p:cNvSpPr/>
          <p:nvPr/>
        </p:nvSpPr>
        <p:spPr>
          <a:xfrm>
            <a:off x="9918192" y="1955800"/>
            <a:ext cx="1691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b="1"/>
              <a:t>5 · Outcome</a:t>
            </a:r>
            <a:endParaRPr lang="en-US" sz="1100" dirty="0"/>
          </a:p>
        </p:txBody>
      </p:sp>
      <p:sp>
        <p:nvSpPr>
          <p:cNvPr id="43" name="Text 25">
            <a:extLst>
              <a:ext uri="{FF2B5EF4-FFF2-40B4-BE49-F238E27FC236}">
                <a16:creationId xmlns:a16="http://schemas.microsoft.com/office/drawing/2014/main" id="{C3F2911E-ECC0-34D4-0C53-8C33B7FD7A58}"/>
              </a:ext>
            </a:extLst>
          </p:cNvPr>
          <p:cNvSpPr/>
          <p:nvPr/>
        </p:nvSpPr>
        <p:spPr>
          <a:xfrm>
            <a:off x="9936480" y="2211832"/>
            <a:ext cx="1645920" cy="219456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 algn="ctr">
              <a:buNone/>
              <a:defRPr sz="850"/>
            </a:pPr>
            <a:r>
              <a:rPr sz="1000"/>
              <a:t>Meeting booked · risk reduced · pipeline</a:t>
            </a:r>
            <a:endParaRPr lang="en-US" sz="900" dirty="0"/>
          </a:p>
        </p:txBody>
      </p:sp>
      <p:sp>
        <p:nvSpPr>
          <p:cNvPr id="45" name="Shape 26">
            <a:extLst>
              <a:ext uri="{FF2B5EF4-FFF2-40B4-BE49-F238E27FC236}">
                <a16:creationId xmlns:a16="http://schemas.microsoft.com/office/drawing/2014/main" id="{E9D26225-A9E4-5CF6-A804-98E04D67166F}"/>
              </a:ext>
            </a:extLst>
          </p:cNvPr>
          <p:cNvSpPr/>
          <p:nvPr/>
        </p:nvSpPr>
        <p:spPr>
          <a:xfrm>
            <a:off x="801624" y="3622392"/>
            <a:ext cx="2487168" cy="1818325"/>
          </a:xfrm>
          <a:prstGeom prst="roundRect">
            <a:avLst>
              <a:gd name="adj" fmla="val 7143"/>
            </a:avLst>
          </a:prstGeom>
          <a:solidFill>
            <a:srgbClr val="F8FAFC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IN" sz="1800"/>
          </a:p>
        </p:txBody>
      </p:sp>
      <p:sp>
        <p:nvSpPr>
          <p:cNvPr id="47" name="Text 27">
            <a:extLst>
              <a:ext uri="{FF2B5EF4-FFF2-40B4-BE49-F238E27FC236}">
                <a16:creationId xmlns:a16="http://schemas.microsoft.com/office/drawing/2014/main" id="{CCD647AB-FCD0-01E3-76A2-20EF4666FE22}"/>
              </a:ext>
            </a:extLst>
          </p:cNvPr>
          <p:cNvSpPr/>
          <p:nvPr/>
        </p:nvSpPr>
        <p:spPr>
          <a:xfrm>
            <a:off x="966216" y="3759552"/>
            <a:ext cx="2157984" cy="35717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sz="1600" b="1"/>
              <a:t>Executive Brief &amp; Portfolio Pulse</a:t>
            </a:r>
            <a:endParaRPr lang="en-US" sz="1200" dirty="0"/>
          </a:p>
        </p:txBody>
      </p:sp>
      <p:sp>
        <p:nvSpPr>
          <p:cNvPr id="49" name="Text 28">
            <a:extLst>
              <a:ext uri="{FF2B5EF4-FFF2-40B4-BE49-F238E27FC236}">
                <a16:creationId xmlns:a16="http://schemas.microsoft.com/office/drawing/2014/main" id="{B6522A89-CB94-9CCB-49F1-C2C5534AFDC6}"/>
              </a:ext>
            </a:extLst>
          </p:cNvPr>
          <p:cNvSpPr/>
          <p:nvPr/>
        </p:nvSpPr>
        <p:spPr>
          <a:xfrm>
            <a:off x="966216" y="4033873"/>
            <a:ext cx="2157984" cy="8766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Autofit/>
          </a:bodyPr>
          <a:lstStyle/>
          <a:p>
            <a:pPr marL="0" indent="0">
              <a:buNone/>
              <a:defRPr sz="1019"/>
            </a:pPr>
            <a:r>
              <a:rPr sz="1000"/>
              <a:t>What changed overnight, why it matters, and what to do — ranked across the entire book of accounts.</a:t>
            </a:r>
            <a:endParaRPr lang="en-US" sz="1000" dirty="0"/>
          </a:p>
        </p:txBody>
      </p:sp>
      <p:sp>
        <p:nvSpPr>
          <p:cNvPr id="51" name="Shape 29">
            <a:extLst>
              <a:ext uri="{FF2B5EF4-FFF2-40B4-BE49-F238E27FC236}">
                <a16:creationId xmlns:a16="http://schemas.microsoft.com/office/drawing/2014/main" id="{536F56FB-9EC4-F97A-E0EC-E806E0A85DDD}"/>
              </a:ext>
            </a:extLst>
          </p:cNvPr>
          <p:cNvSpPr/>
          <p:nvPr/>
        </p:nvSpPr>
        <p:spPr>
          <a:xfrm>
            <a:off x="3425952" y="3622392"/>
            <a:ext cx="2487168" cy="1818325"/>
          </a:xfrm>
          <a:prstGeom prst="roundRect">
            <a:avLst>
              <a:gd name="adj" fmla="val 7143"/>
            </a:avLst>
          </a:prstGeom>
          <a:solidFill>
            <a:srgbClr val="F8FAFC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IN" sz="1800"/>
          </a:p>
        </p:txBody>
      </p:sp>
      <p:sp>
        <p:nvSpPr>
          <p:cNvPr id="53" name="Text 30">
            <a:extLst>
              <a:ext uri="{FF2B5EF4-FFF2-40B4-BE49-F238E27FC236}">
                <a16:creationId xmlns:a16="http://schemas.microsoft.com/office/drawing/2014/main" id="{8F394602-8C6E-562B-A7B8-5FAA85F4CF1F}"/>
              </a:ext>
            </a:extLst>
          </p:cNvPr>
          <p:cNvSpPr/>
          <p:nvPr/>
        </p:nvSpPr>
        <p:spPr>
          <a:xfrm>
            <a:off x="3590544" y="3759552"/>
            <a:ext cx="2157984" cy="35717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sz="1600" b="1"/>
              <a:t>Evidence Intelligence</a:t>
            </a:r>
            <a:endParaRPr lang="en-US" sz="1200" dirty="0"/>
          </a:p>
        </p:txBody>
      </p:sp>
      <p:sp>
        <p:nvSpPr>
          <p:cNvPr id="55" name="Text 31">
            <a:extLst>
              <a:ext uri="{FF2B5EF4-FFF2-40B4-BE49-F238E27FC236}">
                <a16:creationId xmlns:a16="http://schemas.microsoft.com/office/drawing/2014/main" id="{AFEBF1CB-1088-600B-53B0-03346D66B8E3}"/>
              </a:ext>
            </a:extLst>
          </p:cNvPr>
          <p:cNvSpPr/>
          <p:nvPr/>
        </p:nvSpPr>
        <p:spPr>
          <a:xfrm>
            <a:off x="3590544" y="4033873"/>
            <a:ext cx="2157984" cy="8766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Autofit/>
          </a:bodyPr>
          <a:lstStyle/>
          <a:p>
            <a:pPr marL="0" indent="0">
              <a:buNone/>
              <a:defRPr sz="1019"/>
            </a:pPr>
            <a:r>
              <a:rPr sz="1000"/>
              <a:t>Every recommendation cites the underlying signals and notes — no unexplained scores, no black box.</a:t>
            </a:r>
            <a:endParaRPr lang="en-US" sz="1000" dirty="0"/>
          </a:p>
        </p:txBody>
      </p:sp>
      <p:sp>
        <p:nvSpPr>
          <p:cNvPr id="57" name="Shape 32">
            <a:extLst>
              <a:ext uri="{FF2B5EF4-FFF2-40B4-BE49-F238E27FC236}">
                <a16:creationId xmlns:a16="http://schemas.microsoft.com/office/drawing/2014/main" id="{8193B37F-32B2-9CC6-609B-89A870D602B3}"/>
              </a:ext>
            </a:extLst>
          </p:cNvPr>
          <p:cNvSpPr/>
          <p:nvPr/>
        </p:nvSpPr>
        <p:spPr>
          <a:xfrm>
            <a:off x="6050280" y="3622392"/>
            <a:ext cx="2487168" cy="1818325"/>
          </a:xfrm>
          <a:prstGeom prst="roundRect">
            <a:avLst>
              <a:gd name="adj" fmla="val 7143"/>
            </a:avLst>
          </a:prstGeom>
          <a:solidFill>
            <a:srgbClr val="F8FAFC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IN" sz="1800"/>
          </a:p>
        </p:txBody>
      </p:sp>
      <p:sp>
        <p:nvSpPr>
          <p:cNvPr id="59" name="Text 33">
            <a:extLst>
              <a:ext uri="{FF2B5EF4-FFF2-40B4-BE49-F238E27FC236}">
                <a16:creationId xmlns:a16="http://schemas.microsoft.com/office/drawing/2014/main" id="{B2DC0874-CC88-D382-AD32-EA0C7AEC12F7}"/>
              </a:ext>
            </a:extLst>
          </p:cNvPr>
          <p:cNvSpPr/>
          <p:nvPr/>
        </p:nvSpPr>
        <p:spPr>
          <a:xfrm>
            <a:off x="6214872" y="3759552"/>
            <a:ext cx="2157984" cy="35717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sz="1600" b="1"/>
              <a:t>Decision Ledger</a:t>
            </a:r>
            <a:endParaRPr lang="en-US" sz="1200" dirty="0"/>
          </a:p>
        </p:txBody>
      </p:sp>
      <p:sp>
        <p:nvSpPr>
          <p:cNvPr id="61" name="Text 34">
            <a:extLst>
              <a:ext uri="{FF2B5EF4-FFF2-40B4-BE49-F238E27FC236}">
                <a16:creationId xmlns:a16="http://schemas.microsoft.com/office/drawing/2014/main" id="{91A3DD47-0737-5415-2B8C-7D70ED826274}"/>
              </a:ext>
            </a:extLst>
          </p:cNvPr>
          <p:cNvSpPr/>
          <p:nvPr/>
        </p:nvSpPr>
        <p:spPr>
          <a:xfrm>
            <a:off x="6214872" y="4033873"/>
            <a:ext cx="2157984" cy="8766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Autofit/>
          </a:bodyPr>
          <a:lstStyle/>
          <a:p>
            <a:pPr marL="0" indent="0">
              <a:buNone/>
              <a:defRPr sz="1019"/>
            </a:pPr>
            <a:r>
              <a:rPr sz="1000"/>
              <a:t>Append-only record of evidence, confidence, caveats, approval, and the outcome that followed.</a:t>
            </a:r>
            <a:endParaRPr lang="en-US" sz="1000" dirty="0"/>
          </a:p>
        </p:txBody>
      </p:sp>
      <p:sp>
        <p:nvSpPr>
          <p:cNvPr id="63" name="Shape 35">
            <a:extLst>
              <a:ext uri="{FF2B5EF4-FFF2-40B4-BE49-F238E27FC236}">
                <a16:creationId xmlns:a16="http://schemas.microsoft.com/office/drawing/2014/main" id="{99715584-26B0-DA2F-A1CC-334630FF452C}"/>
              </a:ext>
            </a:extLst>
          </p:cNvPr>
          <p:cNvSpPr/>
          <p:nvPr/>
        </p:nvSpPr>
        <p:spPr>
          <a:xfrm>
            <a:off x="8674608" y="3622392"/>
            <a:ext cx="2487168" cy="1818325"/>
          </a:xfrm>
          <a:prstGeom prst="roundRect">
            <a:avLst>
              <a:gd name="adj" fmla="val 7143"/>
            </a:avLst>
          </a:prstGeom>
          <a:solidFill>
            <a:srgbClr val="F8FAFC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IN" sz="1800"/>
          </a:p>
        </p:txBody>
      </p:sp>
      <p:sp>
        <p:nvSpPr>
          <p:cNvPr id="513" name="Text 36">
            <a:extLst>
              <a:ext uri="{FF2B5EF4-FFF2-40B4-BE49-F238E27FC236}">
                <a16:creationId xmlns:a16="http://schemas.microsoft.com/office/drawing/2014/main" id="{B4665781-C99D-AB03-86CB-FCEB3619E4CA}"/>
              </a:ext>
            </a:extLst>
          </p:cNvPr>
          <p:cNvSpPr/>
          <p:nvPr/>
        </p:nvSpPr>
        <p:spPr>
          <a:xfrm>
            <a:off x="8839200" y="3759552"/>
            <a:ext cx="2157984" cy="35717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sz="1600" b="1"/>
              <a:t>Continuous Learning</a:t>
            </a:r>
            <a:endParaRPr lang="en-US" sz="1200" dirty="0"/>
          </a:p>
        </p:txBody>
      </p:sp>
      <p:sp>
        <p:nvSpPr>
          <p:cNvPr id="515" name="Text 37">
            <a:extLst>
              <a:ext uri="{FF2B5EF4-FFF2-40B4-BE49-F238E27FC236}">
                <a16:creationId xmlns:a16="http://schemas.microsoft.com/office/drawing/2014/main" id="{F89A8A4F-0AAE-D5CC-2B6E-05590FC113F7}"/>
              </a:ext>
            </a:extLst>
          </p:cNvPr>
          <p:cNvSpPr/>
          <p:nvPr/>
        </p:nvSpPr>
        <p:spPr>
          <a:xfrm>
            <a:off x="8839200" y="4033873"/>
            <a:ext cx="2157984" cy="8766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  <a:defRPr sz="1019"/>
            </a:pPr>
            <a:r>
              <a:rPr sz="1000"/>
              <a:t>Captured outcomes return as fresh signals — the loop compounds and the system gets sharper over time.</a:t>
            </a:r>
            <a:endParaRPr lang="en-US" sz="1000" dirty="0"/>
          </a:p>
        </p:txBody>
      </p:sp>
    </p:spTree>
    <p:extLst>
      <p:ext uri="{BB962C8B-B14F-4D97-AF65-F5344CB8AC3E}">
        <p14:creationId xmlns:p14="http://schemas.microsoft.com/office/powerpoint/2010/main" val="94969033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21">
          <a:extLst>
            <a:ext uri="{FF2B5EF4-FFF2-40B4-BE49-F238E27FC236}">
              <a16:creationId xmlns:a16="http://schemas.microsoft.com/office/drawing/2014/main" id="{62E75828-B626-BB37-6701-F8D3654B9B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22" name="Google Shape;522;g3e23138d502_0_1283">
            <a:extLst>
              <a:ext uri="{FF2B5EF4-FFF2-40B4-BE49-F238E27FC236}">
                <a16:creationId xmlns:a16="http://schemas.microsoft.com/office/drawing/2014/main" id="{3328CF09-C94B-733B-E433-05D7D4A96C8A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79026" y="6105425"/>
            <a:ext cx="1980568" cy="567900"/>
          </a:xfrm>
          <a:prstGeom prst="rect">
            <a:avLst/>
          </a:prstGeom>
          <a:noFill/>
          <a:ln>
            <a:noFill/>
          </a:ln>
        </p:spPr>
      </p:pic>
      <p:sp>
        <p:nvSpPr>
          <p:cNvPr id="523" name="Google Shape;523;g3e23138d502_0_1283">
            <a:extLst>
              <a:ext uri="{FF2B5EF4-FFF2-40B4-BE49-F238E27FC236}">
                <a16:creationId xmlns:a16="http://schemas.microsoft.com/office/drawing/2014/main" id="{BC7E0B0D-38A1-5DF5-4245-9376B5E5CFEE}"/>
              </a:ext>
            </a:extLst>
          </p:cNvPr>
          <p:cNvSpPr txBox="1"/>
          <p:nvPr/>
        </p:nvSpPr>
        <p:spPr>
          <a:xfrm>
            <a:off x="1221698" y="2323475"/>
            <a:ext cx="97662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rgbClr val="FFFFFF"/>
                </a:solidFill>
                <a:latin typeface="Corbel"/>
                <a:ea typeface="Corbel"/>
                <a:cs typeface="Corbel"/>
                <a:sym typeface="Corbel"/>
              </a:rPr>
              <a:t xml:space="preserve"> 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4" name="Google Shape;524;g3e23138d502_0_1283">
            <a:extLst>
              <a:ext uri="{FF2B5EF4-FFF2-40B4-BE49-F238E27FC236}">
                <a16:creationId xmlns:a16="http://schemas.microsoft.com/office/drawing/2014/main" id="{1F4FE8C0-2C5A-3A95-E754-1E58F0ADF099}"/>
              </a:ext>
            </a:extLst>
          </p:cNvPr>
          <p:cNvSpPr txBox="1"/>
          <p:nvPr/>
        </p:nvSpPr>
        <p:spPr>
          <a:xfrm>
            <a:off x="647250" y="375715"/>
            <a:ext cx="7034400" cy="70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dirty="0">
                <a:solidFill>
                  <a:srgbClr val="000000"/>
                </a:solidFill>
                <a:latin typeface="+mj-lt"/>
              </a:rPr>
              <a:t>Project motivation: why this matters</a:t>
            </a:r>
          </a:p>
          <a:p>
            <a:pPr marL="0" lvl="0" indent="0" algn="l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600" b="1" dirty="0">
              <a:solidFill>
                <a:srgbClr val="000000"/>
              </a:solidFill>
            </a:endParaRPr>
          </a:p>
        </p:txBody>
      </p:sp>
      <p:graphicFrame>
        <p:nvGraphicFramePr>
          <p:cNvPr id="526" name="Google Shape;526;g3e23138d502_0_1283">
            <a:extLst>
              <a:ext uri="{FF2B5EF4-FFF2-40B4-BE49-F238E27FC236}">
                <a16:creationId xmlns:a16="http://schemas.microsoft.com/office/drawing/2014/main" id="{B6D696EE-00A9-C0B8-7D81-1C17099CDCF3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174208854"/>
              </p:ext>
            </p:extLst>
          </p:nvPr>
        </p:nvGraphicFramePr>
        <p:xfrm>
          <a:off x="9276875" y="356575"/>
          <a:ext cx="2251900" cy="966750"/>
        </p:xfrm>
        <a:graphic>
          <a:graphicData uri="http://schemas.openxmlformats.org/drawingml/2006/table">
            <a:tbl>
              <a:tblPr>
                <a:noFill/>
                <a:tableStyleId>{5D3FFA9B-246F-4C0F-8591-A0DC39B6F5D1}</a:tableStyleId>
              </a:tblPr>
              <a:tblGrid>
                <a:gridCol w="11259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259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96675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100" b="1"/>
                        <a:t>TRACK</a:t>
                      </a:r>
                      <a:endParaRPr sz="2100" b="1"/>
                    </a:p>
                  </a:txBody>
                  <a:tcPr marL="91425" marR="91425" marT="91425" marB="91425" anchor="ctr"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2100" b="1" dirty="0">
                          <a:solidFill>
                            <a:srgbClr val="FF0000"/>
                          </a:solidFill>
                        </a:rPr>
                        <a:t>A</a:t>
                      </a:r>
                      <a:endParaRPr sz="2100" dirty="0">
                        <a:solidFill>
                          <a:srgbClr val="FF0000"/>
                        </a:solidFill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3" name="Text 7">
            <a:extLst>
              <a:ext uri="{FF2B5EF4-FFF2-40B4-BE49-F238E27FC236}">
                <a16:creationId xmlns:a16="http://schemas.microsoft.com/office/drawing/2014/main" id="{02E0E89C-A6F1-97AB-106C-1B8CD858E302}"/>
              </a:ext>
            </a:extLst>
          </p:cNvPr>
          <p:cNvSpPr/>
          <p:nvPr/>
        </p:nvSpPr>
        <p:spPr>
          <a:xfrm>
            <a:off x="777240" y="1600200"/>
            <a:ext cx="10424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11827"/>
                </a:solidFill>
                <a:latin typeface="+mj-lt"/>
              </a:rPr>
              <a:t>Growth teams often start Monday with thousands of accounts and scattered signals. The hard part is not seeing data — it is deciding where to act, why to act, and how to act safely.</a:t>
            </a:r>
            <a:endParaRPr lang="en-US" sz="1700" dirty="0">
              <a:latin typeface="+mj-lt"/>
            </a:endParaRPr>
          </a:p>
        </p:txBody>
      </p:sp>
      <p:sp>
        <p:nvSpPr>
          <p:cNvPr id="5" name="Shape 8">
            <a:extLst>
              <a:ext uri="{FF2B5EF4-FFF2-40B4-BE49-F238E27FC236}">
                <a16:creationId xmlns:a16="http://schemas.microsoft.com/office/drawing/2014/main" id="{0BF4175A-EB9A-1404-0ED9-A6F43591FE63}"/>
              </a:ext>
            </a:extLst>
          </p:cNvPr>
          <p:cNvSpPr/>
          <p:nvPr/>
        </p:nvSpPr>
        <p:spPr>
          <a:xfrm>
            <a:off x="777240" y="2606040"/>
            <a:ext cx="3246120" cy="1417320"/>
          </a:xfrm>
          <a:prstGeom prst="roundRect">
            <a:avLst>
              <a:gd name="adj" fmla="val 5161"/>
            </a:avLst>
          </a:prstGeom>
          <a:solidFill>
            <a:srgbClr val="F8FAFC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IN" sz="1800">
              <a:latin typeface="+mj-lt"/>
            </a:endParaRPr>
          </a:p>
        </p:txBody>
      </p:sp>
      <p:sp>
        <p:nvSpPr>
          <p:cNvPr id="7" name="Text 9">
            <a:extLst>
              <a:ext uri="{FF2B5EF4-FFF2-40B4-BE49-F238E27FC236}">
                <a16:creationId xmlns:a16="http://schemas.microsoft.com/office/drawing/2014/main" id="{E8E567CA-02FA-B1C3-7050-D3A861508C85}"/>
              </a:ext>
            </a:extLst>
          </p:cNvPr>
          <p:cNvSpPr/>
          <p:nvPr/>
        </p:nvSpPr>
        <p:spPr>
          <a:xfrm>
            <a:off x="941832" y="2743200"/>
            <a:ext cx="29169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B1B3D"/>
                </a:solidFill>
                <a:latin typeface="+mj-lt"/>
                <a:ea typeface="Aptos" pitchFamily="34" charset="-122"/>
                <a:cs typeface="Aptos" pitchFamily="34" charset="-120"/>
              </a:rPr>
              <a:t>Current pain</a:t>
            </a:r>
            <a:endParaRPr lang="en-US" sz="1200" dirty="0">
              <a:latin typeface="+mj-lt"/>
            </a:endParaRPr>
          </a:p>
        </p:txBody>
      </p:sp>
      <p:sp>
        <p:nvSpPr>
          <p:cNvPr id="9" name="Text 10">
            <a:extLst>
              <a:ext uri="{FF2B5EF4-FFF2-40B4-BE49-F238E27FC236}">
                <a16:creationId xmlns:a16="http://schemas.microsoft.com/office/drawing/2014/main" id="{F8D38B24-BC70-9FF2-C2A8-AA49C6048BAC}"/>
              </a:ext>
            </a:extLst>
          </p:cNvPr>
          <p:cNvSpPr/>
          <p:nvPr/>
        </p:nvSpPr>
        <p:spPr>
          <a:xfrm>
            <a:off x="941832" y="3017520"/>
            <a:ext cx="2916936" cy="8869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475569"/>
                </a:solidFill>
                <a:latin typeface="+mj-lt"/>
                <a:ea typeface="Aptos" pitchFamily="34" charset="-122"/>
                <a:cs typeface="Aptos" pitchFamily="34" charset="-120"/>
              </a:rPr>
              <a:t>Customer context sits across CRM, spend, engagement, product usage, campaign response, support risk, and follow-up history. Human teams spend time stitching context before acting.</a:t>
            </a:r>
            <a:endParaRPr lang="en-US" sz="1050" dirty="0">
              <a:latin typeface="+mj-lt"/>
            </a:endParaRPr>
          </a:p>
        </p:txBody>
      </p:sp>
      <p:sp>
        <p:nvSpPr>
          <p:cNvPr id="11" name="Shape 11">
            <a:extLst>
              <a:ext uri="{FF2B5EF4-FFF2-40B4-BE49-F238E27FC236}">
                <a16:creationId xmlns:a16="http://schemas.microsoft.com/office/drawing/2014/main" id="{32E6462A-438C-211C-FE45-1E3664E2B506}"/>
              </a:ext>
            </a:extLst>
          </p:cNvPr>
          <p:cNvSpPr/>
          <p:nvPr/>
        </p:nvSpPr>
        <p:spPr>
          <a:xfrm>
            <a:off x="4480560" y="2606040"/>
            <a:ext cx="3246120" cy="1417320"/>
          </a:xfrm>
          <a:prstGeom prst="roundRect">
            <a:avLst>
              <a:gd name="adj" fmla="val 5161"/>
            </a:avLst>
          </a:prstGeom>
          <a:solidFill>
            <a:srgbClr val="F8FAFC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IN" sz="1800">
              <a:latin typeface="+mj-lt"/>
            </a:endParaRPr>
          </a:p>
        </p:txBody>
      </p:sp>
      <p:sp>
        <p:nvSpPr>
          <p:cNvPr id="13" name="Text 12">
            <a:extLst>
              <a:ext uri="{FF2B5EF4-FFF2-40B4-BE49-F238E27FC236}">
                <a16:creationId xmlns:a16="http://schemas.microsoft.com/office/drawing/2014/main" id="{13D265C3-F5F3-4E38-E6E1-775EB1A6A0AA}"/>
              </a:ext>
            </a:extLst>
          </p:cNvPr>
          <p:cNvSpPr/>
          <p:nvPr/>
        </p:nvSpPr>
        <p:spPr>
          <a:xfrm>
            <a:off x="4645152" y="2743200"/>
            <a:ext cx="29169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B1B3D"/>
                </a:solidFill>
                <a:latin typeface="+mj-lt"/>
                <a:ea typeface="Aptos" pitchFamily="34" charset="-122"/>
                <a:cs typeface="Aptos" pitchFamily="34" charset="-120"/>
              </a:rPr>
              <a:t>Why agentic AI</a:t>
            </a:r>
            <a:endParaRPr lang="en-US" sz="1200" dirty="0">
              <a:latin typeface="+mj-lt"/>
            </a:endParaRPr>
          </a:p>
        </p:txBody>
      </p:sp>
      <p:sp>
        <p:nvSpPr>
          <p:cNvPr id="15" name="Text 13">
            <a:extLst>
              <a:ext uri="{FF2B5EF4-FFF2-40B4-BE49-F238E27FC236}">
                <a16:creationId xmlns:a16="http://schemas.microsoft.com/office/drawing/2014/main" id="{1F00CC6F-36E8-C2C2-AE14-7309167F0833}"/>
              </a:ext>
            </a:extLst>
          </p:cNvPr>
          <p:cNvSpPr/>
          <p:nvPr/>
        </p:nvSpPr>
        <p:spPr>
          <a:xfrm>
            <a:off x="4645152" y="3017520"/>
            <a:ext cx="2916936" cy="8869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475569"/>
                </a:solidFill>
                <a:latin typeface="+mj-lt"/>
                <a:ea typeface="Aptos" pitchFamily="34" charset="-122"/>
                <a:cs typeface="Aptos" pitchFamily="34" charset="-120"/>
              </a:rPr>
              <a:t>A controlled agent workflow can assign reasoning tasks to specialized agents, compare evidence, generate action options, and explain every recommendation.</a:t>
            </a:r>
            <a:endParaRPr lang="en-US" sz="1050" dirty="0">
              <a:latin typeface="+mj-lt"/>
            </a:endParaRPr>
          </a:p>
        </p:txBody>
      </p:sp>
      <p:sp>
        <p:nvSpPr>
          <p:cNvPr id="17" name="Shape 14">
            <a:extLst>
              <a:ext uri="{FF2B5EF4-FFF2-40B4-BE49-F238E27FC236}">
                <a16:creationId xmlns:a16="http://schemas.microsoft.com/office/drawing/2014/main" id="{F0ED64CC-6E93-58BE-0820-57FECD12A2E2}"/>
              </a:ext>
            </a:extLst>
          </p:cNvPr>
          <p:cNvSpPr/>
          <p:nvPr/>
        </p:nvSpPr>
        <p:spPr>
          <a:xfrm>
            <a:off x="8183880" y="2606040"/>
            <a:ext cx="3246120" cy="1417320"/>
          </a:xfrm>
          <a:prstGeom prst="roundRect">
            <a:avLst>
              <a:gd name="adj" fmla="val 5161"/>
            </a:avLst>
          </a:prstGeom>
          <a:solidFill>
            <a:srgbClr val="F8FAFC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IN" sz="1800">
              <a:latin typeface="+mj-lt"/>
            </a:endParaRPr>
          </a:p>
        </p:txBody>
      </p:sp>
      <p:sp>
        <p:nvSpPr>
          <p:cNvPr id="19" name="Text 15">
            <a:extLst>
              <a:ext uri="{FF2B5EF4-FFF2-40B4-BE49-F238E27FC236}">
                <a16:creationId xmlns:a16="http://schemas.microsoft.com/office/drawing/2014/main" id="{57D0650E-DA0D-4EF6-07AC-B2B1E16DC3BD}"/>
              </a:ext>
            </a:extLst>
          </p:cNvPr>
          <p:cNvSpPr/>
          <p:nvPr/>
        </p:nvSpPr>
        <p:spPr>
          <a:xfrm>
            <a:off x="8348472" y="2743200"/>
            <a:ext cx="29169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B1B3D"/>
                </a:solidFill>
                <a:latin typeface="+mj-lt"/>
                <a:ea typeface="Aptos" pitchFamily="34" charset="-122"/>
                <a:cs typeface="Aptos" pitchFamily="34" charset="-120"/>
              </a:rPr>
              <a:t>Why sovereign</a:t>
            </a:r>
            <a:endParaRPr lang="en-US" sz="1200" dirty="0">
              <a:latin typeface="+mj-lt"/>
            </a:endParaRPr>
          </a:p>
        </p:txBody>
      </p:sp>
      <p:sp>
        <p:nvSpPr>
          <p:cNvPr id="21" name="Text 16">
            <a:extLst>
              <a:ext uri="{FF2B5EF4-FFF2-40B4-BE49-F238E27FC236}">
                <a16:creationId xmlns:a16="http://schemas.microsoft.com/office/drawing/2014/main" id="{732D5A6A-AC36-9FCE-3150-5D62668E2EAA}"/>
              </a:ext>
            </a:extLst>
          </p:cNvPr>
          <p:cNvSpPr/>
          <p:nvPr/>
        </p:nvSpPr>
        <p:spPr>
          <a:xfrm>
            <a:off x="8348472" y="3017520"/>
            <a:ext cx="2916936" cy="8869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475569"/>
                </a:solidFill>
                <a:latin typeface="+mj-lt"/>
                <a:ea typeface="Aptos" pitchFamily="34" charset="-122"/>
                <a:cs typeface="Aptos" pitchFamily="34" charset="-120"/>
              </a:rPr>
              <a:t>Enterprise teams need data boundaries, traceability, audit logs, confidence, and human approval before AI-generated recommendations become business action.</a:t>
            </a:r>
            <a:endParaRPr lang="en-US" sz="1050" dirty="0">
              <a:latin typeface="+mj-lt"/>
            </a:endParaRPr>
          </a:p>
        </p:txBody>
      </p:sp>
      <p:sp>
        <p:nvSpPr>
          <p:cNvPr id="23" name="Text 17">
            <a:extLst>
              <a:ext uri="{FF2B5EF4-FFF2-40B4-BE49-F238E27FC236}">
                <a16:creationId xmlns:a16="http://schemas.microsoft.com/office/drawing/2014/main" id="{2FF54653-C017-9867-A463-DB1ACAD6293E}"/>
              </a:ext>
            </a:extLst>
          </p:cNvPr>
          <p:cNvSpPr/>
          <p:nvPr/>
        </p:nvSpPr>
        <p:spPr>
          <a:xfrm>
            <a:off x="822960" y="4617720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FF4B1F"/>
                </a:solidFill>
                <a:latin typeface="+mj-lt"/>
              </a:rPr>
              <a:t>Now shipped</a:t>
            </a:r>
            <a:endParaRPr lang="en-US" dirty="0">
              <a:latin typeface="+mj-lt"/>
            </a:endParaRPr>
          </a:p>
        </p:txBody>
      </p:sp>
      <p:sp>
        <p:nvSpPr>
          <p:cNvPr id="25" name="Text 18">
            <a:extLst>
              <a:ext uri="{FF2B5EF4-FFF2-40B4-BE49-F238E27FC236}">
                <a16:creationId xmlns:a16="http://schemas.microsoft.com/office/drawing/2014/main" id="{357697EA-FE68-D201-3773-062E10555950}"/>
              </a:ext>
            </a:extLst>
          </p:cNvPr>
          <p:cNvSpPr/>
          <p:nvPr/>
        </p:nvSpPr>
        <p:spPr>
          <a:xfrm>
            <a:off x="822960" y="4956048"/>
            <a:ext cx="102412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475569"/>
                </a:solidFill>
                <a:latin typeface="+mj-lt"/>
              </a:rPr>
              <a:t>Over two weeks we turned this thesis into a working Enterprise Revenue Operating System — deployed, governed, and now evolving toward voice. Everything that follows is built, not hypothetical.</a:t>
            </a:r>
            <a:endParaRPr lang="en-US" sz="1600" dirty="0">
              <a:latin typeface="+mj-lt"/>
            </a:endParaRPr>
          </a:p>
        </p:txBody>
      </p:sp>
      <p:sp>
        <p:nvSpPr>
          <p:cNvPr id="27" name="Text 2">
            <a:extLst>
              <a:ext uri="{FF2B5EF4-FFF2-40B4-BE49-F238E27FC236}">
                <a16:creationId xmlns:a16="http://schemas.microsoft.com/office/drawing/2014/main" id="{884E034E-0F51-96BB-4788-C3EE0F2353D1}"/>
              </a:ext>
            </a:extLst>
          </p:cNvPr>
          <p:cNvSpPr/>
          <p:nvPr/>
        </p:nvSpPr>
        <p:spPr>
          <a:xfrm>
            <a:off x="736118" y="887423"/>
            <a:ext cx="10561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475569"/>
                </a:solidFill>
                <a:latin typeface="+mj-lt"/>
                <a:ea typeface="Aptos" pitchFamily="34" charset="-122"/>
                <a:cs typeface="Aptos" pitchFamily="34" charset="-120"/>
              </a:rPr>
              <a:t>Enterprises need an action layer, not another passive dashboard or generic chatbot.</a:t>
            </a:r>
            <a:endParaRPr lang="en-US" sz="1250" dirty="0"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34445355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21">
          <a:extLst>
            <a:ext uri="{FF2B5EF4-FFF2-40B4-BE49-F238E27FC236}">
              <a16:creationId xmlns:a16="http://schemas.microsoft.com/office/drawing/2014/main" id="{3459D290-670E-AF32-B428-96BA482518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22" name="Google Shape;522;g3e23138d502_0_1283">
            <a:extLst>
              <a:ext uri="{FF2B5EF4-FFF2-40B4-BE49-F238E27FC236}">
                <a16:creationId xmlns:a16="http://schemas.microsoft.com/office/drawing/2014/main" id="{B4A17AAD-0534-7102-88DE-079217F9B2E4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79026" y="6105425"/>
            <a:ext cx="1980568" cy="567900"/>
          </a:xfrm>
          <a:prstGeom prst="rect">
            <a:avLst/>
          </a:prstGeom>
          <a:noFill/>
          <a:ln>
            <a:noFill/>
          </a:ln>
        </p:spPr>
      </p:pic>
      <p:sp>
        <p:nvSpPr>
          <p:cNvPr id="523" name="Google Shape;523;g3e23138d502_0_1283">
            <a:extLst>
              <a:ext uri="{FF2B5EF4-FFF2-40B4-BE49-F238E27FC236}">
                <a16:creationId xmlns:a16="http://schemas.microsoft.com/office/drawing/2014/main" id="{9022F18F-D5F3-B615-16CA-31778DF9B00C}"/>
              </a:ext>
            </a:extLst>
          </p:cNvPr>
          <p:cNvSpPr txBox="1"/>
          <p:nvPr/>
        </p:nvSpPr>
        <p:spPr>
          <a:xfrm>
            <a:off x="1221698" y="2397364"/>
            <a:ext cx="97662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rgbClr val="FFFFFF"/>
                </a:solidFill>
                <a:latin typeface="Corbel"/>
                <a:ea typeface="Corbel"/>
                <a:cs typeface="Corbel"/>
                <a:sym typeface="Corbel"/>
              </a:rPr>
              <a:t xml:space="preserve"> 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4" name="Google Shape;524;g3e23138d502_0_1283">
            <a:extLst>
              <a:ext uri="{FF2B5EF4-FFF2-40B4-BE49-F238E27FC236}">
                <a16:creationId xmlns:a16="http://schemas.microsoft.com/office/drawing/2014/main" id="{2865032F-7AA6-2193-7CF9-E3185394B0FC}"/>
              </a:ext>
            </a:extLst>
          </p:cNvPr>
          <p:cNvSpPr txBox="1"/>
          <p:nvPr/>
        </p:nvSpPr>
        <p:spPr>
          <a:xfrm>
            <a:off x="442152" y="217839"/>
            <a:ext cx="7034400" cy="70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dirty="0">
                <a:solidFill>
                  <a:srgbClr val="000000"/>
                </a:solidFill>
              </a:rPr>
              <a:t>Demo scenario: SMB Growth &amp; Seller Action</a:t>
            </a:r>
          </a:p>
          <a:p>
            <a:pPr marL="0" lvl="0" indent="0" algn="l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400" b="1" dirty="0">
              <a:solidFill>
                <a:srgbClr val="000000"/>
              </a:solidFill>
            </a:endParaRPr>
          </a:p>
        </p:txBody>
      </p:sp>
      <p:graphicFrame>
        <p:nvGraphicFramePr>
          <p:cNvPr id="526" name="Google Shape;526;g3e23138d502_0_1283">
            <a:extLst>
              <a:ext uri="{FF2B5EF4-FFF2-40B4-BE49-F238E27FC236}">
                <a16:creationId xmlns:a16="http://schemas.microsoft.com/office/drawing/2014/main" id="{C1716CDA-DDBC-BADC-43F5-168AD67731D7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659031825"/>
              </p:ext>
            </p:extLst>
          </p:nvPr>
        </p:nvGraphicFramePr>
        <p:xfrm>
          <a:off x="9276875" y="356575"/>
          <a:ext cx="2251900" cy="966750"/>
        </p:xfrm>
        <a:graphic>
          <a:graphicData uri="http://schemas.openxmlformats.org/drawingml/2006/table">
            <a:tbl>
              <a:tblPr>
                <a:noFill/>
                <a:tableStyleId>{5D3FFA9B-246F-4C0F-8591-A0DC39B6F5D1}</a:tableStyleId>
              </a:tblPr>
              <a:tblGrid>
                <a:gridCol w="11259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259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96675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100" b="1"/>
                        <a:t>TRACK</a:t>
                      </a:r>
                      <a:endParaRPr sz="2100" b="1"/>
                    </a:p>
                  </a:txBody>
                  <a:tcPr marL="91425" marR="91425" marT="91425" marB="91425" anchor="ctr"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2100" b="1" dirty="0">
                          <a:solidFill>
                            <a:srgbClr val="FF0000"/>
                          </a:solidFill>
                        </a:rPr>
                        <a:t>A</a:t>
                      </a:r>
                      <a:endParaRPr sz="2100" dirty="0">
                        <a:solidFill>
                          <a:srgbClr val="FF0000"/>
                        </a:solidFill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3" name="Shape 7">
            <a:extLst>
              <a:ext uri="{FF2B5EF4-FFF2-40B4-BE49-F238E27FC236}">
                <a16:creationId xmlns:a16="http://schemas.microsoft.com/office/drawing/2014/main" id="{D9DBBB26-E313-291D-9FC8-362AEAC00B7C}"/>
              </a:ext>
            </a:extLst>
          </p:cNvPr>
          <p:cNvSpPr/>
          <p:nvPr/>
        </p:nvSpPr>
        <p:spPr>
          <a:xfrm>
            <a:off x="731520" y="1782617"/>
            <a:ext cx="1920240" cy="1828800"/>
          </a:xfrm>
          <a:prstGeom prst="roundRect">
            <a:avLst>
              <a:gd name="adj" fmla="val 4000"/>
            </a:avLst>
          </a:prstGeom>
          <a:solidFill>
            <a:srgbClr val="F8FAFC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IN" sz="1800">
              <a:latin typeface="+mj-lt"/>
            </a:endParaRPr>
          </a:p>
        </p:txBody>
      </p:sp>
      <p:sp>
        <p:nvSpPr>
          <p:cNvPr id="5" name="Text 8">
            <a:extLst>
              <a:ext uri="{FF2B5EF4-FFF2-40B4-BE49-F238E27FC236}">
                <a16:creationId xmlns:a16="http://schemas.microsoft.com/office/drawing/2014/main" id="{0CC34DC6-3D5A-EA11-D381-1060D1C81363}"/>
              </a:ext>
            </a:extLst>
          </p:cNvPr>
          <p:cNvSpPr/>
          <p:nvPr/>
        </p:nvSpPr>
        <p:spPr>
          <a:xfrm>
            <a:off x="868680" y="1919777"/>
            <a:ext cx="3840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4B1F"/>
                </a:solidFill>
                <a:latin typeface="+mj-lt"/>
              </a:rPr>
              <a:t>1</a:t>
            </a:r>
            <a:endParaRPr lang="en-US" sz="2400" dirty="0">
              <a:latin typeface="+mj-lt"/>
            </a:endParaRPr>
          </a:p>
        </p:txBody>
      </p:sp>
      <p:sp>
        <p:nvSpPr>
          <p:cNvPr id="7" name="Text 9">
            <a:extLst>
              <a:ext uri="{FF2B5EF4-FFF2-40B4-BE49-F238E27FC236}">
                <a16:creationId xmlns:a16="http://schemas.microsoft.com/office/drawing/2014/main" id="{B38299C5-83CF-AC8B-5D39-6F21A4D8D392}"/>
              </a:ext>
            </a:extLst>
          </p:cNvPr>
          <p:cNvSpPr/>
          <p:nvPr/>
        </p:nvSpPr>
        <p:spPr>
          <a:xfrm>
            <a:off x="868680" y="2376977"/>
            <a:ext cx="1600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B1B3D"/>
                </a:solidFill>
                <a:latin typeface="+mj-lt"/>
              </a:rPr>
              <a:t>Morning brief</a:t>
            </a:r>
            <a:endParaRPr lang="en-US" sz="1600" dirty="0">
              <a:latin typeface="+mj-lt"/>
            </a:endParaRPr>
          </a:p>
        </p:txBody>
      </p:sp>
      <p:sp>
        <p:nvSpPr>
          <p:cNvPr id="9" name="Text 10">
            <a:extLst>
              <a:ext uri="{FF2B5EF4-FFF2-40B4-BE49-F238E27FC236}">
                <a16:creationId xmlns:a16="http://schemas.microsoft.com/office/drawing/2014/main" id="{771CA359-0471-83A0-B304-95252CD713B6}"/>
              </a:ext>
            </a:extLst>
          </p:cNvPr>
          <p:cNvSpPr/>
          <p:nvPr/>
        </p:nvSpPr>
        <p:spPr>
          <a:xfrm>
            <a:off x="868680" y="2742737"/>
            <a:ext cx="1600200" cy="5943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Autofit/>
          </a:bodyPr>
          <a:lstStyle/>
          <a:p>
            <a:pPr marL="0" indent="0">
              <a:buNone/>
            </a:pPr>
            <a:r>
              <a:rPr lang="en-US" sz="1000" dirty="0">
                <a:solidFill>
                  <a:srgbClr val="475569"/>
                </a:solidFill>
                <a:latin typeface="+mj-lt"/>
              </a:rPr>
              <a:t>Seller opens Signal-to-Action; the Executive Attention Brief shows what changed overnight.</a:t>
            </a:r>
            <a:endParaRPr lang="en-US" sz="1000" dirty="0">
              <a:latin typeface="+mj-lt"/>
            </a:endParaRPr>
          </a:p>
        </p:txBody>
      </p:sp>
      <p:sp>
        <p:nvSpPr>
          <p:cNvPr id="11" name="Shape 11">
            <a:extLst>
              <a:ext uri="{FF2B5EF4-FFF2-40B4-BE49-F238E27FC236}">
                <a16:creationId xmlns:a16="http://schemas.microsoft.com/office/drawing/2014/main" id="{7C97A74A-7913-5D13-DBFD-3F508051B5C0}"/>
              </a:ext>
            </a:extLst>
          </p:cNvPr>
          <p:cNvSpPr/>
          <p:nvPr/>
        </p:nvSpPr>
        <p:spPr>
          <a:xfrm>
            <a:off x="2999232" y="1782617"/>
            <a:ext cx="1920240" cy="1828800"/>
          </a:xfrm>
          <a:prstGeom prst="roundRect">
            <a:avLst>
              <a:gd name="adj" fmla="val 4000"/>
            </a:avLst>
          </a:prstGeom>
          <a:solidFill>
            <a:srgbClr val="FFF4EC"/>
          </a:solidFill>
          <a:ln w="12700">
            <a:solidFill>
              <a:srgbClr val="FED7AA"/>
            </a:solidFill>
            <a:prstDash val="solid"/>
          </a:ln>
        </p:spPr>
        <p:txBody>
          <a:bodyPr/>
          <a:lstStyle/>
          <a:p>
            <a:endParaRPr lang="en-IN" sz="1800">
              <a:latin typeface="+mj-lt"/>
            </a:endParaRPr>
          </a:p>
        </p:txBody>
      </p:sp>
      <p:sp>
        <p:nvSpPr>
          <p:cNvPr id="13" name="Text 12">
            <a:extLst>
              <a:ext uri="{FF2B5EF4-FFF2-40B4-BE49-F238E27FC236}">
                <a16:creationId xmlns:a16="http://schemas.microsoft.com/office/drawing/2014/main" id="{3267CDE8-B949-4459-9AF2-02C750D44D1C}"/>
              </a:ext>
            </a:extLst>
          </p:cNvPr>
          <p:cNvSpPr/>
          <p:nvPr/>
        </p:nvSpPr>
        <p:spPr>
          <a:xfrm>
            <a:off x="3136392" y="1919777"/>
            <a:ext cx="3840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4B1F"/>
                </a:solidFill>
                <a:latin typeface="+mj-lt"/>
              </a:rPr>
              <a:t>2</a:t>
            </a:r>
            <a:endParaRPr lang="en-US" sz="2400" dirty="0">
              <a:latin typeface="+mj-lt"/>
            </a:endParaRPr>
          </a:p>
        </p:txBody>
      </p:sp>
      <p:sp>
        <p:nvSpPr>
          <p:cNvPr id="15" name="Text 13">
            <a:extLst>
              <a:ext uri="{FF2B5EF4-FFF2-40B4-BE49-F238E27FC236}">
                <a16:creationId xmlns:a16="http://schemas.microsoft.com/office/drawing/2014/main" id="{76CFAC02-A64A-3D12-6721-30482D52DA07}"/>
              </a:ext>
            </a:extLst>
          </p:cNvPr>
          <p:cNvSpPr/>
          <p:nvPr/>
        </p:nvSpPr>
        <p:spPr>
          <a:xfrm>
            <a:off x="3136392" y="2376977"/>
            <a:ext cx="1600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B1B3D"/>
                </a:solidFill>
                <a:latin typeface="+mj-lt"/>
              </a:rPr>
              <a:t>Portfolio Pulse</a:t>
            </a:r>
            <a:endParaRPr lang="en-US" sz="1600" dirty="0">
              <a:latin typeface="+mj-lt"/>
            </a:endParaRPr>
          </a:p>
        </p:txBody>
      </p:sp>
      <p:sp>
        <p:nvSpPr>
          <p:cNvPr id="17" name="Text 14">
            <a:extLst>
              <a:ext uri="{FF2B5EF4-FFF2-40B4-BE49-F238E27FC236}">
                <a16:creationId xmlns:a16="http://schemas.microsoft.com/office/drawing/2014/main" id="{91F68CEA-1E6C-A6F8-12F8-9CE9193EAFF4}"/>
              </a:ext>
            </a:extLst>
          </p:cNvPr>
          <p:cNvSpPr/>
          <p:nvPr/>
        </p:nvSpPr>
        <p:spPr>
          <a:xfrm>
            <a:off x="3136392" y="2742737"/>
            <a:ext cx="1600200" cy="5943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Autofit/>
          </a:bodyPr>
          <a:lstStyle/>
          <a:p>
            <a:pPr marL="0" indent="0">
              <a:buNone/>
            </a:pPr>
            <a:r>
              <a:rPr lang="en-US" sz="1000" dirty="0">
                <a:solidFill>
                  <a:srgbClr val="475569"/>
                </a:solidFill>
                <a:latin typeface="+mj-lt"/>
              </a:rPr>
              <a:t>Portfolio Pulse highlights the accounts that moved and why they matter right now.</a:t>
            </a:r>
            <a:endParaRPr lang="en-US" sz="1000" dirty="0">
              <a:latin typeface="+mj-lt"/>
            </a:endParaRPr>
          </a:p>
        </p:txBody>
      </p:sp>
      <p:sp>
        <p:nvSpPr>
          <p:cNvPr id="19" name="Shape 15">
            <a:extLst>
              <a:ext uri="{FF2B5EF4-FFF2-40B4-BE49-F238E27FC236}">
                <a16:creationId xmlns:a16="http://schemas.microsoft.com/office/drawing/2014/main" id="{CD264E42-F702-ABA2-D530-8AADA22525E8}"/>
              </a:ext>
            </a:extLst>
          </p:cNvPr>
          <p:cNvSpPr/>
          <p:nvPr/>
        </p:nvSpPr>
        <p:spPr>
          <a:xfrm>
            <a:off x="5266944" y="1782617"/>
            <a:ext cx="1920240" cy="1828800"/>
          </a:xfrm>
          <a:prstGeom prst="roundRect">
            <a:avLst>
              <a:gd name="adj" fmla="val 4000"/>
            </a:avLst>
          </a:prstGeom>
          <a:solidFill>
            <a:srgbClr val="F8FAFC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IN" sz="1800">
              <a:latin typeface="+mj-lt"/>
            </a:endParaRPr>
          </a:p>
        </p:txBody>
      </p:sp>
      <p:sp>
        <p:nvSpPr>
          <p:cNvPr id="21" name="Text 16">
            <a:extLst>
              <a:ext uri="{FF2B5EF4-FFF2-40B4-BE49-F238E27FC236}">
                <a16:creationId xmlns:a16="http://schemas.microsoft.com/office/drawing/2014/main" id="{17EDEC40-9D87-7D6A-E43B-B15AB95979E3}"/>
              </a:ext>
            </a:extLst>
          </p:cNvPr>
          <p:cNvSpPr/>
          <p:nvPr/>
        </p:nvSpPr>
        <p:spPr>
          <a:xfrm>
            <a:off x="5404104" y="1919777"/>
            <a:ext cx="3840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4B1F"/>
                </a:solidFill>
                <a:latin typeface="+mj-lt"/>
              </a:rPr>
              <a:t>3</a:t>
            </a:r>
            <a:endParaRPr lang="en-US" sz="2400" dirty="0">
              <a:latin typeface="+mj-lt"/>
            </a:endParaRPr>
          </a:p>
        </p:txBody>
      </p:sp>
      <p:sp>
        <p:nvSpPr>
          <p:cNvPr id="23" name="Text 17">
            <a:extLst>
              <a:ext uri="{FF2B5EF4-FFF2-40B4-BE49-F238E27FC236}">
                <a16:creationId xmlns:a16="http://schemas.microsoft.com/office/drawing/2014/main" id="{CB3031B9-4526-A029-F5CC-F5A0DFCD6C0F}"/>
              </a:ext>
            </a:extLst>
          </p:cNvPr>
          <p:cNvSpPr/>
          <p:nvPr/>
        </p:nvSpPr>
        <p:spPr>
          <a:xfrm>
            <a:off x="5404104" y="2376977"/>
            <a:ext cx="1600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B1B3D"/>
                </a:solidFill>
                <a:latin typeface="+mj-lt"/>
              </a:rPr>
              <a:t>Open account</a:t>
            </a:r>
            <a:endParaRPr lang="en-US" sz="1600" dirty="0">
              <a:latin typeface="+mj-lt"/>
            </a:endParaRPr>
          </a:p>
        </p:txBody>
      </p:sp>
      <p:sp>
        <p:nvSpPr>
          <p:cNvPr id="25" name="Text 18">
            <a:extLst>
              <a:ext uri="{FF2B5EF4-FFF2-40B4-BE49-F238E27FC236}">
                <a16:creationId xmlns:a16="http://schemas.microsoft.com/office/drawing/2014/main" id="{97A4B230-D912-0B0C-371C-6FA8527BD5C7}"/>
              </a:ext>
            </a:extLst>
          </p:cNvPr>
          <p:cNvSpPr/>
          <p:nvPr/>
        </p:nvSpPr>
        <p:spPr>
          <a:xfrm>
            <a:off x="5404104" y="2742737"/>
            <a:ext cx="1600200" cy="5943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Autofit/>
          </a:bodyPr>
          <a:lstStyle/>
          <a:p>
            <a:pPr marL="0" indent="0">
              <a:buNone/>
            </a:pPr>
            <a:r>
              <a:rPr lang="en-US" sz="1000" dirty="0">
                <a:solidFill>
                  <a:srgbClr val="475569"/>
                </a:solidFill>
                <a:latin typeface="+mj-lt"/>
              </a:rPr>
              <a:t>The Workspace opens the top account; Evidence Intelligence explains the why behind the score.</a:t>
            </a:r>
            <a:endParaRPr lang="en-US" sz="1000" dirty="0">
              <a:latin typeface="+mj-lt"/>
            </a:endParaRPr>
          </a:p>
        </p:txBody>
      </p:sp>
      <p:sp>
        <p:nvSpPr>
          <p:cNvPr id="27" name="Shape 19">
            <a:extLst>
              <a:ext uri="{FF2B5EF4-FFF2-40B4-BE49-F238E27FC236}">
                <a16:creationId xmlns:a16="http://schemas.microsoft.com/office/drawing/2014/main" id="{CB6BF9DB-338A-4EBD-DFED-A7722466D7A3}"/>
              </a:ext>
            </a:extLst>
          </p:cNvPr>
          <p:cNvSpPr/>
          <p:nvPr/>
        </p:nvSpPr>
        <p:spPr>
          <a:xfrm>
            <a:off x="7534656" y="1782617"/>
            <a:ext cx="1920240" cy="1828800"/>
          </a:xfrm>
          <a:prstGeom prst="roundRect">
            <a:avLst>
              <a:gd name="adj" fmla="val 4000"/>
            </a:avLst>
          </a:prstGeom>
          <a:solidFill>
            <a:srgbClr val="FFF4EC"/>
          </a:solidFill>
          <a:ln w="12700">
            <a:solidFill>
              <a:srgbClr val="FED7AA"/>
            </a:solidFill>
            <a:prstDash val="solid"/>
          </a:ln>
        </p:spPr>
        <p:txBody>
          <a:bodyPr/>
          <a:lstStyle/>
          <a:p>
            <a:endParaRPr lang="en-IN" sz="1800">
              <a:latin typeface="+mj-lt"/>
            </a:endParaRPr>
          </a:p>
        </p:txBody>
      </p:sp>
      <p:sp>
        <p:nvSpPr>
          <p:cNvPr id="29" name="Text 20">
            <a:extLst>
              <a:ext uri="{FF2B5EF4-FFF2-40B4-BE49-F238E27FC236}">
                <a16:creationId xmlns:a16="http://schemas.microsoft.com/office/drawing/2014/main" id="{E9114E60-184C-E792-58E8-4E9125203A60}"/>
              </a:ext>
            </a:extLst>
          </p:cNvPr>
          <p:cNvSpPr/>
          <p:nvPr/>
        </p:nvSpPr>
        <p:spPr>
          <a:xfrm>
            <a:off x="7671816" y="1919777"/>
            <a:ext cx="3840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4B1F"/>
                </a:solidFill>
                <a:latin typeface="+mj-lt"/>
              </a:rPr>
              <a:t>4</a:t>
            </a:r>
            <a:endParaRPr lang="en-US" sz="2400" dirty="0">
              <a:latin typeface="+mj-lt"/>
            </a:endParaRPr>
          </a:p>
        </p:txBody>
      </p:sp>
      <p:sp>
        <p:nvSpPr>
          <p:cNvPr id="31" name="Text 21">
            <a:extLst>
              <a:ext uri="{FF2B5EF4-FFF2-40B4-BE49-F238E27FC236}">
                <a16:creationId xmlns:a16="http://schemas.microsoft.com/office/drawing/2014/main" id="{1128FE77-CF70-EAB6-04DF-E8E7327A7FAA}"/>
              </a:ext>
            </a:extLst>
          </p:cNvPr>
          <p:cNvSpPr/>
          <p:nvPr/>
        </p:nvSpPr>
        <p:spPr>
          <a:xfrm>
            <a:off x="7671816" y="2376977"/>
            <a:ext cx="1600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B1B3D"/>
                </a:solidFill>
                <a:latin typeface="+mj-lt"/>
              </a:rPr>
              <a:t>Approve</a:t>
            </a:r>
            <a:endParaRPr lang="en-US" sz="1600" dirty="0">
              <a:latin typeface="+mj-lt"/>
            </a:endParaRPr>
          </a:p>
        </p:txBody>
      </p:sp>
      <p:sp>
        <p:nvSpPr>
          <p:cNvPr id="33" name="Text 22">
            <a:extLst>
              <a:ext uri="{FF2B5EF4-FFF2-40B4-BE49-F238E27FC236}">
                <a16:creationId xmlns:a16="http://schemas.microsoft.com/office/drawing/2014/main" id="{C3856568-CEC7-40B5-EAB4-CA7F08ACA032}"/>
              </a:ext>
            </a:extLst>
          </p:cNvPr>
          <p:cNvSpPr/>
          <p:nvPr/>
        </p:nvSpPr>
        <p:spPr>
          <a:xfrm>
            <a:off x="7671816" y="2742737"/>
            <a:ext cx="1600200" cy="5943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000" dirty="0">
                <a:solidFill>
                  <a:srgbClr val="475569"/>
                </a:solidFill>
                <a:latin typeface="+mj-lt"/>
              </a:rPr>
              <a:t>Recommendation reviewed; the seller approves, edits, or rejects with full evidence in view.</a:t>
            </a:r>
            <a:endParaRPr lang="en-US" sz="1000" dirty="0">
              <a:latin typeface="+mj-lt"/>
            </a:endParaRPr>
          </a:p>
        </p:txBody>
      </p:sp>
      <p:sp>
        <p:nvSpPr>
          <p:cNvPr id="35" name="Shape 23">
            <a:extLst>
              <a:ext uri="{FF2B5EF4-FFF2-40B4-BE49-F238E27FC236}">
                <a16:creationId xmlns:a16="http://schemas.microsoft.com/office/drawing/2014/main" id="{C49AC626-B0E0-605A-F7FF-93DA83732A48}"/>
              </a:ext>
            </a:extLst>
          </p:cNvPr>
          <p:cNvSpPr/>
          <p:nvPr/>
        </p:nvSpPr>
        <p:spPr>
          <a:xfrm>
            <a:off x="9802368" y="1782617"/>
            <a:ext cx="1920240" cy="1828800"/>
          </a:xfrm>
          <a:prstGeom prst="roundRect">
            <a:avLst>
              <a:gd name="adj" fmla="val 4000"/>
            </a:avLst>
          </a:prstGeom>
          <a:solidFill>
            <a:srgbClr val="F8FAFC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IN" sz="1800">
              <a:latin typeface="+mj-lt"/>
            </a:endParaRPr>
          </a:p>
        </p:txBody>
      </p:sp>
      <p:sp>
        <p:nvSpPr>
          <p:cNvPr id="37" name="Text 24">
            <a:extLst>
              <a:ext uri="{FF2B5EF4-FFF2-40B4-BE49-F238E27FC236}">
                <a16:creationId xmlns:a16="http://schemas.microsoft.com/office/drawing/2014/main" id="{4A5C6C5C-7139-70F1-1EDC-1D415FDB55E2}"/>
              </a:ext>
            </a:extLst>
          </p:cNvPr>
          <p:cNvSpPr/>
          <p:nvPr/>
        </p:nvSpPr>
        <p:spPr>
          <a:xfrm>
            <a:off x="9939528" y="1919777"/>
            <a:ext cx="3840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4B1F"/>
                </a:solidFill>
                <a:latin typeface="+mj-lt"/>
              </a:rPr>
              <a:t>5</a:t>
            </a:r>
            <a:endParaRPr lang="en-US" sz="2400" dirty="0">
              <a:latin typeface="+mj-lt"/>
            </a:endParaRPr>
          </a:p>
        </p:txBody>
      </p:sp>
      <p:sp>
        <p:nvSpPr>
          <p:cNvPr id="39" name="Text 25">
            <a:extLst>
              <a:ext uri="{FF2B5EF4-FFF2-40B4-BE49-F238E27FC236}">
                <a16:creationId xmlns:a16="http://schemas.microsoft.com/office/drawing/2014/main" id="{DF411972-AB0F-6728-10E7-DDD020010F0F}"/>
              </a:ext>
            </a:extLst>
          </p:cNvPr>
          <p:cNvSpPr/>
          <p:nvPr/>
        </p:nvSpPr>
        <p:spPr>
          <a:xfrm>
            <a:off x="9939528" y="2376977"/>
            <a:ext cx="1600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B1B3D"/>
                </a:solidFill>
                <a:latin typeface="+mj-lt"/>
              </a:rPr>
              <a:t>Execute &amp; capture</a:t>
            </a:r>
            <a:endParaRPr lang="en-US" sz="1600" dirty="0">
              <a:latin typeface="+mj-lt"/>
            </a:endParaRPr>
          </a:p>
        </p:txBody>
      </p:sp>
      <p:sp>
        <p:nvSpPr>
          <p:cNvPr id="41" name="Text 26">
            <a:extLst>
              <a:ext uri="{FF2B5EF4-FFF2-40B4-BE49-F238E27FC236}">
                <a16:creationId xmlns:a16="http://schemas.microsoft.com/office/drawing/2014/main" id="{0736E78C-5CE8-F947-6FED-75A97799A25E}"/>
              </a:ext>
            </a:extLst>
          </p:cNvPr>
          <p:cNvSpPr/>
          <p:nvPr/>
        </p:nvSpPr>
        <p:spPr>
          <a:xfrm>
            <a:off x="9939528" y="2742737"/>
            <a:ext cx="1600200" cy="5943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Autofit/>
          </a:bodyPr>
          <a:lstStyle/>
          <a:p>
            <a:pPr marL="0" indent="0">
              <a:buNone/>
            </a:pPr>
            <a:r>
              <a:rPr lang="en-US" sz="1000" dirty="0">
                <a:solidFill>
                  <a:srgbClr val="475569"/>
                </a:solidFill>
                <a:latin typeface="+mj-lt"/>
              </a:rPr>
              <a:t>Revenue Execution Center orchestrates the action; outcome captured; Decision Ledger updated.</a:t>
            </a:r>
            <a:endParaRPr lang="en-US" sz="1000" dirty="0">
              <a:latin typeface="+mj-lt"/>
            </a:endParaRPr>
          </a:p>
        </p:txBody>
      </p:sp>
      <p:sp>
        <p:nvSpPr>
          <p:cNvPr id="43" name="Text 27">
            <a:extLst>
              <a:ext uri="{FF2B5EF4-FFF2-40B4-BE49-F238E27FC236}">
                <a16:creationId xmlns:a16="http://schemas.microsoft.com/office/drawing/2014/main" id="{EE42F9EE-1B6D-E553-55BB-04EE85C9AEE8}"/>
              </a:ext>
            </a:extLst>
          </p:cNvPr>
          <p:cNvSpPr/>
          <p:nvPr/>
        </p:nvSpPr>
        <p:spPr>
          <a:xfrm>
            <a:off x="868680" y="4309781"/>
            <a:ext cx="1920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FF4B1F"/>
                </a:solidFill>
                <a:latin typeface="+mj-lt"/>
              </a:rPr>
              <a:t>In the live demo</a:t>
            </a:r>
            <a:endParaRPr lang="en-US" dirty="0">
              <a:latin typeface="+mj-lt"/>
            </a:endParaRPr>
          </a:p>
        </p:txBody>
      </p:sp>
      <p:sp>
        <p:nvSpPr>
          <p:cNvPr id="45" name="Text 28">
            <a:extLst>
              <a:ext uri="{FF2B5EF4-FFF2-40B4-BE49-F238E27FC236}">
                <a16:creationId xmlns:a16="http://schemas.microsoft.com/office/drawing/2014/main" id="{EA60854F-4807-D652-B59E-89251E37F2B7}"/>
              </a:ext>
            </a:extLst>
          </p:cNvPr>
          <p:cNvSpPr/>
          <p:nvPr/>
        </p:nvSpPr>
        <p:spPr>
          <a:xfrm>
            <a:off x="868680" y="4538381"/>
            <a:ext cx="10424160" cy="8229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Autofit/>
          </a:bodyPr>
          <a:lstStyle/>
          <a:p>
            <a:r>
              <a:rPr lang="en-US" dirty="0">
                <a:solidFill>
                  <a:srgbClr val="111827"/>
                </a:solidFill>
                <a:latin typeface="+mj-lt"/>
                <a:ea typeface="Aptos" pitchFamily="34" charset="-122"/>
                <a:cs typeface="Aptos" pitchFamily="34" charset="-120"/>
              </a:rPr>
              <a:t>Live on production: 99 accounts, 108 signals, 6 agents, and 10 ranked recommendations.</a:t>
            </a:r>
            <a:endParaRPr lang="en-US" dirty="0">
              <a:latin typeface="+mj-lt"/>
            </a:endParaRPr>
          </a:p>
          <a:p>
            <a:r>
              <a:rPr lang="en-US" dirty="0">
                <a:solidFill>
                  <a:srgbClr val="111827"/>
                </a:solidFill>
                <a:latin typeface="+mj-lt"/>
                <a:ea typeface="Aptos" pitchFamily="34" charset="-122"/>
                <a:cs typeface="Aptos" pitchFamily="34" charset="-120"/>
              </a:rPr>
              <a:t>Every recommendation carries evidence, confidence, caveats, and a hard human-approval gate.</a:t>
            </a:r>
            <a:endParaRPr lang="en-US" dirty="0">
              <a:latin typeface="+mj-lt"/>
            </a:endParaRPr>
          </a:p>
          <a:p>
            <a:r>
              <a:rPr lang="en-US" dirty="0">
                <a:solidFill>
                  <a:srgbClr val="111827"/>
                </a:solidFill>
                <a:latin typeface="+mj-lt"/>
                <a:ea typeface="Aptos" pitchFamily="34" charset="-122"/>
                <a:cs typeface="Aptos" pitchFamily="34" charset="-120"/>
              </a:rPr>
              <a:t>Signal → brief → recommendation → approval → execution → outcome → ledger, end to end.</a:t>
            </a:r>
            <a:endParaRPr lang="en-US" dirty="0">
              <a:latin typeface="+mj-lt"/>
            </a:endParaRPr>
          </a:p>
        </p:txBody>
      </p:sp>
      <p:sp>
        <p:nvSpPr>
          <p:cNvPr id="47" name="Text 2">
            <a:extLst>
              <a:ext uri="{FF2B5EF4-FFF2-40B4-BE49-F238E27FC236}">
                <a16:creationId xmlns:a16="http://schemas.microsoft.com/office/drawing/2014/main" id="{EFC81C5E-C080-581C-A6AF-7312D5A9E6F5}"/>
              </a:ext>
            </a:extLst>
          </p:cNvPr>
          <p:cNvSpPr/>
          <p:nvPr/>
        </p:nvSpPr>
        <p:spPr>
          <a:xfrm>
            <a:off x="575241" y="649913"/>
            <a:ext cx="10561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475569"/>
                </a:solidFill>
                <a:latin typeface="+mj-lt"/>
                <a:ea typeface="Aptos" pitchFamily="34" charset="-122"/>
                <a:cs typeface="Aptos" pitchFamily="34" charset="-120"/>
              </a:rPr>
              <a:t>A concrete enterprise workflow that reviewers can understand in five minutes.</a:t>
            </a:r>
            <a:endParaRPr lang="en-US" sz="1250" dirty="0"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298978354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4" name="Google Shape;514;g3e23138d502_0_1321"/>
          <p:cNvSpPr txBox="1">
            <a:spLocks noGrp="1"/>
          </p:cNvSpPr>
          <p:nvPr>
            <p:ph type="ctrTitle"/>
          </p:nvPr>
        </p:nvSpPr>
        <p:spPr>
          <a:xfrm>
            <a:off x="457200" y="384048"/>
            <a:ext cx="11274552" cy="7315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0475" tIns="15225" rIns="30475" bIns="15225" anchor="t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900"/>
              <a:buFont typeface="NVIDIA Sans"/>
              <a:buNone/>
            </a:pPr>
            <a:r>
              <a:rPr sz="3000" b="1">
                <a:solidFill>
                  <a:srgbClr val="0B1B3D"/>
                </a:solidFill>
                <a:latin typeface="NVIDIA Sans"/>
              </a:rPr>
              <a:t>The executive morning brief — live</a:t>
            </a:r>
            <a:endParaRPr/>
          </a:p>
        </p:txBody>
      </p:sp>
      <p:sp>
        <p:nvSpPr>
          <p:cNvPr id="515" name="Google Shape;515;g3e23138d502_0_1321"/>
          <p:cNvSpPr txBox="1">
            <a:spLocks noGrp="1"/>
          </p:cNvSpPr>
          <p:nvPr>
            <p:ph type="subTitle" idx="1"/>
          </p:nvPr>
        </p:nvSpPr>
        <p:spPr>
          <a:xfrm>
            <a:off x="475488" y="1115568"/>
            <a:ext cx="8229600" cy="3108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0475" tIns="15225" rIns="30475" bIns="15225" anchor="t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Arial"/>
              <a:buNone/>
            </a:pPr>
            <a:r>
              <a:rPr sz="1250" b="1">
                <a:solidFill>
                  <a:srgbClr val="FF4B1F"/>
                </a:solidFill>
                <a:latin typeface="NVIDIA Sans"/>
              </a:rPr>
              <a:t>EXECUTIVE COMMAND CENTER  ·  ON PRODUCTION TODAY</a:t>
            </a:r>
            <a:endParaRPr>
              <a:solidFill>
                <a:schemeClr val="dk1"/>
              </a:solidFill>
            </a:endParaRPr>
          </a:p>
        </p:txBody>
      </p:sp>
      <p:pic>
        <p:nvPicPr>
          <p:cNvPr id="516" name="Google Shape;516;g3e23138d502_0_1321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379026" y="6105425"/>
            <a:ext cx="1980568" cy="5679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17" name="Picture 516" descr="execA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517904"/>
            <a:ext cx="6766560" cy="4404415"/>
          </a:xfrm>
          <a:prstGeom prst="rect">
            <a:avLst/>
          </a:prstGeom>
          <a:ln w="15875">
            <a:solidFill>
              <a:srgbClr val="CBD5E1"/>
            </a:solidFill>
          </a:ln>
        </p:spPr>
      </p:pic>
      <p:sp>
        <p:nvSpPr>
          <p:cNvPr id="518" name="Rounded Rectangle 517"/>
          <p:cNvSpPr/>
          <p:nvPr/>
        </p:nvSpPr>
        <p:spPr>
          <a:xfrm>
            <a:off x="7543800" y="1517904"/>
            <a:ext cx="4206240" cy="1325880"/>
          </a:xfrm>
          <a:prstGeom prst="roundRect">
            <a:avLst>
              <a:gd name="adj" fmla="val 5500"/>
            </a:avLst>
          </a:prstGeom>
          <a:solidFill>
            <a:srgbClr val="F8FAFC"/>
          </a:solidFill>
          <a:ln w="1270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55448" tIns="91440" rIns="137160" bIns="91440" rtlCol="0" anchor="ctr"/>
          <a:lstStyle/>
          <a:p>
            <a:pPr algn="ctr"/>
            <a:r>
              <a:rPr sz="1300" b="1">
                <a:solidFill>
                  <a:srgbClr val="0B1B3D"/>
                </a:solidFill>
                <a:latin typeface="NVIDIA Sans"/>
              </a:rPr>
              <a:t>Executive Attention Brief</a:t>
            </a:r>
          </a:p>
          <a:p>
            <a:pPr>
              <a:spcBef>
                <a:spcPts val="300"/>
              </a:spcBef>
            </a:pPr>
            <a:r>
              <a:rPr sz="1050" b="0">
                <a:solidFill>
                  <a:srgbClr val="475569"/>
                </a:solidFill>
                <a:latin typeface="NVIDIA Sans"/>
              </a:rPr>
              <a:t>What changed overnight, why it matters, and what to do — ranked across all 99 accounts.</a:t>
            </a:r>
          </a:p>
        </p:txBody>
      </p:sp>
      <p:sp>
        <p:nvSpPr>
          <p:cNvPr id="519" name="Rounded Rectangle 518"/>
          <p:cNvSpPr/>
          <p:nvPr/>
        </p:nvSpPr>
        <p:spPr>
          <a:xfrm>
            <a:off x="7543800" y="2953512"/>
            <a:ext cx="4206240" cy="1325880"/>
          </a:xfrm>
          <a:prstGeom prst="roundRect">
            <a:avLst>
              <a:gd name="adj" fmla="val 5500"/>
            </a:avLst>
          </a:prstGeom>
          <a:solidFill>
            <a:srgbClr val="F8FAFC"/>
          </a:solidFill>
          <a:ln w="1270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55448" tIns="91440" rIns="137160" bIns="91440" rtlCol="0" anchor="ctr"/>
          <a:lstStyle/>
          <a:p>
            <a:pPr algn="ctr"/>
            <a:r>
              <a:rPr sz="1300" b="1">
                <a:solidFill>
                  <a:srgbClr val="0B1B3D"/>
                </a:solidFill>
                <a:latin typeface="NVIDIA Sans"/>
              </a:rPr>
              <a:t>Portfolio Pulse</a:t>
            </a:r>
          </a:p>
          <a:p>
            <a:pPr>
              <a:spcBef>
                <a:spcPts val="300"/>
              </a:spcBef>
            </a:pPr>
            <a:r>
              <a:rPr sz="1050" b="0">
                <a:solidFill>
                  <a:srgbClr val="475569"/>
                </a:solidFill>
                <a:latin typeface="NVIDIA Sans"/>
              </a:rPr>
              <a:t>₹96L at risk and ₹57L expansion surfaced in a single executive snapshot.</a:t>
            </a:r>
          </a:p>
        </p:txBody>
      </p:sp>
      <p:sp>
        <p:nvSpPr>
          <p:cNvPr id="520" name="Rounded Rectangle 519"/>
          <p:cNvSpPr/>
          <p:nvPr/>
        </p:nvSpPr>
        <p:spPr>
          <a:xfrm>
            <a:off x="7543800" y="4389120"/>
            <a:ext cx="4206240" cy="1325880"/>
          </a:xfrm>
          <a:prstGeom prst="roundRect">
            <a:avLst>
              <a:gd name="adj" fmla="val 5500"/>
            </a:avLst>
          </a:prstGeom>
          <a:solidFill>
            <a:srgbClr val="F8FAFC"/>
          </a:solidFill>
          <a:ln w="1270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55448" tIns="91440" rIns="137160" bIns="91440" rtlCol="0" anchor="ctr"/>
          <a:lstStyle/>
          <a:p>
            <a:pPr algn="ctr"/>
            <a:r>
              <a:rPr sz="1300" b="1">
                <a:solidFill>
                  <a:srgbClr val="0B1B3D"/>
                </a:solidFill>
                <a:latin typeface="NVIDIA Sans"/>
              </a:rPr>
              <a:t>Human approval gate</a:t>
            </a:r>
          </a:p>
          <a:p>
            <a:pPr>
              <a:spcBef>
                <a:spcPts val="300"/>
              </a:spcBef>
            </a:pPr>
            <a:r>
              <a:rPr sz="1050" b="0">
                <a:solidFill>
                  <a:srgbClr val="475569"/>
                </a:solidFill>
                <a:latin typeface="NVIDIA Sans"/>
              </a:rPr>
              <a:t>Every next action carries a confidence score and waits for explicit seller approval.</a:t>
            </a:r>
          </a:p>
        </p:txBody>
      </p:sp>
      <p:sp>
        <p:nvSpPr>
          <p:cNvPr id="521" name="Rounded Rectangle 520"/>
          <p:cNvSpPr/>
          <p:nvPr/>
        </p:nvSpPr>
        <p:spPr>
          <a:xfrm>
            <a:off x="7543800" y="5806440"/>
            <a:ext cx="2788920" cy="329184"/>
          </a:xfrm>
          <a:prstGeom prst="roundRect">
            <a:avLst>
              <a:gd name="adj" fmla="val 50000"/>
            </a:avLst>
          </a:prstGeom>
          <a:solidFill>
            <a:srgbClr val="76B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tIns="18288" bIns="18288" rtlCol="0" anchor="ctr"/>
          <a:lstStyle/>
          <a:p>
            <a:pPr algn="ctr"/>
            <a:r>
              <a:rPr sz="1050" b="1">
                <a:solidFill>
                  <a:srgbClr val="FFFFFF"/>
                </a:solidFill>
                <a:latin typeface="NVIDIA Sans"/>
              </a:rPr>
              <a:t>●  LIVE ON PRODUCTION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21">
          <a:extLst>
            <a:ext uri="{FF2B5EF4-FFF2-40B4-BE49-F238E27FC236}">
              <a16:creationId xmlns:a16="http://schemas.microsoft.com/office/drawing/2014/main" id="{BC2A5875-15A8-2854-F694-75E9869189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22" name="Google Shape;522;g3e23138d502_0_1283">
            <a:extLst>
              <a:ext uri="{FF2B5EF4-FFF2-40B4-BE49-F238E27FC236}">
                <a16:creationId xmlns:a16="http://schemas.microsoft.com/office/drawing/2014/main" id="{B91D4B8D-3825-4960-B45F-F49B20B9B956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79026" y="6105425"/>
            <a:ext cx="1980568" cy="567900"/>
          </a:xfrm>
          <a:prstGeom prst="rect">
            <a:avLst/>
          </a:prstGeom>
          <a:noFill/>
          <a:ln>
            <a:noFill/>
          </a:ln>
        </p:spPr>
      </p:pic>
      <p:sp>
        <p:nvSpPr>
          <p:cNvPr id="523" name="Google Shape;523;g3e23138d502_0_1283">
            <a:extLst>
              <a:ext uri="{FF2B5EF4-FFF2-40B4-BE49-F238E27FC236}">
                <a16:creationId xmlns:a16="http://schemas.microsoft.com/office/drawing/2014/main" id="{9D43D541-E288-0BFF-9A09-34445C3076AD}"/>
              </a:ext>
            </a:extLst>
          </p:cNvPr>
          <p:cNvSpPr txBox="1"/>
          <p:nvPr/>
        </p:nvSpPr>
        <p:spPr>
          <a:xfrm>
            <a:off x="1221698" y="2609800"/>
            <a:ext cx="97662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rgbClr val="FFFFFF"/>
                </a:solidFill>
                <a:latin typeface="Corbel"/>
                <a:ea typeface="Corbel"/>
                <a:cs typeface="Corbel"/>
                <a:sym typeface="Corbel"/>
              </a:rPr>
              <a:t xml:space="preserve"> 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4" name="Google Shape;524;g3e23138d502_0_1283">
            <a:extLst>
              <a:ext uri="{FF2B5EF4-FFF2-40B4-BE49-F238E27FC236}">
                <a16:creationId xmlns:a16="http://schemas.microsoft.com/office/drawing/2014/main" id="{B8D799C4-FC90-3666-D86F-BF01E069446A}"/>
              </a:ext>
            </a:extLst>
          </p:cNvPr>
          <p:cNvSpPr txBox="1"/>
          <p:nvPr/>
        </p:nvSpPr>
        <p:spPr>
          <a:xfrm>
            <a:off x="685800" y="481670"/>
            <a:ext cx="7034400" cy="70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dirty="0">
                <a:solidFill>
                  <a:srgbClr val="000000"/>
                </a:solidFill>
              </a:rPr>
              <a:t>Dataset for training and inferencing</a:t>
            </a:r>
          </a:p>
          <a:p>
            <a:pPr marL="0" lvl="0" indent="0" algn="l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600" b="1" dirty="0">
              <a:solidFill>
                <a:srgbClr val="000000"/>
              </a:solidFill>
            </a:endParaRPr>
          </a:p>
        </p:txBody>
      </p:sp>
      <p:sp>
        <p:nvSpPr>
          <p:cNvPr id="525" name="Google Shape;525;g3e23138d502_0_1283">
            <a:extLst>
              <a:ext uri="{FF2B5EF4-FFF2-40B4-BE49-F238E27FC236}">
                <a16:creationId xmlns:a16="http://schemas.microsoft.com/office/drawing/2014/main" id="{96EDB67C-7EA1-C64D-207D-E0A949706A2C}"/>
              </a:ext>
            </a:extLst>
          </p:cNvPr>
          <p:cNvSpPr txBox="1"/>
          <p:nvPr/>
        </p:nvSpPr>
        <p:spPr>
          <a:xfrm>
            <a:off x="1186650" y="1609650"/>
            <a:ext cx="9818700" cy="5231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285750" marR="0" lvl="0" indent="-171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orbel"/>
              <a:buNone/>
            </a:pP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526" name="Google Shape;526;g3e23138d502_0_1283">
            <a:extLst>
              <a:ext uri="{FF2B5EF4-FFF2-40B4-BE49-F238E27FC236}">
                <a16:creationId xmlns:a16="http://schemas.microsoft.com/office/drawing/2014/main" id="{5DD0B0BB-BB8A-1635-2AB8-F78EACC4F426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878096462"/>
              </p:ext>
            </p:extLst>
          </p:nvPr>
        </p:nvGraphicFramePr>
        <p:xfrm>
          <a:off x="9276875" y="356575"/>
          <a:ext cx="2251900" cy="966750"/>
        </p:xfrm>
        <a:graphic>
          <a:graphicData uri="http://schemas.openxmlformats.org/drawingml/2006/table">
            <a:tbl>
              <a:tblPr>
                <a:noFill/>
                <a:tableStyleId>{5D3FFA9B-246F-4C0F-8591-A0DC39B6F5D1}</a:tableStyleId>
              </a:tblPr>
              <a:tblGrid>
                <a:gridCol w="11259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259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96675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100" b="1"/>
                        <a:t>TRACK</a:t>
                      </a:r>
                      <a:endParaRPr sz="2100" b="1"/>
                    </a:p>
                  </a:txBody>
                  <a:tcPr marL="91425" marR="91425" marT="91425" marB="91425" anchor="ctr"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2100" b="1" dirty="0">
                          <a:solidFill>
                            <a:srgbClr val="FF0000"/>
                          </a:solidFill>
                        </a:rPr>
                        <a:t>A</a:t>
                      </a:r>
                      <a:endParaRPr sz="2100" dirty="0">
                        <a:solidFill>
                          <a:srgbClr val="FF0000"/>
                        </a:solidFill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3" name="Shape 7">
            <a:extLst>
              <a:ext uri="{FF2B5EF4-FFF2-40B4-BE49-F238E27FC236}">
                <a16:creationId xmlns:a16="http://schemas.microsoft.com/office/drawing/2014/main" id="{85FBDDD8-20B2-989B-72DD-2EB21595AFF1}"/>
              </a:ext>
            </a:extLst>
          </p:cNvPr>
          <p:cNvSpPr/>
          <p:nvPr/>
        </p:nvSpPr>
        <p:spPr>
          <a:xfrm>
            <a:off x="685800" y="1932245"/>
            <a:ext cx="3429000" cy="1325880"/>
          </a:xfrm>
          <a:prstGeom prst="roundRect">
            <a:avLst>
              <a:gd name="adj" fmla="val 5517"/>
            </a:avLst>
          </a:prstGeom>
          <a:solidFill>
            <a:srgbClr val="FFF4EC"/>
          </a:solidFill>
          <a:ln w="12700">
            <a:solidFill>
              <a:srgbClr val="FED7AA"/>
            </a:solidFill>
            <a:prstDash val="solid"/>
          </a:ln>
        </p:spPr>
        <p:txBody>
          <a:bodyPr/>
          <a:lstStyle/>
          <a:p>
            <a:endParaRPr lang="en-IN" sz="2000">
              <a:latin typeface="+mj-lt"/>
            </a:endParaRPr>
          </a:p>
        </p:txBody>
      </p:sp>
      <p:sp>
        <p:nvSpPr>
          <p:cNvPr id="5" name="Text 8">
            <a:extLst>
              <a:ext uri="{FF2B5EF4-FFF2-40B4-BE49-F238E27FC236}">
                <a16:creationId xmlns:a16="http://schemas.microsoft.com/office/drawing/2014/main" id="{08A518D0-25CF-C77F-0ABC-4D4252763E5F}"/>
              </a:ext>
            </a:extLst>
          </p:cNvPr>
          <p:cNvSpPr/>
          <p:nvPr/>
        </p:nvSpPr>
        <p:spPr>
          <a:xfrm>
            <a:off x="850392" y="2069405"/>
            <a:ext cx="30998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0B1B3D"/>
                </a:solidFill>
                <a:latin typeface="+mj-lt"/>
                <a:ea typeface="Aptos" pitchFamily="34" charset="-122"/>
                <a:cs typeface="Aptos" pitchFamily="34" charset="-120"/>
              </a:rPr>
              <a:t>Live dataset</a:t>
            </a:r>
            <a:endParaRPr lang="en-US" dirty="0">
              <a:latin typeface="+mj-lt"/>
            </a:endParaRPr>
          </a:p>
        </p:txBody>
      </p:sp>
      <p:sp>
        <p:nvSpPr>
          <p:cNvPr id="7" name="Text 9">
            <a:extLst>
              <a:ext uri="{FF2B5EF4-FFF2-40B4-BE49-F238E27FC236}">
                <a16:creationId xmlns:a16="http://schemas.microsoft.com/office/drawing/2014/main" id="{953D8C84-BA4A-E3FE-276C-C603AE1A319A}"/>
              </a:ext>
            </a:extLst>
          </p:cNvPr>
          <p:cNvSpPr/>
          <p:nvPr/>
        </p:nvSpPr>
        <p:spPr>
          <a:xfrm>
            <a:off x="850392" y="2343725"/>
            <a:ext cx="3099816" cy="7955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Autofit/>
          </a:bodyPr>
          <a:lstStyle/>
          <a:p>
            <a:pPr marL="0" indent="0">
              <a:buNone/>
            </a:pPr>
            <a:r>
              <a:rPr lang="en-US" sz="1100" dirty="0">
                <a:solidFill>
                  <a:srgbClr val="475569"/>
                </a:solidFill>
                <a:latin typeface="+mj-lt"/>
                <a:ea typeface="Aptos" pitchFamily="34" charset="-122"/>
                <a:cs typeface="Aptos" pitchFamily="34" charset="-120"/>
              </a:rPr>
              <a:t>Synthetic SMB accounts plus a connected HubSpot test CRM: account profile, spend trend, engagement, support, product usage, campaign response, segment, and follow-up history.</a:t>
            </a:r>
            <a:endParaRPr lang="en-US" sz="1100" dirty="0">
              <a:latin typeface="+mj-lt"/>
            </a:endParaRPr>
          </a:p>
        </p:txBody>
      </p:sp>
      <p:sp>
        <p:nvSpPr>
          <p:cNvPr id="9" name="Shape 10">
            <a:extLst>
              <a:ext uri="{FF2B5EF4-FFF2-40B4-BE49-F238E27FC236}">
                <a16:creationId xmlns:a16="http://schemas.microsoft.com/office/drawing/2014/main" id="{5B714DE0-046C-2C5A-A0B3-A5E958C41A96}"/>
              </a:ext>
            </a:extLst>
          </p:cNvPr>
          <p:cNvSpPr/>
          <p:nvPr/>
        </p:nvSpPr>
        <p:spPr>
          <a:xfrm>
            <a:off x="4389120" y="1932245"/>
            <a:ext cx="3429000" cy="1325880"/>
          </a:xfrm>
          <a:prstGeom prst="roundRect">
            <a:avLst>
              <a:gd name="adj" fmla="val 5517"/>
            </a:avLst>
          </a:prstGeom>
          <a:solidFill>
            <a:srgbClr val="F8FAFC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IN" sz="2000">
              <a:latin typeface="+mj-lt"/>
            </a:endParaRPr>
          </a:p>
        </p:txBody>
      </p:sp>
      <p:sp>
        <p:nvSpPr>
          <p:cNvPr id="11" name="Text 11">
            <a:extLst>
              <a:ext uri="{FF2B5EF4-FFF2-40B4-BE49-F238E27FC236}">
                <a16:creationId xmlns:a16="http://schemas.microsoft.com/office/drawing/2014/main" id="{2A4996B3-836D-FFE1-0D98-D60F5C80F245}"/>
              </a:ext>
            </a:extLst>
          </p:cNvPr>
          <p:cNvSpPr/>
          <p:nvPr/>
        </p:nvSpPr>
        <p:spPr>
          <a:xfrm>
            <a:off x="4553712" y="2069405"/>
            <a:ext cx="30998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0B1B3D"/>
                </a:solidFill>
                <a:latin typeface="+mj-lt"/>
                <a:ea typeface="Aptos" pitchFamily="34" charset="-122"/>
                <a:cs typeface="Aptos" pitchFamily="34" charset="-120"/>
              </a:rPr>
              <a:t>Current scale</a:t>
            </a:r>
            <a:endParaRPr lang="en-US" dirty="0">
              <a:latin typeface="+mj-lt"/>
            </a:endParaRPr>
          </a:p>
        </p:txBody>
      </p:sp>
      <p:sp>
        <p:nvSpPr>
          <p:cNvPr id="13" name="Text 12">
            <a:extLst>
              <a:ext uri="{FF2B5EF4-FFF2-40B4-BE49-F238E27FC236}">
                <a16:creationId xmlns:a16="http://schemas.microsoft.com/office/drawing/2014/main" id="{6F69770E-9C6A-7E11-4F4D-4A7FD17EFC6E}"/>
              </a:ext>
            </a:extLst>
          </p:cNvPr>
          <p:cNvSpPr/>
          <p:nvPr/>
        </p:nvSpPr>
        <p:spPr>
          <a:xfrm>
            <a:off x="4553712" y="2343725"/>
            <a:ext cx="3099816" cy="7955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100" dirty="0">
                <a:solidFill>
                  <a:srgbClr val="475569"/>
                </a:solidFill>
                <a:latin typeface="+mj-lt"/>
                <a:ea typeface="Aptos" pitchFamily="34" charset="-122"/>
                <a:cs typeface="Aptos" pitchFamily="34" charset="-120"/>
              </a:rPr>
              <a:t>99 accounts · 108 signals · 6 agents · 10 ranked recommendations live on production — with synthetic generators for larger stress tests.</a:t>
            </a:r>
            <a:endParaRPr lang="en-US" sz="1100" dirty="0">
              <a:latin typeface="+mj-lt"/>
            </a:endParaRPr>
          </a:p>
        </p:txBody>
      </p:sp>
      <p:sp>
        <p:nvSpPr>
          <p:cNvPr id="15" name="Shape 13">
            <a:extLst>
              <a:ext uri="{FF2B5EF4-FFF2-40B4-BE49-F238E27FC236}">
                <a16:creationId xmlns:a16="http://schemas.microsoft.com/office/drawing/2014/main" id="{A357ECC2-FA9C-9668-A6BD-B2EFCE7EAB67}"/>
              </a:ext>
            </a:extLst>
          </p:cNvPr>
          <p:cNvSpPr/>
          <p:nvPr/>
        </p:nvSpPr>
        <p:spPr>
          <a:xfrm>
            <a:off x="8092440" y="1932245"/>
            <a:ext cx="3429000" cy="1325880"/>
          </a:xfrm>
          <a:prstGeom prst="roundRect">
            <a:avLst>
              <a:gd name="adj" fmla="val 5517"/>
            </a:avLst>
          </a:prstGeom>
          <a:solidFill>
            <a:srgbClr val="F8FAFC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IN" sz="2000">
              <a:latin typeface="+mj-lt"/>
            </a:endParaRPr>
          </a:p>
        </p:txBody>
      </p:sp>
      <p:sp>
        <p:nvSpPr>
          <p:cNvPr id="17" name="Text 14">
            <a:extLst>
              <a:ext uri="{FF2B5EF4-FFF2-40B4-BE49-F238E27FC236}">
                <a16:creationId xmlns:a16="http://schemas.microsoft.com/office/drawing/2014/main" id="{15BDE4A9-20AE-A631-094A-925891C11D5B}"/>
              </a:ext>
            </a:extLst>
          </p:cNvPr>
          <p:cNvSpPr/>
          <p:nvPr/>
        </p:nvSpPr>
        <p:spPr>
          <a:xfrm>
            <a:off x="8257032" y="2069405"/>
            <a:ext cx="30998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0B1B3D"/>
                </a:solidFill>
                <a:latin typeface="+mj-lt"/>
                <a:ea typeface="Aptos" pitchFamily="34" charset="-122"/>
                <a:cs typeface="Aptos" pitchFamily="34" charset="-120"/>
              </a:rPr>
              <a:t>License and safety</a:t>
            </a:r>
            <a:endParaRPr lang="en-US" dirty="0">
              <a:latin typeface="+mj-lt"/>
            </a:endParaRPr>
          </a:p>
        </p:txBody>
      </p:sp>
      <p:sp>
        <p:nvSpPr>
          <p:cNvPr id="19" name="Text 15">
            <a:extLst>
              <a:ext uri="{FF2B5EF4-FFF2-40B4-BE49-F238E27FC236}">
                <a16:creationId xmlns:a16="http://schemas.microsoft.com/office/drawing/2014/main" id="{5DE7A117-FFB7-A6D5-75C8-995CA5EB863D}"/>
              </a:ext>
            </a:extLst>
          </p:cNvPr>
          <p:cNvSpPr/>
          <p:nvPr/>
        </p:nvSpPr>
        <p:spPr>
          <a:xfrm>
            <a:off x="8257032" y="2343725"/>
            <a:ext cx="3099816" cy="7955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100" dirty="0">
                <a:solidFill>
                  <a:srgbClr val="475569"/>
                </a:solidFill>
                <a:latin typeface="+mj-lt"/>
                <a:ea typeface="Aptos" pitchFamily="34" charset="-122"/>
                <a:cs typeface="Aptos" pitchFamily="34" charset="-120"/>
              </a:rPr>
              <a:t>No customer-confidential or employer data. Synthetic-by-default; the HubSpot link is a test portal. Safe to share and fully portable.</a:t>
            </a:r>
            <a:endParaRPr lang="en-US" sz="1100" dirty="0">
              <a:latin typeface="+mj-lt"/>
            </a:endParaRPr>
          </a:p>
        </p:txBody>
      </p:sp>
      <p:sp>
        <p:nvSpPr>
          <p:cNvPr id="21" name="Text 16">
            <a:extLst>
              <a:ext uri="{FF2B5EF4-FFF2-40B4-BE49-F238E27FC236}">
                <a16:creationId xmlns:a16="http://schemas.microsoft.com/office/drawing/2014/main" id="{0BF9D541-9004-7FC1-B9A8-8CF5445B03FC}"/>
              </a:ext>
            </a:extLst>
          </p:cNvPr>
          <p:cNvSpPr/>
          <p:nvPr/>
        </p:nvSpPr>
        <p:spPr>
          <a:xfrm>
            <a:off x="731519" y="3943925"/>
            <a:ext cx="3101571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4B1F"/>
                </a:solidFill>
                <a:latin typeface="+mj-lt"/>
              </a:rPr>
              <a:t>Inference &amp; provider plan</a:t>
            </a:r>
            <a:endParaRPr lang="en-US" sz="1600" dirty="0">
              <a:latin typeface="+mj-lt"/>
            </a:endParaRPr>
          </a:p>
        </p:txBody>
      </p:sp>
      <p:sp>
        <p:nvSpPr>
          <p:cNvPr id="23" name="Shape 17">
            <a:extLst>
              <a:ext uri="{FF2B5EF4-FFF2-40B4-BE49-F238E27FC236}">
                <a16:creationId xmlns:a16="http://schemas.microsoft.com/office/drawing/2014/main" id="{1108388F-77DB-59FB-A2C4-7A175823959E}"/>
              </a:ext>
            </a:extLst>
          </p:cNvPr>
          <p:cNvSpPr/>
          <p:nvPr/>
        </p:nvSpPr>
        <p:spPr>
          <a:xfrm>
            <a:off x="731520" y="4291397"/>
            <a:ext cx="5303520" cy="1207008"/>
          </a:xfrm>
          <a:prstGeom prst="roundRect">
            <a:avLst>
              <a:gd name="adj" fmla="val 6061"/>
            </a:avLst>
          </a:prstGeom>
          <a:solidFill>
            <a:srgbClr val="F8FAFC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IN" sz="2000">
              <a:latin typeface="+mj-lt"/>
            </a:endParaRPr>
          </a:p>
        </p:txBody>
      </p:sp>
      <p:sp>
        <p:nvSpPr>
          <p:cNvPr id="25" name="Text 18">
            <a:extLst>
              <a:ext uri="{FF2B5EF4-FFF2-40B4-BE49-F238E27FC236}">
                <a16:creationId xmlns:a16="http://schemas.microsoft.com/office/drawing/2014/main" id="{BFC163F9-1073-C9B7-D1F3-B27542E18C9D}"/>
              </a:ext>
            </a:extLst>
          </p:cNvPr>
          <p:cNvSpPr/>
          <p:nvPr/>
        </p:nvSpPr>
        <p:spPr>
          <a:xfrm>
            <a:off x="896112" y="4428557"/>
            <a:ext cx="49743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0B1B3D"/>
                </a:solidFill>
                <a:latin typeface="+mj-lt"/>
                <a:ea typeface="Aptos" pitchFamily="34" charset="-122"/>
                <a:cs typeface="Aptos" pitchFamily="34" charset="-120"/>
              </a:rPr>
              <a:t>Model strategy</a:t>
            </a:r>
            <a:endParaRPr lang="en-US" dirty="0">
              <a:latin typeface="+mj-lt"/>
            </a:endParaRPr>
          </a:p>
        </p:txBody>
      </p:sp>
      <p:sp>
        <p:nvSpPr>
          <p:cNvPr id="27" name="Text 19">
            <a:extLst>
              <a:ext uri="{FF2B5EF4-FFF2-40B4-BE49-F238E27FC236}">
                <a16:creationId xmlns:a16="http://schemas.microsoft.com/office/drawing/2014/main" id="{EDED80A9-103D-C544-0657-7424A47F9EBA}"/>
              </a:ext>
            </a:extLst>
          </p:cNvPr>
          <p:cNvSpPr/>
          <p:nvPr/>
        </p:nvSpPr>
        <p:spPr>
          <a:xfrm>
            <a:off x="896112" y="4702877"/>
            <a:ext cx="4974336" cy="67665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100" dirty="0">
                <a:solidFill>
                  <a:srgbClr val="475569"/>
                </a:solidFill>
                <a:latin typeface="+mj-lt"/>
                <a:ea typeface="Aptos" pitchFamily="34" charset="-122"/>
                <a:cs typeface="Aptos" pitchFamily="34" charset="-120"/>
              </a:rPr>
              <a:t>Inference-only with provider abstraction: deterministic mock today, NVIDIA NIM / Nemotron when access lands. No fine-tuning required for the workflow.</a:t>
            </a:r>
            <a:endParaRPr lang="en-US" sz="1100" dirty="0">
              <a:latin typeface="+mj-lt"/>
            </a:endParaRPr>
          </a:p>
        </p:txBody>
      </p:sp>
      <p:sp>
        <p:nvSpPr>
          <p:cNvPr id="29" name="Shape 20">
            <a:extLst>
              <a:ext uri="{FF2B5EF4-FFF2-40B4-BE49-F238E27FC236}">
                <a16:creationId xmlns:a16="http://schemas.microsoft.com/office/drawing/2014/main" id="{27E77116-E818-52F1-1891-9892A29EA428}"/>
              </a:ext>
            </a:extLst>
          </p:cNvPr>
          <p:cNvSpPr/>
          <p:nvPr/>
        </p:nvSpPr>
        <p:spPr>
          <a:xfrm>
            <a:off x="6309360" y="4291397"/>
            <a:ext cx="5166360" cy="1207008"/>
          </a:xfrm>
          <a:prstGeom prst="roundRect">
            <a:avLst>
              <a:gd name="adj" fmla="val 6061"/>
            </a:avLst>
          </a:prstGeom>
          <a:solidFill>
            <a:srgbClr val="F8FAFC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IN" sz="2000">
              <a:latin typeface="+mj-lt"/>
            </a:endParaRPr>
          </a:p>
        </p:txBody>
      </p:sp>
      <p:sp>
        <p:nvSpPr>
          <p:cNvPr id="31" name="Text 21">
            <a:extLst>
              <a:ext uri="{FF2B5EF4-FFF2-40B4-BE49-F238E27FC236}">
                <a16:creationId xmlns:a16="http://schemas.microsoft.com/office/drawing/2014/main" id="{10F41A76-9CA6-0B2E-BD01-32B53186D3D4}"/>
              </a:ext>
            </a:extLst>
          </p:cNvPr>
          <p:cNvSpPr/>
          <p:nvPr/>
        </p:nvSpPr>
        <p:spPr>
          <a:xfrm>
            <a:off x="6473952" y="4428557"/>
            <a:ext cx="483717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0B1B3D"/>
                </a:solidFill>
                <a:latin typeface="+mj-lt"/>
                <a:ea typeface="Aptos" pitchFamily="34" charset="-122"/>
                <a:cs typeface="Aptos" pitchFamily="34" charset="-120"/>
              </a:rPr>
              <a:t>Why not fine-tune initially</a:t>
            </a:r>
            <a:endParaRPr lang="en-US" dirty="0">
              <a:latin typeface="+mj-lt"/>
            </a:endParaRPr>
          </a:p>
        </p:txBody>
      </p:sp>
      <p:sp>
        <p:nvSpPr>
          <p:cNvPr id="33" name="Text 22">
            <a:extLst>
              <a:ext uri="{FF2B5EF4-FFF2-40B4-BE49-F238E27FC236}">
                <a16:creationId xmlns:a16="http://schemas.microsoft.com/office/drawing/2014/main" id="{86DEC543-09F3-B81C-4490-A1FDBCBB4E93}"/>
              </a:ext>
            </a:extLst>
          </p:cNvPr>
          <p:cNvSpPr/>
          <p:nvPr/>
        </p:nvSpPr>
        <p:spPr>
          <a:xfrm>
            <a:off x="6473952" y="4702877"/>
            <a:ext cx="4837176" cy="67665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100" dirty="0">
                <a:solidFill>
                  <a:srgbClr val="475569"/>
                </a:solidFill>
                <a:latin typeface="+mj-lt"/>
                <a:ea typeface="Aptos" pitchFamily="34" charset="-122"/>
                <a:cs typeface="Aptos" pitchFamily="34" charset="-120"/>
              </a:rPr>
              <a:t>The product proves agent workflow quality — routing, reasoning, structured outputs, evidence validation, latency, and human approval. Fine-tuning is a later optimization, not a dependency.</a:t>
            </a:r>
            <a:endParaRPr lang="en-US" sz="1100" dirty="0">
              <a:latin typeface="+mj-lt"/>
            </a:endParaRPr>
          </a:p>
        </p:txBody>
      </p:sp>
      <p:sp>
        <p:nvSpPr>
          <p:cNvPr id="35" name="Text 2">
            <a:extLst>
              <a:ext uri="{FF2B5EF4-FFF2-40B4-BE49-F238E27FC236}">
                <a16:creationId xmlns:a16="http://schemas.microsoft.com/office/drawing/2014/main" id="{356809E1-08CB-26DC-1E71-92ED85D983A5}"/>
              </a:ext>
            </a:extLst>
          </p:cNvPr>
          <p:cNvSpPr/>
          <p:nvPr/>
        </p:nvSpPr>
        <p:spPr>
          <a:xfrm>
            <a:off x="754380" y="885640"/>
            <a:ext cx="10561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475569"/>
                </a:solidFill>
                <a:latin typeface="+mn-lt"/>
                <a:ea typeface="Aptos" pitchFamily="34" charset="-122"/>
                <a:cs typeface="Aptos" pitchFamily="34" charset="-120"/>
              </a:rPr>
              <a:t>Synthetic-by-default plus a HubSpot test CRM — safe, portable, and sovereign by design</a:t>
            </a:r>
            <a:r>
              <a:rPr lang="en-US" sz="125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.</a:t>
            </a:r>
            <a:endParaRPr lang="en-US" sz="1250" dirty="0"/>
          </a:p>
        </p:txBody>
      </p:sp>
    </p:spTree>
    <p:extLst>
      <p:ext uri="{BB962C8B-B14F-4D97-AF65-F5344CB8AC3E}">
        <p14:creationId xmlns:p14="http://schemas.microsoft.com/office/powerpoint/2010/main" val="388799195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21">
          <a:extLst>
            <a:ext uri="{FF2B5EF4-FFF2-40B4-BE49-F238E27FC236}">
              <a16:creationId xmlns:a16="http://schemas.microsoft.com/office/drawing/2014/main" id="{49B8B46C-D01E-F8B0-84B4-23B0786BF4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22" name="Google Shape;522;g3e23138d502_0_1283">
            <a:extLst>
              <a:ext uri="{FF2B5EF4-FFF2-40B4-BE49-F238E27FC236}">
                <a16:creationId xmlns:a16="http://schemas.microsoft.com/office/drawing/2014/main" id="{45F81F67-F664-F5A0-DFF8-D4599AADAC28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79026" y="6105425"/>
            <a:ext cx="1980568" cy="567900"/>
          </a:xfrm>
          <a:prstGeom prst="rect">
            <a:avLst/>
          </a:prstGeom>
          <a:noFill/>
          <a:ln>
            <a:noFill/>
          </a:ln>
        </p:spPr>
      </p:pic>
      <p:sp>
        <p:nvSpPr>
          <p:cNvPr id="523" name="Google Shape;523;g3e23138d502_0_1283">
            <a:extLst>
              <a:ext uri="{FF2B5EF4-FFF2-40B4-BE49-F238E27FC236}">
                <a16:creationId xmlns:a16="http://schemas.microsoft.com/office/drawing/2014/main" id="{37F01B1B-F34B-6E6B-4FB0-DD0F79700119}"/>
              </a:ext>
            </a:extLst>
          </p:cNvPr>
          <p:cNvSpPr txBox="1"/>
          <p:nvPr/>
        </p:nvSpPr>
        <p:spPr>
          <a:xfrm>
            <a:off x="1221698" y="2803764"/>
            <a:ext cx="97662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rgbClr val="FFFFFF"/>
                </a:solidFill>
                <a:latin typeface="Corbel"/>
                <a:ea typeface="Corbel"/>
                <a:cs typeface="Corbel"/>
                <a:sym typeface="Corbel"/>
              </a:rPr>
              <a:t xml:space="preserve"> 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4" name="Google Shape;524;g3e23138d502_0_1283">
            <a:extLst>
              <a:ext uri="{FF2B5EF4-FFF2-40B4-BE49-F238E27FC236}">
                <a16:creationId xmlns:a16="http://schemas.microsoft.com/office/drawing/2014/main" id="{592BDF36-5A6F-A8D1-70C2-149FE82F5D1C}"/>
              </a:ext>
            </a:extLst>
          </p:cNvPr>
          <p:cNvSpPr txBox="1"/>
          <p:nvPr/>
        </p:nvSpPr>
        <p:spPr>
          <a:xfrm>
            <a:off x="551880" y="356575"/>
            <a:ext cx="7034400" cy="70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dirty="0">
                <a:solidFill>
                  <a:srgbClr val="000000"/>
                </a:solidFill>
              </a:rPr>
              <a:t>Evaluation: results and how we measure</a:t>
            </a:r>
          </a:p>
          <a:p>
            <a:pPr marL="0" lvl="0" indent="0" algn="l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000" b="1" dirty="0">
              <a:solidFill>
                <a:srgbClr val="000000"/>
              </a:solidFill>
            </a:endParaRPr>
          </a:p>
        </p:txBody>
      </p:sp>
      <p:graphicFrame>
        <p:nvGraphicFramePr>
          <p:cNvPr id="526" name="Google Shape;526;g3e23138d502_0_1283">
            <a:extLst>
              <a:ext uri="{FF2B5EF4-FFF2-40B4-BE49-F238E27FC236}">
                <a16:creationId xmlns:a16="http://schemas.microsoft.com/office/drawing/2014/main" id="{5988801D-89A9-4170-7D95-4D71314E7613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68286595"/>
              </p:ext>
            </p:extLst>
          </p:nvPr>
        </p:nvGraphicFramePr>
        <p:xfrm>
          <a:off x="9276875" y="356575"/>
          <a:ext cx="2251900" cy="966750"/>
        </p:xfrm>
        <a:graphic>
          <a:graphicData uri="http://schemas.openxmlformats.org/drawingml/2006/table">
            <a:tbl>
              <a:tblPr>
                <a:noFill/>
                <a:tableStyleId>{5D3FFA9B-246F-4C0F-8591-A0DC39B6F5D1}</a:tableStyleId>
              </a:tblPr>
              <a:tblGrid>
                <a:gridCol w="11259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259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96675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100" b="1"/>
                        <a:t>TRACK</a:t>
                      </a:r>
                      <a:endParaRPr sz="2100" b="1"/>
                    </a:p>
                  </a:txBody>
                  <a:tcPr marL="91425" marR="91425" marT="91425" marB="91425" anchor="ctr"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2100" b="1" dirty="0">
                          <a:solidFill>
                            <a:srgbClr val="FF0000"/>
                          </a:solidFill>
                        </a:rPr>
                        <a:t>A</a:t>
                      </a:r>
                      <a:endParaRPr sz="2100" dirty="0">
                        <a:solidFill>
                          <a:srgbClr val="FF0000"/>
                        </a:solidFill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3" name="Shape 7">
            <a:extLst>
              <a:ext uri="{FF2B5EF4-FFF2-40B4-BE49-F238E27FC236}">
                <a16:creationId xmlns:a16="http://schemas.microsoft.com/office/drawing/2014/main" id="{87E795E8-03C7-02DA-705A-50AF2FA0454D}"/>
              </a:ext>
            </a:extLst>
          </p:cNvPr>
          <p:cNvSpPr/>
          <p:nvPr/>
        </p:nvSpPr>
        <p:spPr>
          <a:xfrm>
            <a:off x="731520" y="2107921"/>
            <a:ext cx="3337560" cy="1417320"/>
          </a:xfrm>
          <a:prstGeom prst="roundRect">
            <a:avLst>
              <a:gd name="adj" fmla="val 5161"/>
            </a:avLst>
          </a:prstGeom>
          <a:solidFill>
            <a:srgbClr val="FFF4EC"/>
          </a:solidFill>
          <a:ln w="12700">
            <a:solidFill>
              <a:srgbClr val="FED7AA"/>
            </a:solidFill>
            <a:prstDash val="solid"/>
          </a:ln>
        </p:spPr>
        <p:txBody>
          <a:bodyPr/>
          <a:lstStyle/>
          <a:p>
            <a:endParaRPr lang="en-IN" sz="1800">
              <a:latin typeface="+mn-lt"/>
            </a:endParaRPr>
          </a:p>
        </p:txBody>
      </p:sp>
      <p:sp>
        <p:nvSpPr>
          <p:cNvPr id="5" name="Text 8">
            <a:extLst>
              <a:ext uri="{FF2B5EF4-FFF2-40B4-BE49-F238E27FC236}">
                <a16:creationId xmlns:a16="http://schemas.microsoft.com/office/drawing/2014/main" id="{6A16BF51-92DC-08C3-FF56-40EE57BAB1F2}"/>
              </a:ext>
            </a:extLst>
          </p:cNvPr>
          <p:cNvSpPr/>
          <p:nvPr/>
        </p:nvSpPr>
        <p:spPr>
          <a:xfrm>
            <a:off x="896112" y="2245081"/>
            <a:ext cx="300837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B1B3D"/>
                </a:solidFill>
                <a:latin typeface="+mn-lt"/>
                <a:ea typeface="Aptos" pitchFamily="34" charset="-122"/>
                <a:cs typeface="Aptos" pitchFamily="34" charset="-120"/>
              </a:rPr>
              <a:t>Current status</a:t>
            </a:r>
            <a:endParaRPr lang="en-US" sz="1200" dirty="0">
              <a:latin typeface="+mn-lt"/>
            </a:endParaRPr>
          </a:p>
        </p:txBody>
      </p:sp>
      <p:sp>
        <p:nvSpPr>
          <p:cNvPr id="7" name="Text 9">
            <a:extLst>
              <a:ext uri="{FF2B5EF4-FFF2-40B4-BE49-F238E27FC236}">
                <a16:creationId xmlns:a16="http://schemas.microsoft.com/office/drawing/2014/main" id="{2A167E73-6AC4-E4F6-04C3-8409BD8BEC21}"/>
              </a:ext>
            </a:extLst>
          </p:cNvPr>
          <p:cNvSpPr/>
          <p:nvPr/>
        </p:nvSpPr>
        <p:spPr>
          <a:xfrm>
            <a:off x="896112" y="2519401"/>
            <a:ext cx="3008376" cy="8869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475569"/>
                </a:solidFill>
                <a:latin typeface="+mn-lt"/>
                <a:ea typeface="Aptos" pitchFamily="34" charset="-122"/>
                <a:cs typeface="Aptos" pitchFamily="34" charset="-120"/>
              </a:rPr>
              <a:t>Built, deployed, and hardened. Architecture, data schema, demo flow, and an automated evaluation harness all run today — live on Vercel + Render.</a:t>
            </a:r>
            <a:endParaRPr lang="en-US" sz="1050" dirty="0">
              <a:latin typeface="+mn-lt"/>
            </a:endParaRPr>
          </a:p>
        </p:txBody>
      </p:sp>
      <p:sp>
        <p:nvSpPr>
          <p:cNvPr id="9" name="Shape 10">
            <a:extLst>
              <a:ext uri="{FF2B5EF4-FFF2-40B4-BE49-F238E27FC236}">
                <a16:creationId xmlns:a16="http://schemas.microsoft.com/office/drawing/2014/main" id="{DD593F1B-4FC2-838A-A1CA-F877510EDDFA}"/>
              </a:ext>
            </a:extLst>
          </p:cNvPr>
          <p:cNvSpPr/>
          <p:nvPr/>
        </p:nvSpPr>
        <p:spPr>
          <a:xfrm>
            <a:off x="4434840" y="2107921"/>
            <a:ext cx="3337560" cy="1417320"/>
          </a:xfrm>
          <a:prstGeom prst="roundRect">
            <a:avLst>
              <a:gd name="adj" fmla="val 5161"/>
            </a:avLst>
          </a:prstGeom>
          <a:solidFill>
            <a:srgbClr val="F8FAFC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IN" sz="1800">
              <a:latin typeface="+mn-lt"/>
            </a:endParaRPr>
          </a:p>
        </p:txBody>
      </p:sp>
      <p:sp>
        <p:nvSpPr>
          <p:cNvPr id="11" name="Text 11">
            <a:extLst>
              <a:ext uri="{FF2B5EF4-FFF2-40B4-BE49-F238E27FC236}">
                <a16:creationId xmlns:a16="http://schemas.microsoft.com/office/drawing/2014/main" id="{7125D02C-4227-5B1B-2839-D0AD6D56C948}"/>
              </a:ext>
            </a:extLst>
          </p:cNvPr>
          <p:cNvSpPr/>
          <p:nvPr/>
        </p:nvSpPr>
        <p:spPr>
          <a:xfrm>
            <a:off x="4599432" y="2245081"/>
            <a:ext cx="300837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B1B3D"/>
                </a:solidFill>
                <a:latin typeface="+mn-lt"/>
                <a:ea typeface="Aptos" pitchFamily="34" charset="-122"/>
                <a:cs typeface="Aptos" pitchFamily="34" charset="-120"/>
              </a:rPr>
              <a:t>What we measure</a:t>
            </a:r>
            <a:endParaRPr lang="en-US" sz="1200" dirty="0">
              <a:latin typeface="+mn-lt"/>
            </a:endParaRPr>
          </a:p>
        </p:txBody>
      </p:sp>
      <p:sp>
        <p:nvSpPr>
          <p:cNvPr id="13" name="Text 12">
            <a:extLst>
              <a:ext uri="{FF2B5EF4-FFF2-40B4-BE49-F238E27FC236}">
                <a16:creationId xmlns:a16="http://schemas.microsoft.com/office/drawing/2014/main" id="{12D7C2A4-1BB5-5019-76A4-5443FDC98137}"/>
              </a:ext>
            </a:extLst>
          </p:cNvPr>
          <p:cNvSpPr/>
          <p:nvPr/>
        </p:nvSpPr>
        <p:spPr>
          <a:xfrm>
            <a:off x="4599432" y="2519401"/>
            <a:ext cx="3008376" cy="8869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475569"/>
                </a:solidFill>
                <a:latin typeface="+mn-lt"/>
                <a:ea typeface="Aptos" pitchFamily="34" charset="-122"/>
                <a:cs typeface="Aptos" pitchFamily="34" charset="-120"/>
              </a:rPr>
              <a:t>Schema validity, evidence presence, confidence range, governance caveats, default-pending approval, and latency budget — 10 automated checks, currently 10/10 passing.</a:t>
            </a:r>
            <a:endParaRPr lang="en-US" sz="1050" dirty="0">
              <a:latin typeface="+mn-lt"/>
            </a:endParaRPr>
          </a:p>
        </p:txBody>
      </p:sp>
      <p:sp>
        <p:nvSpPr>
          <p:cNvPr id="15" name="Shape 13">
            <a:extLst>
              <a:ext uri="{FF2B5EF4-FFF2-40B4-BE49-F238E27FC236}">
                <a16:creationId xmlns:a16="http://schemas.microsoft.com/office/drawing/2014/main" id="{0B9BC88A-5B03-66DB-681D-0A42C05C11A4}"/>
              </a:ext>
            </a:extLst>
          </p:cNvPr>
          <p:cNvSpPr/>
          <p:nvPr/>
        </p:nvSpPr>
        <p:spPr>
          <a:xfrm>
            <a:off x="8138160" y="2107921"/>
            <a:ext cx="3337560" cy="1417320"/>
          </a:xfrm>
          <a:prstGeom prst="roundRect">
            <a:avLst>
              <a:gd name="adj" fmla="val 5161"/>
            </a:avLst>
          </a:prstGeom>
          <a:solidFill>
            <a:srgbClr val="F8FAFC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IN" sz="1800">
              <a:latin typeface="+mn-lt"/>
            </a:endParaRPr>
          </a:p>
        </p:txBody>
      </p:sp>
      <p:sp>
        <p:nvSpPr>
          <p:cNvPr id="17" name="Text 14">
            <a:extLst>
              <a:ext uri="{FF2B5EF4-FFF2-40B4-BE49-F238E27FC236}">
                <a16:creationId xmlns:a16="http://schemas.microsoft.com/office/drawing/2014/main" id="{27E94474-6BF9-AA80-46AD-C36F5A21D60B}"/>
              </a:ext>
            </a:extLst>
          </p:cNvPr>
          <p:cNvSpPr/>
          <p:nvPr/>
        </p:nvSpPr>
        <p:spPr>
          <a:xfrm>
            <a:off x="8302752" y="2245081"/>
            <a:ext cx="300837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B1B3D"/>
                </a:solidFill>
                <a:latin typeface="+mn-lt"/>
                <a:ea typeface="Aptos" pitchFamily="34" charset="-122"/>
                <a:cs typeface="Aptos" pitchFamily="34" charset="-120"/>
              </a:rPr>
              <a:t>Evaluation signals</a:t>
            </a:r>
            <a:endParaRPr lang="en-US" sz="1200" dirty="0">
              <a:latin typeface="+mn-lt"/>
            </a:endParaRPr>
          </a:p>
        </p:txBody>
      </p:sp>
      <p:sp>
        <p:nvSpPr>
          <p:cNvPr id="19" name="Text 15">
            <a:extLst>
              <a:ext uri="{FF2B5EF4-FFF2-40B4-BE49-F238E27FC236}">
                <a16:creationId xmlns:a16="http://schemas.microsoft.com/office/drawing/2014/main" id="{4C2325FB-CD39-C84F-6A91-D5D2350BBC96}"/>
              </a:ext>
            </a:extLst>
          </p:cNvPr>
          <p:cNvSpPr/>
          <p:nvPr/>
        </p:nvSpPr>
        <p:spPr>
          <a:xfrm>
            <a:off x="8302752" y="2519401"/>
            <a:ext cx="3008376" cy="8869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475569"/>
                </a:solidFill>
                <a:latin typeface="+mn-lt"/>
                <a:ea typeface="Aptos" pitchFamily="34" charset="-122"/>
                <a:cs typeface="Aptos" pitchFamily="34" charset="-120"/>
              </a:rPr>
              <a:t>Agent trace quality, hallucination checks, evidence sufficiency, confidence calibration, default-pending approval, and time-to-action.</a:t>
            </a:r>
            <a:endParaRPr lang="en-US" sz="1050" dirty="0">
              <a:latin typeface="+mn-lt"/>
            </a:endParaRPr>
          </a:p>
        </p:txBody>
      </p:sp>
      <p:sp>
        <p:nvSpPr>
          <p:cNvPr id="21" name="Text 16">
            <a:extLst>
              <a:ext uri="{FF2B5EF4-FFF2-40B4-BE49-F238E27FC236}">
                <a16:creationId xmlns:a16="http://schemas.microsoft.com/office/drawing/2014/main" id="{C838802D-F1A1-EB0E-047E-B4A8C9F73D28}"/>
              </a:ext>
            </a:extLst>
          </p:cNvPr>
          <p:cNvSpPr/>
          <p:nvPr/>
        </p:nvSpPr>
        <p:spPr>
          <a:xfrm>
            <a:off x="777240" y="4229329"/>
            <a:ext cx="2926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FF4B1F"/>
                </a:solidFill>
                <a:latin typeface="+mn-lt"/>
              </a:rPr>
              <a:t>What the system proves today</a:t>
            </a:r>
            <a:endParaRPr lang="en-US" dirty="0">
              <a:latin typeface="+mn-lt"/>
            </a:endParaRPr>
          </a:p>
        </p:txBody>
      </p:sp>
      <p:sp>
        <p:nvSpPr>
          <p:cNvPr id="23" name="Text 17">
            <a:extLst>
              <a:ext uri="{FF2B5EF4-FFF2-40B4-BE49-F238E27FC236}">
                <a16:creationId xmlns:a16="http://schemas.microsoft.com/office/drawing/2014/main" id="{15A57857-B4A8-6A2D-1E91-3DC22D75C7D5}"/>
              </a:ext>
            </a:extLst>
          </p:cNvPr>
          <p:cNvSpPr/>
          <p:nvPr/>
        </p:nvSpPr>
        <p:spPr>
          <a:xfrm>
            <a:off x="868680" y="4640809"/>
            <a:ext cx="10515600" cy="10058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285750" indent="-285750">
              <a:buFont typeface="Wingdings" panose="05000000000000000000" pitchFamily="2" charset="2"/>
              <a:buChar char="v"/>
            </a:pPr>
            <a:r>
              <a:rPr lang="en-US" dirty="0">
                <a:solidFill>
                  <a:srgbClr val="111827"/>
                </a:solidFill>
                <a:latin typeface="+mn-lt"/>
                <a:ea typeface="Aptos" pitchFamily="34" charset="-122"/>
                <a:cs typeface="Aptos" pitchFamily="34" charset="-120"/>
              </a:rPr>
              <a:t>Every recommendation cites multiple relevant signals from the live dataset.</a:t>
            </a:r>
            <a:endParaRPr lang="en-US" dirty="0">
              <a:latin typeface="+mn-lt"/>
            </a:endParaRPr>
          </a:p>
          <a:p>
            <a:pPr marL="285750" indent="-285750">
              <a:buFont typeface="Wingdings" panose="05000000000000000000" pitchFamily="2" charset="2"/>
              <a:buChar char="v"/>
            </a:pPr>
            <a:r>
              <a:rPr lang="en-US" dirty="0">
                <a:solidFill>
                  <a:srgbClr val="111827"/>
                </a:solidFill>
                <a:latin typeface="+mn-lt"/>
                <a:ea typeface="Aptos" pitchFamily="34" charset="-122"/>
                <a:cs typeface="Aptos" pitchFamily="34" charset="-120"/>
              </a:rPr>
              <a:t>Every recommended action includes evidence, confidence, caveats, and an explicit human-approval step.</a:t>
            </a:r>
            <a:endParaRPr lang="en-US" dirty="0">
              <a:latin typeface="+mn-lt"/>
            </a:endParaRPr>
          </a:p>
          <a:p>
            <a:pPr marL="285750" indent="-285750">
              <a:buFont typeface="Wingdings" panose="05000000000000000000" pitchFamily="2" charset="2"/>
              <a:buChar char="v"/>
            </a:pPr>
            <a:r>
              <a:rPr lang="en-US" dirty="0">
                <a:solidFill>
                  <a:srgbClr val="111827"/>
                </a:solidFill>
                <a:latin typeface="+mn-lt"/>
                <a:ea typeface="Aptos" pitchFamily="34" charset="-122"/>
                <a:cs typeface="Aptos" pitchFamily="34" charset="-120"/>
              </a:rPr>
              <a:t>Sub-second to low-second end-to-end workflow for a full account-prioritization query.</a:t>
            </a:r>
            <a:endParaRPr lang="en-US" dirty="0">
              <a:latin typeface="+mn-lt"/>
            </a:endParaRPr>
          </a:p>
          <a:p>
            <a:pPr marL="285750" indent="-285750">
              <a:buFont typeface="Wingdings" panose="05000000000000000000" pitchFamily="2" charset="2"/>
              <a:buChar char="v"/>
            </a:pPr>
            <a:r>
              <a:rPr lang="en-US" dirty="0">
                <a:solidFill>
                  <a:srgbClr val="111827"/>
                </a:solidFill>
                <a:latin typeface="+mn-lt"/>
                <a:ea typeface="Aptos" pitchFamily="34" charset="-122"/>
                <a:cs typeface="Aptos" pitchFamily="34" charset="-120"/>
              </a:rPr>
              <a:t>Visible agent execution, decision ledger, and provider abstraction — NVIDIA-ready when access lands.</a:t>
            </a:r>
            <a:endParaRPr lang="en-US" dirty="0">
              <a:latin typeface="+mn-lt"/>
            </a:endParaRPr>
          </a:p>
        </p:txBody>
      </p:sp>
      <p:sp>
        <p:nvSpPr>
          <p:cNvPr id="25" name="Text 2">
            <a:extLst>
              <a:ext uri="{FF2B5EF4-FFF2-40B4-BE49-F238E27FC236}">
                <a16:creationId xmlns:a16="http://schemas.microsoft.com/office/drawing/2014/main" id="{08983E49-DB90-8DA1-5336-FC1BE29E2A80}"/>
              </a:ext>
            </a:extLst>
          </p:cNvPr>
          <p:cNvSpPr/>
          <p:nvPr/>
        </p:nvSpPr>
        <p:spPr>
          <a:xfrm>
            <a:off x="663225" y="859688"/>
            <a:ext cx="10561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475569"/>
                </a:solidFill>
                <a:latin typeface="+mj-lt"/>
                <a:ea typeface="Aptos" pitchFamily="34" charset="-122"/>
                <a:cs typeface="Aptos" pitchFamily="34" charset="-120"/>
              </a:rPr>
              <a:t>Transparent by design: automated evals run green, and every decision is reviewable end to end.</a:t>
            </a:r>
            <a:endParaRPr lang="en-US" sz="1250" dirty="0"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343053278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" name="Google Shape;532;g3e23138d502_0_1328"/>
          <p:cNvSpPr txBox="1">
            <a:spLocks noGrp="1"/>
          </p:cNvSpPr>
          <p:nvPr>
            <p:ph type="ctrTitle"/>
          </p:nvPr>
        </p:nvSpPr>
        <p:spPr>
          <a:xfrm>
            <a:off x="504337" y="994526"/>
            <a:ext cx="6427500" cy="164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0475" tIns="15225" rIns="30475" bIns="15225" anchor="b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900"/>
              <a:buFont typeface="NVIDIA Sans"/>
              <a:buNone/>
            </a:pPr>
            <a:r>
              <a:rPr lang="en-US"/>
              <a:t>Tech Stack</a:t>
            </a:r>
            <a:endParaRPr/>
          </a:p>
        </p:txBody>
      </p:sp>
      <p:sp>
        <p:nvSpPr>
          <p:cNvPr id="533" name="Google Shape;533;g3e23138d502_0_1328"/>
          <p:cNvSpPr txBox="1">
            <a:spLocks noGrp="1"/>
          </p:cNvSpPr>
          <p:nvPr>
            <p:ph type="subTitle" idx="1"/>
          </p:nvPr>
        </p:nvSpPr>
        <p:spPr>
          <a:xfrm>
            <a:off x="504333" y="2647242"/>
            <a:ext cx="8066400" cy="56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0475" tIns="15225" rIns="30475" bIns="15225" anchor="t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None/>
            </a:pPr>
            <a:r>
              <a:rPr lang="en-US">
                <a:solidFill>
                  <a:schemeClr val="dk1"/>
                </a:solidFill>
              </a:rPr>
              <a:t>The production stack behind a deployed product</a:t>
            </a:r>
            <a:endParaRPr>
              <a:solidFill>
                <a:schemeClr val="dk1"/>
              </a:solidFill>
            </a:endParaRPr>
          </a:p>
        </p:txBody>
      </p:sp>
      <p:pic>
        <p:nvPicPr>
          <p:cNvPr id="534" name="Google Shape;534;g3e23138d502_0_132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79026" y="6105425"/>
            <a:ext cx="1980568" cy="5679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40" name="Google Shape;540;g3e23138d502_0_129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79026" y="6105425"/>
            <a:ext cx="1980568" cy="567900"/>
          </a:xfrm>
          <a:prstGeom prst="rect">
            <a:avLst/>
          </a:prstGeom>
          <a:noFill/>
          <a:ln>
            <a:noFill/>
          </a:ln>
        </p:spPr>
      </p:pic>
      <p:sp>
        <p:nvSpPr>
          <p:cNvPr id="541" name="Google Shape;541;g3e23138d502_0_1296"/>
          <p:cNvSpPr txBox="1"/>
          <p:nvPr/>
        </p:nvSpPr>
        <p:spPr>
          <a:xfrm>
            <a:off x="1221698" y="2341947"/>
            <a:ext cx="9766200" cy="461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orbel"/>
              <a:buNone/>
            </a:pPr>
            <a:r>
              <a:rPr lang="en-US" sz="2400" b="0" i="0" u="none" strike="noStrike" cap="none">
                <a:solidFill>
                  <a:srgbClr val="FFFFFF"/>
                </a:solidFill>
                <a:latin typeface="Corbel"/>
                <a:ea typeface="Corbel"/>
                <a:cs typeface="Corbel"/>
                <a:sym typeface="Corbel"/>
              </a:rPr>
              <a:t xml:space="preserve"> </a:t>
            </a:r>
            <a:endParaRPr sz="1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9D58BCD6-4DCF-49C7-F6F7-9455146AFEB1}"/>
              </a:ext>
            </a:extLst>
          </p:cNvPr>
          <p:cNvSpPr/>
          <p:nvPr/>
        </p:nvSpPr>
        <p:spPr>
          <a:xfrm>
            <a:off x="658368" y="315019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sz="2400" b="1" dirty="0"/>
              <a:t>Technology stack: what the product runs on</a:t>
            </a:r>
            <a:endParaRPr lang="en-US" sz="2000" dirty="0"/>
          </a:p>
        </p:txBody>
      </p:sp>
      <p:sp>
        <p:nvSpPr>
          <p:cNvPr id="5" name="Text 2">
            <a:extLst>
              <a:ext uri="{FF2B5EF4-FFF2-40B4-BE49-F238E27FC236}">
                <a16:creationId xmlns:a16="http://schemas.microsoft.com/office/drawing/2014/main" id="{89F0D3E0-4FDA-781D-FC34-EE5CC8AF6223}"/>
              </a:ext>
            </a:extLst>
          </p:cNvPr>
          <p:cNvSpPr/>
          <p:nvPr/>
        </p:nvSpPr>
        <p:spPr>
          <a:xfrm>
            <a:off x="658368" y="779523"/>
            <a:ext cx="10561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sz="1200" dirty="0"/>
              <a:t>A shipped full-stack system: typed agents, provider abstraction, governed actions — deployed to production.</a:t>
            </a:r>
            <a:endParaRPr lang="en-US" sz="1250" dirty="0"/>
          </a:p>
        </p:txBody>
      </p:sp>
      <p:sp>
        <p:nvSpPr>
          <p:cNvPr id="7" name="Shape 7">
            <a:extLst>
              <a:ext uri="{FF2B5EF4-FFF2-40B4-BE49-F238E27FC236}">
                <a16:creationId xmlns:a16="http://schemas.microsoft.com/office/drawing/2014/main" id="{C1CE1CE8-4443-0410-B1F1-A05F95170204}"/>
              </a:ext>
            </a:extLst>
          </p:cNvPr>
          <p:cNvSpPr/>
          <p:nvPr/>
        </p:nvSpPr>
        <p:spPr>
          <a:xfrm>
            <a:off x="731520" y="1682680"/>
            <a:ext cx="3337560" cy="1417320"/>
          </a:xfrm>
          <a:prstGeom prst="roundRect">
            <a:avLst>
              <a:gd name="adj" fmla="val 5161"/>
            </a:avLst>
          </a:prstGeom>
          <a:solidFill>
            <a:srgbClr val="F8FAFC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IN" sz="1800"/>
          </a:p>
        </p:txBody>
      </p:sp>
      <p:sp>
        <p:nvSpPr>
          <p:cNvPr id="9" name="Text 8">
            <a:extLst>
              <a:ext uri="{FF2B5EF4-FFF2-40B4-BE49-F238E27FC236}">
                <a16:creationId xmlns:a16="http://schemas.microsoft.com/office/drawing/2014/main" id="{191E0F5F-B84B-D8A7-8A43-5E029DF88605}"/>
              </a:ext>
            </a:extLst>
          </p:cNvPr>
          <p:cNvSpPr/>
          <p:nvPr/>
        </p:nvSpPr>
        <p:spPr>
          <a:xfrm>
            <a:off x="896112" y="1819840"/>
            <a:ext cx="300837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sz="1600" b="1"/>
              <a:t>Frontend</a:t>
            </a:r>
            <a:endParaRPr lang="en-US" sz="1200" dirty="0"/>
          </a:p>
        </p:txBody>
      </p:sp>
      <p:sp>
        <p:nvSpPr>
          <p:cNvPr id="11" name="Text 9">
            <a:extLst>
              <a:ext uri="{FF2B5EF4-FFF2-40B4-BE49-F238E27FC236}">
                <a16:creationId xmlns:a16="http://schemas.microsoft.com/office/drawing/2014/main" id="{77413954-AEA3-8840-889D-9DA2AA7389E9}"/>
              </a:ext>
            </a:extLst>
          </p:cNvPr>
          <p:cNvSpPr/>
          <p:nvPr/>
        </p:nvSpPr>
        <p:spPr>
          <a:xfrm>
            <a:off x="896112" y="2094160"/>
            <a:ext cx="3008376" cy="8869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  <a:defRPr sz="1050"/>
            </a:pPr>
            <a:r>
              <a:rPr sz="1200"/>
              <a:t>Next.js + TypeScript + Tailwind. Executive Command Center, Workspace, Evidence Intelligence, Decision Ledger, and adaptive experience modes — live on Vercel.</a:t>
            </a:r>
            <a:endParaRPr lang="en-US" sz="1050" dirty="0"/>
          </a:p>
        </p:txBody>
      </p:sp>
      <p:sp>
        <p:nvSpPr>
          <p:cNvPr id="13" name="Shape 10">
            <a:extLst>
              <a:ext uri="{FF2B5EF4-FFF2-40B4-BE49-F238E27FC236}">
                <a16:creationId xmlns:a16="http://schemas.microsoft.com/office/drawing/2014/main" id="{18C62F17-F2CE-C608-77EF-286407B28DC8}"/>
              </a:ext>
            </a:extLst>
          </p:cNvPr>
          <p:cNvSpPr/>
          <p:nvPr/>
        </p:nvSpPr>
        <p:spPr>
          <a:xfrm>
            <a:off x="4434840" y="1682680"/>
            <a:ext cx="3337560" cy="1417320"/>
          </a:xfrm>
          <a:prstGeom prst="roundRect">
            <a:avLst>
              <a:gd name="adj" fmla="val 5161"/>
            </a:avLst>
          </a:prstGeom>
          <a:solidFill>
            <a:srgbClr val="F8FAFC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IN" sz="1800"/>
          </a:p>
        </p:txBody>
      </p:sp>
      <p:sp>
        <p:nvSpPr>
          <p:cNvPr id="15" name="Text 11">
            <a:extLst>
              <a:ext uri="{FF2B5EF4-FFF2-40B4-BE49-F238E27FC236}">
                <a16:creationId xmlns:a16="http://schemas.microsoft.com/office/drawing/2014/main" id="{48D50B20-7100-27B3-D8BA-D397A07CE656}"/>
              </a:ext>
            </a:extLst>
          </p:cNvPr>
          <p:cNvSpPr/>
          <p:nvPr/>
        </p:nvSpPr>
        <p:spPr>
          <a:xfrm>
            <a:off x="4599432" y="1819840"/>
            <a:ext cx="300837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sz="1600" b="1"/>
              <a:t>Backend</a:t>
            </a:r>
            <a:endParaRPr lang="en-US" sz="1200" dirty="0"/>
          </a:p>
        </p:txBody>
      </p:sp>
      <p:sp>
        <p:nvSpPr>
          <p:cNvPr id="17" name="Text 12">
            <a:extLst>
              <a:ext uri="{FF2B5EF4-FFF2-40B4-BE49-F238E27FC236}">
                <a16:creationId xmlns:a16="http://schemas.microsoft.com/office/drawing/2014/main" id="{387A710D-5357-2F51-9E67-FE63ABE9C16D}"/>
              </a:ext>
            </a:extLst>
          </p:cNvPr>
          <p:cNvSpPr/>
          <p:nvPr/>
        </p:nvSpPr>
        <p:spPr>
          <a:xfrm>
            <a:off x="4599432" y="2094160"/>
            <a:ext cx="3008376" cy="8869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  <a:defRPr sz="1050"/>
            </a:pPr>
            <a:r>
              <a:rPr sz="1200"/>
              <a:t>Python FastAPI + Pydantic schemas, multi-agent orchestrator, deterministic scoring, SQLite decision ledger, HubSpot connector — deployed on Render.</a:t>
            </a:r>
            <a:endParaRPr lang="en-US" sz="1050" dirty="0"/>
          </a:p>
        </p:txBody>
      </p:sp>
      <p:sp>
        <p:nvSpPr>
          <p:cNvPr id="19" name="Shape 13">
            <a:extLst>
              <a:ext uri="{FF2B5EF4-FFF2-40B4-BE49-F238E27FC236}">
                <a16:creationId xmlns:a16="http://schemas.microsoft.com/office/drawing/2014/main" id="{A3DB39A1-1C09-20B6-CB8E-EEA3A0DBDE57}"/>
              </a:ext>
            </a:extLst>
          </p:cNvPr>
          <p:cNvSpPr/>
          <p:nvPr/>
        </p:nvSpPr>
        <p:spPr>
          <a:xfrm>
            <a:off x="8138160" y="1682680"/>
            <a:ext cx="3337560" cy="1417320"/>
          </a:xfrm>
          <a:prstGeom prst="roundRect">
            <a:avLst>
              <a:gd name="adj" fmla="val 5161"/>
            </a:avLst>
          </a:prstGeom>
          <a:solidFill>
            <a:srgbClr val="F8FAFC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IN" sz="1800"/>
          </a:p>
        </p:txBody>
      </p:sp>
      <p:sp>
        <p:nvSpPr>
          <p:cNvPr id="21" name="Text 14">
            <a:extLst>
              <a:ext uri="{FF2B5EF4-FFF2-40B4-BE49-F238E27FC236}">
                <a16:creationId xmlns:a16="http://schemas.microsoft.com/office/drawing/2014/main" id="{F12912A8-F444-7CB8-1D8D-9388B62B4DCA}"/>
              </a:ext>
            </a:extLst>
          </p:cNvPr>
          <p:cNvSpPr/>
          <p:nvPr/>
        </p:nvSpPr>
        <p:spPr>
          <a:xfrm>
            <a:off x="8302752" y="1819840"/>
            <a:ext cx="300837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sz="1600" b="1"/>
              <a:t>Model &amp; data layer</a:t>
            </a:r>
            <a:endParaRPr lang="en-US" sz="1200" dirty="0"/>
          </a:p>
        </p:txBody>
      </p:sp>
      <p:sp>
        <p:nvSpPr>
          <p:cNvPr id="23" name="Text 15">
            <a:extLst>
              <a:ext uri="{FF2B5EF4-FFF2-40B4-BE49-F238E27FC236}">
                <a16:creationId xmlns:a16="http://schemas.microsoft.com/office/drawing/2014/main" id="{2A890883-DC8B-11C3-B22A-C89CE4A78106}"/>
              </a:ext>
            </a:extLst>
          </p:cNvPr>
          <p:cNvSpPr/>
          <p:nvPr/>
        </p:nvSpPr>
        <p:spPr>
          <a:xfrm>
            <a:off x="8302752" y="2094160"/>
            <a:ext cx="3008376" cy="8869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  <a:defRPr sz="1050"/>
            </a:pPr>
            <a:r>
              <a:rPr sz="1200"/>
              <a:t>ModelAdapter provider abstraction (mock today, NVIDIA NIM / Nemotron ready), BYOK session-only keys, and synthetic + HubSpot test-CRM data sources.</a:t>
            </a:r>
            <a:endParaRPr lang="en-US" sz="1050" dirty="0"/>
          </a:p>
        </p:txBody>
      </p:sp>
      <p:sp>
        <p:nvSpPr>
          <p:cNvPr id="25" name="Text 16">
            <a:extLst>
              <a:ext uri="{FF2B5EF4-FFF2-40B4-BE49-F238E27FC236}">
                <a16:creationId xmlns:a16="http://schemas.microsoft.com/office/drawing/2014/main" id="{AEB8FCAA-C83A-82DD-29EE-913D1DB51642}"/>
              </a:ext>
            </a:extLst>
          </p:cNvPr>
          <p:cNvSpPr/>
          <p:nvPr/>
        </p:nvSpPr>
        <p:spPr>
          <a:xfrm>
            <a:off x="777240" y="3767512"/>
            <a:ext cx="273257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sz="1600" b="1" dirty="0"/>
              <a:t>Operating model</a:t>
            </a:r>
            <a:endParaRPr lang="en-US" dirty="0"/>
          </a:p>
        </p:txBody>
      </p:sp>
      <p:sp>
        <p:nvSpPr>
          <p:cNvPr id="27" name="Text 17">
            <a:extLst>
              <a:ext uri="{FF2B5EF4-FFF2-40B4-BE49-F238E27FC236}">
                <a16:creationId xmlns:a16="http://schemas.microsoft.com/office/drawing/2014/main" id="{C882F3E2-7D62-2D72-6B72-CDFC5016F134}"/>
              </a:ext>
            </a:extLst>
          </p:cNvPr>
          <p:cNvSpPr/>
          <p:nvPr/>
        </p:nvSpPr>
        <p:spPr>
          <a:xfrm>
            <a:off x="777240" y="3887815"/>
            <a:ext cx="10332720" cy="9601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Autofit/>
          </a:bodyPr>
          <a:lstStyle/>
          <a:p>
            <a:pPr>
              <a:defRPr sz="1200"/>
            </a:pPr>
            <a:r>
              <a:rPr dirty="0"/>
              <a:t>Amit drives problem framing, architecture, agent contracts, evaluation, and demo story. Saurabh drives app implementation, backend integration, model/API wiring, testing, and deployment readiness.</a:t>
            </a:r>
            <a:endParaRPr lang="en-US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9">
          <a:extLst>
            <a:ext uri="{FF2B5EF4-FFF2-40B4-BE49-F238E27FC236}">
              <a16:creationId xmlns:a16="http://schemas.microsoft.com/office/drawing/2014/main" id="{5494066E-786E-BE6D-AF5A-2BE79D1591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40" name="Google Shape;540;g3e23138d502_0_1296">
            <a:extLst>
              <a:ext uri="{FF2B5EF4-FFF2-40B4-BE49-F238E27FC236}">
                <a16:creationId xmlns:a16="http://schemas.microsoft.com/office/drawing/2014/main" id="{14CBEEE2-74C0-8862-C101-F166DFDFF0D5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79026" y="6105425"/>
            <a:ext cx="1980568" cy="567900"/>
          </a:xfrm>
          <a:prstGeom prst="rect">
            <a:avLst/>
          </a:prstGeom>
          <a:noFill/>
          <a:ln>
            <a:noFill/>
          </a:ln>
        </p:spPr>
      </p:pic>
      <p:sp>
        <p:nvSpPr>
          <p:cNvPr id="541" name="Google Shape;541;g3e23138d502_0_1296">
            <a:extLst>
              <a:ext uri="{FF2B5EF4-FFF2-40B4-BE49-F238E27FC236}">
                <a16:creationId xmlns:a16="http://schemas.microsoft.com/office/drawing/2014/main" id="{C2383097-4438-EFB0-2B04-DFBE65316A57}"/>
              </a:ext>
            </a:extLst>
          </p:cNvPr>
          <p:cNvSpPr txBox="1"/>
          <p:nvPr/>
        </p:nvSpPr>
        <p:spPr>
          <a:xfrm>
            <a:off x="1221698" y="2323475"/>
            <a:ext cx="9766200" cy="461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orbel"/>
              <a:buNone/>
            </a:pPr>
            <a:r>
              <a:rPr lang="en-US" sz="2400" b="0" i="0" u="none" strike="noStrike" cap="none">
                <a:solidFill>
                  <a:srgbClr val="FFFFFF"/>
                </a:solidFill>
                <a:latin typeface="Corbel"/>
                <a:ea typeface="Corbel"/>
                <a:cs typeface="Corbel"/>
                <a:sym typeface="Corbel"/>
              </a:rPr>
              <a:t xml:space="preserve"> </a:t>
            </a:r>
            <a:endParaRPr sz="1800" b="0" i="0" u="none" strike="noStrike" cap="none">
              <a:solidFill>
                <a:srgbClr val="000000"/>
              </a:solidFill>
              <a:ea typeface="Arial"/>
              <a:cs typeface="Arial"/>
              <a:sym typeface="Arial"/>
            </a:endParaRPr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88B96218-8F7C-C175-E99E-AB0B90B3EE07}"/>
              </a:ext>
            </a:extLst>
          </p:cNvPr>
          <p:cNvSpPr/>
          <p:nvPr/>
        </p:nvSpPr>
        <p:spPr>
          <a:xfrm>
            <a:off x="655320" y="268732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sz="2400" b="1" dirty="0"/>
              <a:t>NVIDIA SDKs, tools, and inference strategy</a:t>
            </a:r>
            <a:endParaRPr lang="en-US" sz="2000" dirty="0"/>
          </a:p>
        </p:txBody>
      </p:sp>
      <p:sp>
        <p:nvSpPr>
          <p:cNvPr id="5" name="Text 2">
            <a:extLst>
              <a:ext uri="{FF2B5EF4-FFF2-40B4-BE49-F238E27FC236}">
                <a16:creationId xmlns:a16="http://schemas.microsoft.com/office/drawing/2014/main" id="{D2274BB0-18E5-AF51-3A42-E8FB4D5451D5}"/>
              </a:ext>
            </a:extLst>
          </p:cNvPr>
          <p:cNvSpPr/>
          <p:nvPr/>
        </p:nvSpPr>
        <p:spPr>
          <a:xfrm>
            <a:off x="701040" y="725932"/>
            <a:ext cx="10561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sz="1200" dirty="0"/>
              <a:t>Provider abstraction ships today; NVIDIA-native runtime plugs into the same typed contract — Current, Hackathon, and Future cleanly separated.</a:t>
            </a:r>
            <a:endParaRPr lang="en-US" sz="1250" dirty="0"/>
          </a:p>
        </p:txBody>
      </p:sp>
      <p:sp>
        <p:nvSpPr>
          <p:cNvPr id="7" name="Shape 7">
            <a:extLst>
              <a:ext uri="{FF2B5EF4-FFF2-40B4-BE49-F238E27FC236}">
                <a16:creationId xmlns:a16="http://schemas.microsoft.com/office/drawing/2014/main" id="{E82DDC9D-D5E2-D425-EED8-2A50B1050FD5}"/>
              </a:ext>
            </a:extLst>
          </p:cNvPr>
          <p:cNvSpPr/>
          <p:nvPr/>
        </p:nvSpPr>
        <p:spPr>
          <a:xfrm>
            <a:off x="609600" y="1772920"/>
            <a:ext cx="1874520" cy="822960"/>
          </a:xfrm>
          <a:prstGeom prst="roundRect">
            <a:avLst>
              <a:gd name="adj" fmla="val 8889"/>
            </a:avLst>
          </a:prstGeom>
          <a:solidFill>
            <a:srgbClr val="F1F8E6"/>
          </a:solidFill>
          <a:ln w="15875">
            <a:solidFill>
              <a:srgbClr val="9ACB3B"/>
            </a:solidFill>
            <a:prstDash val="solid"/>
          </a:ln>
        </p:spPr>
        <p:txBody>
          <a:bodyPr/>
          <a:lstStyle/>
          <a:p>
            <a:endParaRPr lang="en-IN" sz="1800"/>
          </a:p>
        </p:txBody>
      </p:sp>
      <p:sp>
        <p:nvSpPr>
          <p:cNvPr id="9" name="Text 8">
            <a:extLst>
              <a:ext uri="{FF2B5EF4-FFF2-40B4-BE49-F238E27FC236}">
                <a16:creationId xmlns:a16="http://schemas.microsoft.com/office/drawing/2014/main" id="{9C815867-D76E-5DF1-2E26-CA3A591F541E}"/>
              </a:ext>
            </a:extLst>
          </p:cNvPr>
          <p:cNvSpPr/>
          <p:nvPr/>
        </p:nvSpPr>
        <p:spPr>
          <a:xfrm>
            <a:off x="701040" y="1955800"/>
            <a:ext cx="1691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b="1"/>
              <a:t>NVIDIA API / NIM</a:t>
            </a:r>
            <a:endParaRPr lang="en-US" sz="1100" dirty="0"/>
          </a:p>
        </p:txBody>
      </p:sp>
      <p:sp>
        <p:nvSpPr>
          <p:cNvPr id="11" name="Text 9">
            <a:extLst>
              <a:ext uri="{FF2B5EF4-FFF2-40B4-BE49-F238E27FC236}">
                <a16:creationId xmlns:a16="http://schemas.microsoft.com/office/drawing/2014/main" id="{679A56EE-F8DA-5C09-90F4-DB77A0138E2F}"/>
              </a:ext>
            </a:extLst>
          </p:cNvPr>
          <p:cNvSpPr/>
          <p:nvPr/>
        </p:nvSpPr>
        <p:spPr>
          <a:xfrm>
            <a:off x="719328" y="2211832"/>
            <a:ext cx="1645920" cy="219456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 algn="ctr">
              <a:buNone/>
              <a:defRPr sz="850"/>
            </a:pPr>
            <a:r>
              <a:rPr sz="800">
                <a:solidFill>
                  <a:srgbClr val="2E4A00"/>
                </a:solidFill>
              </a:rPr>
              <a:t>Hackathon: hosted endpoints</a:t>
            </a:r>
            <a:endParaRPr lang="en-US" sz="700" dirty="0"/>
          </a:p>
        </p:txBody>
      </p:sp>
      <p:sp>
        <p:nvSpPr>
          <p:cNvPr id="13" name="Shape 10">
            <a:extLst>
              <a:ext uri="{FF2B5EF4-FFF2-40B4-BE49-F238E27FC236}">
                <a16:creationId xmlns:a16="http://schemas.microsoft.com/office/drawing/2014/main" id="{24593C3F-454E-E550-B55F-D37C693A0B4F}"/>
              </a:ext>
            </a:extLst>
          </p:cNvPr>
          <p:cNvSpPr/>
          <p:nvPr/>
        </p:nvSpPr>
        <p:spPr>
          <a:xfrm>
            <a:off x="2502408" y="2047240"/>
            <a:ext cx="347472" cy="256032"/>
          </a:xfrm>
          <a:prstGeom prst="rightArrow">
            <a:avLst/>
          </a:prstGeom>
          <a:solidFill>
            <a:srgbClr val="CBD5E1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IN" sz="1800"/>
          </a:p>
        </p:txBody>
      </p:sp>
      <p:sp>
        <p:nvSpPr>
          <p:cNvPr id="15" name="Shape 11">
            <a:extLst>
              <a:ext uri="{FF2B5EF4-FFF2-40B4-BE49-F238E27FC236}">
                <a16:creationId xmlns:a16="http://schemas.microsoft.com/office/drawing/2014/main" id="{1E5EADED-621D-C509-DD8C-EFD1943CE05A}"/>
              </a:ext>
            </a:extLst>
          </p:cNvPr>
          <p:cNvSpPr/>
          <p:nvPr/>
        </p:nvSpPr>
        <p:spPr>
          <a:xfrm>
            <a:off x="2913888" y="1772920"/>
            <a:ext cx="1874520" cy="822960"/>
          </a:xfrm>
          <a:prstGeom prst="roundRect">
            <a:avLst>
              <a:gd name="adj" fmla="val 8889"/>
            </a:avLst>
          </a:prstGeom>
          <a:solidFill>
            <a:srgbClr val="F1F8E6"/>
          </a:solidFill>
          <a:ln w="15875">
            <a:solidFill>
              <a:srgbClr val="9ACB3B"/>
            </a:solidFill>
            <a:prstDash val="solid"/>
          </a:ln>
        </p:spPr>
        <p:txBody>
          <a:bodyPr/>
          <a:lstStyle/>
          <a:p>
            <a:endParaRPr lang="en-IN" sz="1800"/>
          </a:p>
        </p:txBody>
      </p:sp>
      <p:sp>
        <p:nvSpPr>
          <p:cNvPr id="17" name="Text 12">
            <a:extLst>
              <a:ext uri="{FF2B5EF4-FFF2-40B4-BE49-F238E27FC236}">
                <a16:creationId xmlns:a16="http://schemas.microsoft.com/office/drawing/2014/main" id="{8329683C-6C07-CC5F-39E0-A059CDEF078F}"/>
              </a:ext>
            </a:extLst>
          </p:cNvPr>
          <p:cNvSpPr/>
          <p:nvPr/>
        </p:nvSpPr>
        <p:spPr>
          <a:xfrm>
            <a:off x="3005328" y="1955800"/>
            <a:ext cx="1691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b="1"/>
              <a:t>Nemotron</a:t>
            </a:r>
            <a:endParaRPr lang="en-US" sz="1100" dirty="0"/>
          </a:p>
        </p:txBody>
      </p:sp>
      <p:sp>
        <p:nvSpPr>
          <p:cNvPr id="19" name="Text 13">
            <a:extLst>
              <a:ext uri="{FF2B5EF4-FFF2-40B4-BE49-F238E27FC236}">
                <a16:creationId xmlns:a16="http://schemas.microsoft.com/office/drawing/2014/main" id="{EB6AFF14-5D3E-34A1-2DA2-B97D894DDB95}"/>
              </a:ext>
            </a:extLst>
          </p:cNvPr>
          <p:cNvSpPr/>
          <p:nvPr/>
        </p:nvSpPr>
        <p:spPr>
          <a:xfrm>
            <a:off x="3023616" y="2211832"/>
            <a:ext cx="1645920" cy="219456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 algn="ctr">
              <a:buNone/>
              <a:defRPr sz="850"/>
            </a:pPr>
            <a:r>
              <a:rPr sz="800">
                <a:solidFill>
                  <a:srgbClr val="2E4A00"/>
                </a:solidFill>
              </a:rPr>
              <a:t>Hackathon: reasoning + drafts</a:t>
            </a:r>
            <a:endParaRPr lang="en-US" sz="700" dirty="0"/>
          </a:p>
        </p:txBody>
      </p:sp>
      <p:sp>
        <p:nvSpPr>
          <p:cNvPr id="21" name="Shape 14">
            <a:extLst>
              <a:ext uri="{FF2B5EF4-FFF2-40B4-BE49-F238E27FC236}">
                <a16:creationId xmlns:a16="http://schemas.microsoft.com/office/drawing/2014/main" id="{91140D67-3388-9A68-B87E-6D432EFF9E6F}"/>
              </a:ext>
            </a:extLst>
          </p:cNvPr>
          <p:cNvSpPr/>
          <p:nvPr/>
        </p:nvSpPr>
        <p:spPr>
          <a:xfrm>
            <a:off x="4806696" y="2047240"/>
            <a:ext cx="347472" cy="256032"/>
          </a:xfrm>
          <a:prstGeom prst="rightArrow">
            <a:avLst/>
          </a:prstGeom>
          <a:solidFill>
            <a:srgbClr val="CBD5E1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IN" sz="1800"/>
          </a:p>
        </p:txBody>
      </p:sp>
      <p:sp>
        <p:nvSpPr>
          <p:cNvPr id="23" name="Shape 15">
            <a:extLst>
              <a:ext uri="{FF2B5EF4-FFF2-40B4-BE49-F238E27FC236}">
                <a16:creationId xmlns:a16="http://schemas.microsoft.com/office/drawing/2014/main" id="{DAA7C582-8C0F-6DBB-9E38-E8467E490F16}"/>
              </a:ext>
            </a:extLst>
          </p:cNvPr>
          <p:cNvSpPr/>
          <p:nvPr/>
        </p:nvSpPr>
        <p:spPr>
          <a:xfrm>
            <a:off x="5218176" y="1772920"/>
            <a:ext cx="1874520" cy="822960"/>
          </a:xfrm>
          <a:prstGeom prst="roundRect">
            <a:avLst>
              <a:gd name="adj" fmla="val 8889"/>
            </a:avLst>
          </a:prstGeom>
          <a:solidFill>
            <a:srgbClr val="F1F8E6"/>
          </a:solidFill>
          <a:ln w="15875">
            <a:solidFill>
              <a:srgbClr val="9ACB3B"/>
            </a:solidFill>
            <a:prstDash val="solid"/>
          </a:ln>
        </p:spPr>
        <p:txBody>
          <a:bodyPr/>
          <a:lstStyle/>
          <a:p>
            <a:endParaRPr lang="en-IN" sz="1800"/>
          </a:p>
        </p:txBody>
      </p:sp>
      <p:sp>
        <p:nvSpPr>
          <p:cNvPr id="25" name="Text 16">
            <a:extLst>
              <a:ext uri="{FF2B5EF4-FFF2-40B4-BE49-F238E27FC236}">
                <a16:creationId xmlns:a16="http://schemas.microsoft.com/office/drawing/2014/main" id="{E96C150F-BD82-10FB-F8C5-4D814ED36EE0}"/>
              </a:ext>
            </a:extLst>
          </p:cNvPr>
          <p:cNvSpPr/>
          <p:nvPr/>
        </p:nvSpPr>
        <p:spPr>
          <a:xfrm>
            <a:off x="5309616" y="1955800"/>
            <a:ext cx="1691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b="1"/>
              <a:t>NeMo Agent Toolkit</a:t>
            </a:r>
            <a:endParaRPr lang="en-US" sz="1100" dirty="0"/>
          </a:p>
        </p:txBody>
      </p:sp>
      <p:sp>
        <p:nvSpPr>
          <p:cNvPr id="27" name="Text 17">
            <a:extLst>
              <a:ext uri="{FF2B5EF4-FFF2-40B4-BE49-F238E27FC236}">
                <a16:creationId xmlns:a16="http://schemas.microsoft.com/office/drawing/2014/main" id="{B51B8D1C-7C48-BF75-E7FD-0DD6F7C0B83E}"/>
              </a:ext>
            </a:extLst>
          </p:cNvPr>
          <p:cNvSpPr/>
          <p:nvPr/>
        </p:nvSpPr>
        <p:spPr>
          <a:xfrm>
            <a:off x="5327904" y="2211832"/>
            <a:ext cx="1645920" cy="219456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 algn="ctr">
              <a:buNone/>
              <a:defRPr sz="850"/>
            </a:pPr>
            <a:r>
              <a:rPr sz="900">
                <a:solidFill>
                  <a:srgbClr val="2E4A00"/>
                </a:solidFill>
              </a:rPr>
              <a:t>Future: agent orchestration</a:t>
            </a:r>
            <a:endParaRPr lang="en-US" sz="800" dirty="0"/>
          </a:p>
        </p:txBody>
      </p:sp>
      <p:sp>
        <p:nvSpPr>
          <p:cNvPr id="29" name="Shape 18">
            <a:extLst>
              <a:ext uri="{FF2B5EF4-FFF2-40B4-BE49-F238E27FC236}">
                <a16:creationId xmlns:a16="http://schemas.microsoft.com/office/drawing/2014/main" id="{42885FA1-43AE-D809-4F41-67939BC3CB14}"/>
              </a:ext>
            </a:extLst>
          </p:cNvPr>
          <p:cNvSpPr/>
          <p:nvPr/>
        </p:nvSpPr>
        <p:spPr>
          <a:xfrm>
            <a:off x="7110984" y="2047240"/>
            <a:ext cx="347472" cy="256032"/>
          </a:xfrm>
          <a:prstGeom prst="rightArrow">
            <a:avLst/>
          </a:prstGeom>
          <a:solidFill>
            <a:srgbClr val="CBD5E1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IN" sz="1800"/>
          </a:p>
        </p:txBody>
      </p:sp>
      <p:sp>
        <p:nvSpPr>
          <p:cNvPr id="31" name="Shape 19">
            <a:extLst>
              <a:ext uri="{FF2B5EF4-FFF2-40B4-BE49-F238E27FC236}">
                <a16:creationId xmlns:a16="http://schemas.microsoft.com/office/drawing/2014/main" id="{91B7D4BD-63CC-ACB1-01B9-2261214A2B90}"/>
              </a:ext>
            </a:extLst>
          </p:cNvPr>
          <p:cNvSpPr/>
          <p:nvPr/>
        </p:nvSpPr>
        <p:spPr>
          <a:xfrm>
            <a:off x="7522464" y="1772920"/>
            <a:ext cx="1874520" cy="822960"/>
          </a:xfrm>
          <a:prstGeom prst="roundRect">
            <a:avLst>
              <a:gd name="adj" fmla="val 8889"/>
            </a:avLst>
          </a:prstGeom>
          <a:solidFill>
            <a:srgbClr val="F1F8E6"/>
          </a:solidFill>
          <a:ln w="15875">
            <a:solidFill>
              <a:srgbClr val="9ACB3B"/>
            </a:solidFill>
            <a:prstDash val="solid"/>
          </a:ln>
        </p:spPr>
        <p:txBody>
          <a:bodyPr/>
          <a:lstStyle/>
          <a:p>
            <a:endParaRPr lang="en-IN" sz="1800"/>
          </a:p>
        </p:txBody>
      </p:sp>
      <p:sp>
        <p:nvSpPr>
          <p:cNvPr id="33" name="Text 20">
            <a:extLst>
              <a:ext uri="{FF2B5EF4-FFF2-40B4-BE49-F238E27FC236}">
                <a16:creationId xmlns:a16="http://schemas.microsoft.com/office/drawing/2014/main" id="{E6B425F2-259A-BCFC-EDB1-E56933E2E913}"/>
              </a:ext>
            </a:extLst>
          </p:cNvPr>
          <p:cNvSpPr/>
          <p:nvPr/>
        </p:nvSpPr>
        <p:spPr>
          <a:xfrm>
            <a:off x="7613904" y="1955800"/>
            <a:ext cx="1691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b="1"/>
              <a:t>NemoClaw</a:t>
            </a:r>
            <a:endParaRPr lang="en-US" sz="1100" dirty="0"/>
          </a:p>
        </p:txBody>
      </p:sp>
      <p:sp>
        <p:nvSpPr>
          <p:cNvPr id="35" name="Text 21">
            <a:extLst>
              <a:ext uri="{FF2B5EF4-FFF2-40B4-BE49-F238E27FC236}">
                <a16:creationId xmlns:a16="http://schemas.microsoft.com/office/drawing/2014/main" id="{863241CA-DB19-24C1-4BC8-9D6BDDE78101}"/>
              </a:ext>
            </a:extLst>
          </p:cNvPr>
          <p:cNvSpPr/>
          <p:nvPr/>
        </p:nvSpPr>
        <p:spPr>
          <a:xfrm>
            <a:off x="7632192" y="2211832"/>
            <a:ext cx="1645920" cy="219456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 algn="ctr">
              <a:buNone/>
              <a:defRPr sz="850"/>
            </a:pPr>
            <a:r>
              <a:rPr sz="800">
                <a:solidFill>
                  <a:srgbClr val="2E4A00"/>
                </a:solidFill>
              </a:rPr>
              <a:t>Future: long-running agents</a:t>
            </a:r>
            <a:endParaRPr lang="en-US" sz="700" dirty="0"/>
          </a:p>
        </p:txBody>
      </p:sp>
      <p:sp>
        <p:nvSpPr>
          <p:cNvPr id="37" name="Shape 22">
            <a:extLst>
              <a:ext uri="{FF2B5EF4-FFF2-40B4-BE49-F238E27FC236}">
                <a16:creationId xmlns:a16="http://schemas.microsoft.com/office/drawing/2014/main" id="{778E7948-4B95-7512-563E-FED2C567049C}"/>
              </a:ext>
            </a:extLst>
          </p:cNvPr>
          <p:cNvSpPr/>
          <p:nvPr/>
        </p:nvSpPr>
        <p:spPr>
          <a:xfrm>
            <a:off x="9415272" y="2047240"/>
            <a:ext cx="347472" cy="256032"/>
          </a:xfrm>
          <a:prstGeom prst="rightArrow">
            <a:avLst/>
          </a:prstGeom>
          <a:solidFill>
            <a:srgbClr val="CBD5E1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IN" sz="1800"/>
          </a:p>
        </p:txBody>
      </p:sp>
      <p:sp>
        <p:nvSpPr>
          <p:cNvPr id="39" name="Shape 23">
            <a:extLst>
              <a:ext uri="{FF2B5EF4-FFF2-40B4-BE49-F238E27FC236}">
                <a16:creationId xmlns:a16="http://schemas.microsoft.com/office/drawing/2014/main" id="{9E89F7B8-1651-144B-7EA6-788C1FA5673E}"/>
              </a:ext>
            </a:extLst>
          </p:cNvPr>
          <p:cNvSpPr/>
          <p:nvPr/>
        </p:nvSpPr>
        <p:spPr>
          <a:xfrm>
            <a:off x="9826752" y="1772920"/>
            <a:ext cx="1874520" cy="822960"/>
          </a:xfrm>
          <a:prstGeom prst="roundRect">
            <a:avLst>
              <a:gd name="adj" fmla="val 8889"/>
            </a:avLst>
          </a:prstGeom>
          <a:solidFill>
            <a:srgbClr val="F1F8E6"/>
          </a:solidFill>
          <a:ln w="15875">
            <a:solidFill>
              <a:srgbClr val="9ACB3B"/>
            </a:solidFill>
            <a:prstDash val="solid"/>
          </a:ln>
        </p:spPr>
        <p:txBody>
          <a:bodyPr/>
          <a:lstStyle/>
          <a:p>
            <a:endParaRPr lang="en-IN" sz="1800"/>
          </a:p>
        </p:txBody>
      </p:sp>
      <p:sp>
        <p:nvSpPr>
          <p:cNvPr id="41" name="Text 24">
            <a:extLst>
              <a:ext uri="{FF2B5EF4-FFF2-40B4-BE49-F238E27FC236}">
                <a16:creationId xmlns:a16="http://schemas.microsoft.com/office/drawing/2014/main" id="{A622D4A9-6A80-D3B4-3C05-68BDE5F6F094}"/>
              </a:ext>
            </a:extLst>
          </p:cNvPr>
          <p:cNvSpPr/>
          <p:nvPr/>
        </p:nvSpPr>
        <p:spPr>
          <a:xfrm>
            <a:off x="9918192" y="1955800"/>
            <a:ext cx="1691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b="1"/>
              <a:t>GPU Compute</a:t>
            </a:r>
            <a:endParaRPr lang="en-US" sz="1100" dirty="0"/>
          </a:p>
        </p:txBody>
      </p:sp>
      <p:sp>
        <p:nvSpPr>
          <p:cNvPr id="43" name="Text 25">
            <a:extLst>
              <a:ext uri="{FF2B5EF4-FFF2-40B4-BE49-F238E27FC236}">
                <a16:creationId xmlns:a16="http://schemas.microsoft.com/office/drawing/2014/main" id="{C3F2911E-ECC0-34D4-0C53-8C33B7FD7A58}"/>
              </a:ext>
            </a:extLst>
          </p:cNvPr>
          <p:cNvSpPr/>
          <p:nvPr/>
        </p:nvSpPr>
        <p:spPr>
          <a:xfrm>
            <a:off x="9936480" y="2211832"/>
            <a:ext cx="1645920" cy="219456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 algn="ctr">
              <a:buNone/>
              <a:defRPr sz="850"/>
            </a:pPr>
            <a:r>
              <a:rPr sz="1000">
                <a:solidFill>
                  <a:srgbClr val="2E4A00"/>
                </a:solidFill>
              </a:rPr>
              <a:t>Future: latency optimization</a:t>
            </a:r>
            <a:endParaRPr lang="en-US" sz="900" dirty="0"/>
          </a:p>
        </p:txBody>
      </p:sp>
      <p:sp>
        <p:nvSpPr>
          <p:cNvPr id="45" name="Shape 26">
            <a:extLst>
              <a:ext uri="{FF2B5EF4-FFF2-40B4-BE49-F238E27FC236}">
                <a16:creationId xmlns:a16="http://schemas.microsoft.com/office/drawing/2014/main" id="{E9D26225-A9E4-5CF6-A804-98E04D67166F}"/>
              </a:ext>
            </a:extLst>
          </p:cNvPr>
          <p:cNvSpPr/>
          <p:nvPr/>
        </p:nvSpPr>
        <p:spPr>
          <a:xfrm>
            <a:off x="801624" y="3622392"/>
            <a:ext cx="2487168" cy="1818325"/>
          </a:xfrm>
          <a:prstGeom prst="roundRect">
            <a:avLst>
              <a:gd name="adj" fmla="val 7143"/>
            </a:avLst>
          </a:prstGeom>
          <a:solidFill>
            <a:srgbClr val="F8FAFC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IN" sz="1800"/>
          </a:p>
        </p:txBody>
      </p:sp>
      <p:sp>
        <p:nvSpPr>
          <p:cNvPr id="47" name="Text 27">
            <a:extLst>
              <a:ext uri="{FF2B5EF4-FFF2-40B4-BE49-F238E27FC236}">
                <a16:creationId xmlns:a16="http://schemas.microsoft.com/office/drawing/2014/main" id="{CCD647AB-FCD0-01E3-76A2-20EF4666FE22}"/>
              </a:ext>
            </a:extLst>
          </p:cNvPr>
          <p:cNvSpPr/>
          <p:nvPr/>
        </p:nvSpPr>
        <p:spPr>
          <a:xfrm>
            <a:off x="966216" y="3759552"/>
            <a:ext cx="2157984" cy="35717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sz="1600" b="1"/>
              <a:t>Current (today)</a:t>
            </a:r>
            <a:endParaRPr lang="en-US" sz="1200" dirty="0"/>
          </a:p>
        </p:txBody>
      </p:sp>
      <p:sp>
        <p:nvSpPr>
          <p:cNvPr id="49" name="Text 28">
            <a:extLst>
              <a:ext uri="{FF2B5EF4-FFF2-40B4-BE49-F238E27FC236}">
                <a16:creationId xmlns:a16="http://schemas.microsoft.com/office/drawing/2014/main" id="{B6522A89-CB94-9CCB-49F1-C2C5534AFDC6}"/>
              </a:ext>
            </a:extLst>
          </p:cNvPr>
          <p:cNvSpPr/>
          <p:nvPr/>
        </p:nvSpPr>
        <p:spPr>
          <a:xfrm>
            <a:off x="966216" y="4033873"/>
            <a:ext cx="2157984" cy="8766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Autofit/>
          </a:bodyPr>
          <a:lstStyle/>
          <a:p>
            <a:pPr marL="0" indent="0">
              <a:buNone/>
              <a:defRPr sz="1019"/>
            </a:pPr>
            <a:r>
              <a:rPr sz="1000"/>
              <a:t>Provider abstraction + BYOK already route to any model. The deterministic engine is the benchmark and fallback; the NVIDIA adapter stub is in place.</a:t>
            </a:r>
            <a:endParaRPr lang="en-US" sz="1000" dirty="0"/>
          </a:p>
        </p:txBody>
      </p:sp>
      <p:sp>
        <p:nvSpPr>
          <p:cNvPr id="51" name="Shape 29">
            <a:extLst>
              <a:ext uri="{FF2B5EF4-FFF2-40B4-BE49-F238E27FC236}">
                <a16:creationId xmlns:a16="http://schemas.microsoft.com/office/drawing/2014/main" id="{536F56FB-9EC4-F97A-E0EC-E806E0A85DDD}"/>
              </a:ext>
            </a:extLst>
          </p:cNvPr>
          <p:cNvSpPr/>
          <p:nvPr/>
        </p:nvSpPr>
        <p:spPr>
          <a:xfrm>
            <a:off x="3425952" y="3622392"/>
            <a:ext cx="2487168" cy="1818325"/>
          </a:xfrm>
          <a:prstGeom prst="roundRect">
            <a:avLst>
              <a:gd name="adj" fmla="val 7143"/>
            </a:avLst>
          </a:prstGeom>
          <a:solidFill>
            <a:srgbClr val="F8FAFC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IN" sz="1800"/>
          </a:p>
        </p:txBody>
      </p:sp>
      <p:sp>
        <p:nvSpPr>
          <p:cNvPr id="53" name="Text 30">
            <a:extLst>
              <a:ext uri="{FF2B5EF4-FFF2-40B4-BE49-F238E27FC236}">
                <a16:creationId xmlns:a16="http://schemas.microsoft.com/office/drawing/2014/main" id="{8F394602-8C6E-562B-A7B8-5FAA85F4CF1F}"/>
              </a:ext>
            </a:extLst>
          </p:cNvPr>
          <p:cNvSpPr/>
          <p:nvPr/>
        </p:nvSpPr>
        <p:spPr>
          <a:xfrm>
            <a:off x="3590544" y="3759552"/>
            <a:ext cx="2157984" cy="35717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sz="1600" b="1"/>
              <a:t>Hackathon build</a:t>
            </a:r>
            <a:endParaRPr lang="en-US" sz="1200" dirty="0"/>
          </a:p>
        </p:txBody>
      </p:sp>
      <p:sp>
        <p:nvSpPr>
          <p:cNvPr id="55" name="Text 31">
            <a:extLst>
              <a:ext uri="{FF2B5EF4-FFF2-40B4-BE49-F238E27FC236}">
                <a16:creationId xmlns:a16="http://schemas.microsoft.com/office/drawing/2014/main" id="{AFEBF1CB-1088-600B-53B0-03346D66B8E3}"/>
              </a:ext>
            </a:extLst>
          </p:cNvPr>
          <p:cNvSpPr/>
          <p:nvPr/>
        </p:nvSpPr>
        <p:spPr>
          <a:xfrm>
            <a:off x="3590544" y="4033873"/>
            <a:ext cx="2157984" cy="8766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Autofit/>
          </a:bodyPr>
          <a:lstStyle/>
          <a:p>
            <a:pPr marL="0" indent="0">
              <a:buNone/>
              <a:defRPr sz="1019"/>
            </a:pPr>
            <a:r>
              <a:rPr sz="1000"/>
              <a:t>Swap NVIDIA NIM endpoints + Nemotron into the existing adapter for live reasoning and seller drafts — no architecture change required.</a:t>
            </a:r>
            <a:endParaRPr lang="en-US" sz="1000" dirty="0"/>
          </a:p>
        </p:txBody>
      </p:sp>
      <p:sp>
        <p:nvSpPr>
          <p:cNvPr id="57" name="Shape 32">
            <a:extLst>
              <a:ext uri="{FF2B5EF4-FFF2-40B4-BE49-F238E27FC236}">
                <a16:creationId xmlns:a16="http://schemas.microsoft.com/office/drawing/2014/main" id="{8193B37F-32B2-9CC6-609B-89A870D602B3}"/>
              </a:ext>
            </a:extLst>
          </p:cNvPr>
          <p:cNvSpPr/>
          <p:nvPr/>
        </p:nvSpPr>
        <p:spPr>
          <a:xfrm>
            <a:off x="6050280" y="3622392"/>
            <a:ext cx="2487168" cy="1818325"/>
          </a:xfrm>
          <a:prstGeom prst="roundRect">
            <a:avLst>
              <a:gd name="adj" fmla="val 7143"/>
            </a:avLst>
          </a:prstGeom>
          <a:solidFill>
            <a:srgbClr val="F8FAFC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IN" sz="1800"/>
          </a:p>
        </p:txBody>
      </p:sp>
      <p:sp>
        <p:nvSpPr>
          <p:cNvPr id="59" name="Text 33">
            <a:extLst>
              <a:ext uri="{FF2B5EF4-FFF2-40B4-BE49-F238E27FC236}">
                <a16:creationId xmlns:a16="http://schemas.microsoft.com/office/drawing/2014/main" id="{B2DC0874-CC88-D382-AD32-EA0C7AEC12F7}"/>
              </a:ext>
            </a:extLst>
          </p:cNvPr>
          <p:cNvSpPr/>
          <p:nvPr/>
        </p:nvSpPr>
        <p:spPr>
          <a:xfrm>
            <a:off x="6214872" y="3759552"/>
            <a:ext cx="2157984" cy="35717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sz="1600" b="1"/>
              <a:t>Future</a:t>
            </a:r>
            <a:endParaRPr lang="en-US" sz="1200" dirty="0"/>
          </a:p>
        </p:txBody>
      </p:sp>
      <p:sp>
        <p:nvSpPr>
          <p:cNvPr id="61" name="Text 34">
            <a:extLst>
              <a:ext uri="{FF2B5EF4-FFF2-40B4-BE49-F238E27FC236}">
                <a16:creationId xmlns:a16="http://schemas.microsoft.com/office/drawing/2014/main" id="{91A3DD47-0737-5415-2B8C-7D70ED826274}"/>
              </a:ext>
            </a:extLst>
          </p:cNvPr>
          <p:cNvSpPr/>
          <p:nvPr/>
        </p:nvSpPr>
        <p:spPr>
          <a:xfrm>
            <a:off x="6214872" y="4033873"/>
            <a:ext cx="2157984" cy="8766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Autofit/>
          </a:bodyPr>
          <a:lstStyle/>
          <a:p>
            <a:pPr marL="0" indent="0">
              <a:buNone/>
              <a:defRPr sz="1019"/>
            </a:pPr>
            <a:r>
              <a:rPr sz="1000"/>
              <a:t>NeMo Agent Toolkit orchestration, NemoClaw long-running agents, Triton + GPU optimization, and agent evaluation at scale.</a:t>
            </a:r>
            <a:endParaRPr lang="en-US" sz="1000" dirty="0"/>
          </a:p>
        </p:txBody>
      </p:sp>
      <p:sp>
        <p:nvSpPr>
          <p:cNvPr id="63" name="Shape 35">
            <a:extLst>
              <a:ext uri="{FF2B5EF4-FFF2-40B4-BE49-F238E27FC236}">
                <a16:creationId xmlns:a16="http://schemas.microsoft.com/office/drawing/2014/main" id="{99715584-26B0-DA2F-A1CC-334630FF452C}"/>
              </a:ext>
            </a:extLst>
          </p:cNvPr>
          <p:cNvSpPr/>
          <p:nvPr/>
        </p:nvSpPr>
        <p:spPr>
          <a:xfrm>
            <a:off x="8674608" y="3622392"/>
            <a:ext cx="2487168" cy="1818325"/>
          </a:xfrm>
          <a:prstGeom prst="roundRect">
            <a:avLst>
              <a:gd name="adj" fmla="val 7143"/>
            </a:avLst>
          </a:prstGeom>
          <a:solidFill>
            <a:srgbClr val="F8FAFC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IN" sz="1800"/>
          </a:p>
        </p:txBody>
      </p:sp>
      <p:sp>
        <p:nvSpPr>
          <p:cNvPr id="513" name="Text 36">
            <a:extLst>
              <a:ext uri="{FF2B5EF4-FFF2-40B4-BE49-F238E27FC236}">
                <a16:creationId xmlns:a16="http://schemas.microsoft.com/office/drawing/2014/main" id="{B4665781-C99D-AB03-86CB-FCEB3619E4CA}"/>
              </a:ext>
            </a:extLst>
          </p:cNvPr>
          <p:cNvSpPr/>
          <p:nvPr/>
        </p:nvSpPr>
        <p:spPr>
          <a:xfrm>
            <a:off x="8839200" y="3759552"/>
            <a:ext cx="2157984" cy="35717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sz="1600" b="1"/>
              <a:t>Visible proof in demo</a:t>
            </a:r>
            <a:endParaRPr lang="en-US" sz="1200" dirty="0"/>
          </a:p>
        </p:txBody>
      </p:sp>
      <p:sp>
        <p:nvSpPr>
          <p:cNvPr id="515" name="Text 37">
            <a:extLst>
              <a:ext uri="{FF2B5EF4-FFF2-40B4-BE49-F238E27FC236}">
                <a16:creationId xmlns:a16="http://schemas.microsoft.com/office/drawing/2014/main" id="{F89A8A4F-0AAE-D5CC-2B6E-05590FC113F7}"/>
              </a:ext>
            </a:extLst>
          </p:cNvPr>
          <p:cNvSpPr/>
          <p:nvPr/>
        </p:nvSpPr>
        <p:spPr>
          <a:xfrm>
            <a:off x="8839200" y="4033873"/>
            <a:ext cx="2157984" cy="8766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  <a:defRPr sz="1019"/>
            </a:pPr>
            <a:r>
              <a:rPr sz="1000"/>
              <a:t>Agent traces, model calls, structured outputs, latency timings, decision ledger, and the human-approval path — all already in the product.</a:t>
            </a:r>
            <a:endParaRPr lang="en-US" sz="1000" dirty="0"/>
          </a:p>
        </p:txBody>
      </p:sp>
    </p:spTree>
    <p:extLst>
      <p:ext uri="{BB962C8B-B14F-4D97-AF65-F5344CB8AC3E}">
        <p14:creationId xmlns:p14="http://schemas.microsoft.com/office/powerpoint/2010/main" val="94969033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9">
          <a:extLst>
            <a:ext uri="{FF2B5EF4-FFF2-40B4-BE49-F238E27FC236}">
              <a16:creationId xmlns:a16="http://schemas.microsoft.com/office/drawing/2014/main" id="{6FB33326-3791-C99C-F20F-7DC8E0A24C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40" name="Google Shape;540;g3e23138d502_0_1296">
            <a:extLst>
              <a:ext uri="{FF2B5EF4-FFF2-40B4-BE49-F238E27FC236}">
                <a16:creationId xmlns:a16="http://schemas.microsoft.com/office/drawing/2014/main" id="{8BAC0B9E-C989-7301-131F-94C12D8DC6E6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79026" y="6105425"/>
            <a:ext cx="1980568" cy="567900"/>
          </a:xfrm>
          <a:prstGeom prst="rect">
            <a:avLst/>
          </a:prstGeom>
          <a:noFill/>
          <a:ln>
            <a:noFill/>
          </a:ln>
        </p:spPr>
      </p:pic>
      <p:sp>
        <p:nvSpPr>
          <p:cNvPr id="541" name="Google Shape;541;g3e23138d502_0_1296">
            <a:extLst>
              <a:ext uri="{FF2B5EF4-FFF2-40B4-BE49-F238E27FC236}">
                <a16:creationId xmlns:a16="http://schemas.microsoft.com/office/drawing/2014/main" id="{E24E946A-99F6-A5FA-BFDE-52BB5149DDE0}"/>
              </a:ext>
            </a:extLst>
          </p:cNvPr>
          <p:cNvSpPr txBox="1"/>
          <p:nvPr/>
        </p:nvSpPr>
        <p:spPr>
          <a:xfrm>
            <a:off x="1221698" y="2323475"/>
            <a:ext cx="9766200" cy="5231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orbel"/>
              <a:buNone/>
            </a:pPr>
            <a:r>
              <a:rPr lang="en-US" sz="2800" b="0" i="0" u="none" strike="noStrike" cap="none">
                <a:solidFill>
                  <a:srgbClr val="FFFFFF"/>
                </a:solidFill>
                <a:latin typeface="+mj-lt"/>
                <a:ea typeface="Corbel"/>
                <a:cs typeface="Corbel"/>
                <a:sym typeface="Corbel"/>
              </a:rPr>
              <a:t xml:space="preserve"> </a:t>
            </a:r>
            <a:endParaRPr sz="2000" b="0" i="0" u="none" strike="noStrike" cap="none">
              <a:solidFill>
                <a:srgbClr val="000000"/>
              </a:solidFill>
              <a:latin typeface="+mj-lt"/>
              <a:ea typeface="Arial"/>
              <a:cs typeface="Arial"/>
              <a:sym typeface="Arial"/>
            </a:endParaRPr>
          </a:p>
        </p:txBody>
      </p:sp>
      <p:sp>
        <p:nvSpPr>
          <p:cNvPr id="5" name="Text 1">
            <a:extLst>
              <a:ext uri="{FF2B5EF4-FFF2-40B4-BE49-F238E27FC236}">
                <a16:creationId xmlns:a16="http://schemas.microsoft.com/office/drawing/2014/main" id="{08863CA3-5A49-0FD9-287F-4D5BA2914C04}"/>
              </a:ext>
            </a:extLst>
          </p:cNvPr>
          <p:cNvSpPr/>
          <p:nvPr/>
        </p:nvSpPr>
        <p:spPr>
          <a:xfrm>
            <a:off x="630936" y="180528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sz="2400" b="1" dirty="0"/>
              <a:t>Development and deployment approach</a:t>
            </a:r>
            <a:endParaRPr lang="en-US" sz="2000" dirty="0"/>
          </a:p>
        </p:txBody>
      </p:sp>
      <p:sp>
        <p:nvSpPr>
          <p:cNvPr id="7" name="Text 2">
            <a:extLst>
              <a:ext uri="{FF2B5EF4-FFF2-40B4-BE49-F238E27FC236}">
                <a16:creationId xmlns:a16="http://schemas.microsoft.com/office/drawing/2014/main" id="{2A59EEFE-8B1A-34FE-B547-B4F56D0F1899}"/>
              </a:ext>
            </a:extLst>
          </p:cNvPr>
          <p:cNvSpPr/>
          <p:nvPr/>
        </p:nvSpPr>
        <p:spPr>
          <a:xfrm>
            <a:off x="685800" y="621792"/>
            <a:ext cx="10561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sz="1200"/>
              <a:t>What we did differently: an enterprise-grade workflow around typed agents, observability, and human approval — not a generic chatbot wrapper.</a:t>
            </a:r>
            <a:endParaRPr lang="en-US" sz="1250" dirty="0"/>
          </a:p>
        </p:txBody>
      </p:sp>
      <p:sp>
        <p:nvSpPr>
          <p:cNvPr id="9" name="Shape 7">
            <a:extLst>
              <a:ext uri="{FF2B5EF4-FFF2-40B4-BE49-F238E27FC236}">
                <a16:creationId xmlns:a16="http://schemas.microsoft.com/office/drawing/2014/main" id="{1B3DB121-B860-3A17-276B-8C5A3D7C416C}"/>
              </a:ext>
            </a:extLst>
          </p:cNvPr>
          <p:cNvSpPr/>
          <p:nvPr/>
        </p:nvSpPr>
        <p:spPr>
          <a:xfrm>
            <a:off x="685800" y="1600200"/>
            <a:ext cx="3474720" cy="1170432"/>
          </a:xfrm>
          <a:prstGeom prst="roundRect">
            <a:avLst>
              <a:gd name="adj" fmla="val 6250"/>
            </a:avLst>
          </a:prstGeom>
          <a:solidFill>
            <a:srgbClr val="FFF4EC"/>
          </a:solidFill>
          <a:ln w="12700">
            <a:solidFill>
              <a:srgbClr val="FED7AA"/>
            </a:solidFill>
            <a:prstDash val="solid"/>
          </a:ln>
        </p:spPr>
        <p:txBody>
          <a:bodyPr/>
          <a:lstStyle/>
          <a:p>
            <a:endParaRPr lang="en-IN" sz="2000">
              <a:latin typeface="+mj-lt"/>
            </a:endParaRPr>
          </a:p>
        </p:txBody>
      </p:sp>
      <p:sp>
        <p:nvSpPr>
          <p:cNvPr id="11" name="Text 8">
            <a:extLst>
              <a:ext uri="{FF2B5EF4-FFF2-40B4-BE49-F238E27FC236}">
                <a16:creationId xmlns:a16="http://schemas.microsoft.com/office/drawing/2014/main" id="{831C0A34-120D-FF33-785F-0BF8173966CB}"/>
              </a:ext>
            </a:extLst>
          </p:cNvPr>
          <p:cNvSpPr/>
          <p:nvPr/>
        </p:nvSpPr>
        <p:spPr>
          <a:xfrm>
            <a:off x="850392" y="1737360"/>
            <a:ext cx="31455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sz="1800" b="1">
                <a:latin typeface="+mj-lt"/>
              </a:rPr>
              <a:t>1. Define contracts</a:t>
            </a:r>
            <a:endParaRPr lang="en-US" dirty="0">
              <a:latin typeface="+mj-lt"/>
            </a:endParaRPr>
          </a:p>
        </p:txBody>
      </p:sp>
      <p:sp>
        <p:nvSpPr>
          <p:cNvPr id="13" name="Text 9">
            <a:extLst>
              <a:ext uri="{FF2B5EF4-FFF2-40B4-BE49-F238E27FC236}">
                <a16:creationId xmlns:a16="http://schemas.microsoft.com/office/drawing/2014/main" id="{7ED50B15-CAFA-5D0E-8DED-BB154D9C0DAB}"/>
              </a:ext>
            </a:extLst>
          </p:cNvPr>
          <p:cNvSpPr/>
          <p:nvPr/>
        </p:nvSpPr>
        <p:spPr>
          <a:xfrm>
            <a:off x="850392" y="2011680"/>
            <a:ext cx="3145536" cy="6400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  <a:defRPr sz="1019"/>
            </a:pPr>
            <a:r>
              <a:rPr sz="1200">
                <a:latin typeface="+mj-lt"/>
              </a:rPr>
              <a:t>Each agent has role, inputs, tools, output schema, allowed data, confidence logic, and escalation conditions.</a:t>
            </a:r>
            <a:endParaRPr lang="en-US" sz="1100" dirty="0">
              <a:latin typeface="+mj-lt"/>
            </a:endParaRPr>
          </a:p>
        </p:txBody>
      </p:sp>
      <p:sp>
        <p:nvSpPr>
          <p:cNvPr id="15" name="Shape 10">
            <a:extLst>
              <a:ext uri="{FF2B5EF4-FFF2-40B4-BE49-F238E27FC236}">
                <a16:creationId xmlns:a16="http://schemas.microsoft.com/office/drawing/2014/main" id="{DA887984-AD32-3CB7-CBE5-0C0DFE07E147}"/>
              </a:ext>
            </a:extLst>
          </p:cNvPr>
          <p:cNvSpPr/>
          <p:nvPr/>
        </p:nvSpPr>
        <p:spPr>
          <a:xfrm>
            <a:off x="4361688" y="1600200"/>
            <a:ext cx="3474720" cy="1170432"/>
          </a:xfrm>
          <a:prstGeom prst="roundRect">
            <a:avLst>
              <a:gd name="adj" fmla="val 6250"/>
            </a:avLst>
          </a:prstGeom>
          <a:solidFill>
            <a:srgbClr val="F8FAFC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IN" sz="2000">
              <a:latin typeface="+mj-lt"/>
            </a:endParaRPr>
          </a:p>
        </p:txBody>
      </p:sp>
      <p:sp>
        <p:nvSpPr>
          <p:cNvPr id="17" name="Text 11">
            <a:extLst>
              <a:ext uri="{FF2B5EF4-FFF2-40B4-BE49-F238E27FC236}">
                <a16:creationId xmlns:a16="http://schemas.microsoft.com/office/drawing/2014/main" id="{3388F341-3061-66B3-3284-01002896891E}"/>
              </a:ext>
            </a:extLst>
          </p:cNvPr>
          <p:cNvSpPr/>
          <p:nvPr/>
        </p:nvSpPr>
        <p:spPr>
          <a:xfrm>
            <a:off x="4526280" y="1737360"/>
            <a:ext cx="31455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sz="1800" b="1">
                <a:latin typeface="+mj-lt"/>
              </a:rPr>
              <a:t>2. Build dataset service</a:t>
            </a:r>
            <a:endParaRPr lang="en-US" dirty="0">
              <a:latin typeface="+mj-lt"/>
            </a:endParaRPr>
          </a:p>
        </p:txBody>
      </p:sp>
      <p:sp>
        <p:nvSpPr>
          <p:cNvPr id="19" name="Text 12">
            <a:extLst>
              <a:ext uri="{FF2B5EF4-FFF2-40B4-BE49-F238E27FC236}">
                <a16:creationId xmlns:a16="http://schemas.microsoft.com/office/drawing/2014/main" id="{6D6D6F68-0281-A4AC-F7D4-04CA83C01E1F}"/>
              </a:ext>
            </a:extLst>
          </p:cNvPr>
          <p:cNvSpPr/>
          <p:nvPr/>
        </p:nvSpPr>
        <p:spPr>
          <a:xfrm>
            <a:off x="4526280" y="2011680"/>
            <a:ext cx="3145536" cy="6400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  <a:defRPr sz="1019"/>
            </a:pPr>
            <a:r>
              <a:rPr sz="1200">
                <a:latin typeface="+mj-lt"/>
              </a:rPr>
              <a:t>Synthetic SMB accounts plus a HubSpot test-CRM connector — spend, support, product usage, campaign, and engagement signals with edge cases.</a:t>
            </a:r>
            <a:endParaRPr lang="en-US" sz="1100" dirty="0">
              <a:latin typeface="+mj-lt"/>
            </a:endParaRPr>
          </a:p>
        </p:txBody>
      </p:sp>
      <p:sp>
        <p:nvSpPr>
          <p:cNvPr id="21" name="Shape 13">
            <a:extLst>
              <a:ext uri="{FF2B5EF4-FFF2-40B4-BE49-F238E27FC236}">
                <a16:creationId xmlns:a16="http://schemas.microsoft.com/office/drawing/2014/main" id="{6FD96D4C-62EF-F389-68E3-6E1240246467}"/>
              </a:ext>
            </a:extLst>
          </p:cNvPr>
          <p:cNvSpPr/>
          <p:nvPr/>
        </p:nvSpPr>
        <p:spPr>
          <a:xfrm>
            <a:off x="8037576" y="1600200"/>
            <a:ext cx="3474720" cy="1170432"/>
          </a:xfrm>
          <a:prstGeom prst="roundRect">
            <a:avLst>
              <a:gd name="adj" fmla="val 6250"/>
            </a:avLst>
          </a:prstGeom>
          <a:solidFill>
            <a:srgbClr val="F8FAFC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IN" sz="2000">
              <a:latin typeface="+mj-lt"/>
            </a:endParaRPr>
          </a:p>
        </p:txBody>
      </p:sp>
      <p:sp>
        <p:nvSpPr>
          <p:cNvPr id="23" name="Text 14">
            <a:extLst>
              <a:ext uri="{FF2B5EF4-FFF2-40B4-BE49-F238E27FC236}">
                <a16:creationId xmlns:a16="http://schemas.microsoft.com/office/drawing/2014/main" id="{64A466D0-7D51-6449-3516-49FF50DE8079}"/>
              </a:ext>
            </a:extLst>
          </p:cNvPr>
          <p:cNvSpPr/>
          <p:nvPr/>
        </p:nvSpPr>
        <p:spPr>
          <a:xfrm>
            <a:off x="8202168" y="1737360"/>
            <a:ext cx="31455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sz="1800" b="1">
                <a:latin typeface="+mj-lt"/>
              </a:rPr>
              <a:t>3. Provider abstraction</a:t>
            </a:r>
            <a:endParaRPr lang="en-US" dirty="0">
              <a:latin typeface="+mj-lt"/>
            </a:endParaRPr>
          </a:p>
        </p:txBody>
      </p:sp>
      <p:sp>
        <p:nvSpPr>
          <p:cNvPr id="25" name="Text 15">
            <a:extLst>
              <a:ext uri="{FF2B5EF4-FFF2-40B4-BE49-F238E27FC236}">
                <a16:creationId xmlns:a16="http://schemas.microsoft.com/office/drawing/2014/main" id="{8D8CFEDC-998C-65DC-1087-C6DC52527FD7}"/>
              </a:ext>
            </a:extLst>
          </p:cNvPr>
          <p:cNvSpPr/>
          <p:nvPr/>
        </p:nvSpPr>
        <p:spPr>
          <a:xfrm>
            <a:off x="8202168" y="2011680"/>
            <a:ext cx="3145536" cy="6400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  <a:defRPr sz="1019"/>
            </a:pPr>
            <a:r>
              <a:rPr sz="1200">
                <a:latin typeface="+mj-lt"/>
              </a:rPr>
              <a:t>ModelAdapter routes to any provider; the deterministic engine is the benchmark; NVIDIA NIM / Nemotron plug in through the same typed contract.</a:t>
            </a:r>
            <a:endParaRPr lang="en-US" sz="1100" dirty="0">
              <a:latin typeface="+mj-lt"/>
            </a:endParaRPr>
          </a:p>
        </p:txBody>
      </p:sp>
      <p:sp>
        <p:nvSpPr>
          <p:cNvPr id="27" name="Shape 16">
            <a:extLst>
              <a:ext uri="{FF2B5EF4-FFF2-40B4-BE49-F238E27FC236}">
                <a16:creationId xmlns:a16="http://schemas.microsoft.com/office/drawing/2014/main" id="{F2EFBC41-B58D-E5B6-9759-6DBF868B5E88}"/>
              </a:ext>
            </a:extLst>
          </p:cNvPr>
          <p:cNvSpPr/>
          <p:nvPr/>
        </p:nvSpPr>
        <p:spPr>
          <a:xfrm>
            <a:off x="685800" y="3246120"/>
            <a:ext cx="3474720" cy="1170432"/>
          </a:xfrm>
          <a:prstGeom prst="roundRect">
            <a:avLst>
              <a:gd name="adj" fmla="val 6250"/>
            </a:avLst>
          </a:prstGeom>
          <a:solidFill>
            <a:srgbClr val="F8FAFC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IN" sz="2000">
              <a:latin typeface="+mj-lt"/>
            </a:endParaRPr>
          </a:p>
        </p:txBody>
      </p:sp>
      <p:sp>
        <p:nvSpPr>
          <p:cNvPr id="29" name="Text 17">
            <a:extLst>
              <a:ext uri="{FF2B5EF4-FFF2-40B4-BE49-F238E27FC236}">
                <a16:creationId xmlns:a16="http://schemas.microsoft.com/office/drawing/2014/main" id="{2E08617B-0EEC-0AE3-DB80-C46F056B7F8C}"/>
              </a:ext>
            </a:extLst>
          </p:cNvPr>
          <p:cNvSpPr/>
          <p:nvPr/>
        </p:nvSpPr>
        <p:spPr>
          <a:xfrm>
            <a:off x="850392" y="3383280"/>
            <a:ext cx="31455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sz="1800" b="1">
                <a:latin typeface="+mj-lt"/>
              </a:rPr>
              <a:t>4. Add action layer</a:t>
            </a:r>
            <a:endParaRPr lang="en-US" dirty="0">
              <a:latin typeface="+mj-lt"/>
            </a:endParaRPr>
          </a:p>
        </p:txBody>
      </p:sp>
      <p:sp>
        <p:nvSpPr>
          <p:cNvPr id="31" name="Text 18">
            <a:extLst>
              <a:ext uri="{FF2B5EF4-FFF2-40B4-BE49-F238E27FC236}">
                <a16:creationId xmlns:a16="http://schemas.microsoft.com/office/drawing/2014/main" id="{071A4AB2-33F7-EBEA-7D8F-3FB505B8F033}"/>
              </a:ext>
            </a:extLst>
          </p:cNvPr>
          <p:cNvSpPr/>
          <p:nvPr/>
        </p:nvSpPr>
        <p:spPr>
          <a:xfrm>
            <a:off x="850392" y="3657600"/>
            <a:ext cx="3145536" cy="6400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  <a:defRPr sz="1019"/>
            </a:pPr>
            <a:r>
              <a:rPr sz="1200">
                <a:latin typeface="+mj-lt"/>
              </a:rPr>
              <a:t>Rank accounts, explain why, recommend next actions, generate seller-ready call scripts and email drafts, then orchestrate execution.</a:t>
            </a:r>
            <a:endParaRPr lang="en-US" sz="1100" dirty="0">
              <a:latin typeface="+mj-lt"/>
            </a:endParaRPr>
          </a:p>
        </p:txBody>
      </p:sp>
      <p:sp>
        <p:nvSpPr>
          <p:cNvPr id="33" name="Shape 19">
            <a:extLst>
              <a:ext uri="{FF2B5EF4-FFF2-40B4-BE49-F238E27FC236}">
                <a16:creationId xmlns:a16="http://schemas.microsoft.com/office/drawing/2014/main" id="{3E3143B2-2387-864F-1875-82601AA0A96A}"/>
              </a:ext>
            </a:extLst>
          </p:cNvPr>
          <p:cNvSpPr/>
          <p:nvPr/>
        </p:nvSpPr>
        <p:spPr>
          <a:xfrm>
            <a:off x="4361688" y="3246120"/>
            <a:ext cx="3474720" cy="1170432"/>
          </a:xfrm>
          <a:prstGeom prst="roundRect">
            <a:avLst>
              <a:gd name="adj" fmla="val 6250"/>
            </a:avLst>
          </a:prstGeom>
          <a:solidFill>
            <a:srgbClr val="F8FAFC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IN" sz="2000">
              <a:latin typeface="+mj-lt"/>
            </a:endParaRPr>
          </a:p>
        </p:txBody>
      </p:sp>
      <p:sp>
        <p:nvSpPr>
          <p:cNvPr id="35" name="Text 20">
            <a:extLst>
              <a:ext uri="{FF2B5EF4-FFF2-40B4-BE49-F238E27FC236}">
                <a16:creationId xmlns:a16="http://schemas.microsoft.com/office/drawing/2014/main" id="{045DC2B0-D4D5-D92A-A3B7-1BD3D4368A7B}"/>
              </a:ext>
            </a:extLst>
          </p:cNvPr>
          <p:cNvSpPr/>
          <p:nvPr/>
        </p:nvSpPr>
        <p:spPr>
          <a:xfrm>
            <a:off x="4526280" y="3383280"/>
            <a:ext cx="31455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sz="1800" b="1">
                <a:latin typeface="+mj-lt"/>
              </a:rPr>
              <a:t>5. Add governance</a:t>
            </a:r>
            <a:endParaRPr lang="en-US" dirty="0">
              <a:latin typeface="+mj-lt"/>
            </a:endParaRPr>
          </a:p>
        </p:txBody>
      </p:sp>
      <p:sp>
        <p:nvSpPr>
          <p:cNvPr id="37" name="Text 21">
            <a:extLst>
              <a:ext uri="{FF2B5EF4-FFF2-40B4-BE49-F238E27FC236}">
                <a16:creationId xmlns:a16="http://schemas.microsoft.com/office/drawing/2014/main" id="{C41403F9-96FE-F09B-14A5-5C2D3A9A407A}"/>
              </a:ext>
            </a:extLst>
          </p:cNvPr>
          <p:cNvSpPr/>
          <p:nvPr/>
        </p:nvSpPr>
        <p:spPr>
          <a:xfrm>
            <a:off x="4526280" y="3657600"/>
            <a:ext cx="3145536" cy="6400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  <a:defRPr sz="1019"/>
            </a:pPr>
            <a:r>
              <a:rPr sz="1200">
                <a:latin typeface="+mj-lt"/>
              </a:rPr>
              <a:t>Decision ledger with evidence, caveats, confidence, source trace, and approval before action.</a:t>
            </a:r>
            <a:endParaRPr lang="en-US" sz="1100" dirty="0">
              <a:latin typeface="+mj-lt"/>
            </a:endParaRPr>
          </a:p>
        </p:txBody>
      </p:sp>
      <p:sp>
        <p:nvSpPr>
          <p:cNvPr id="39" name="Shape 22">
            <a:extLst>
              <a:ext uri="{FF2B5EF4-FFF2-40B4-BE49-F238E27FC236}">
                <a16:creationId xmlns:a16="http://schemas.microsoft.com/office/drawing/2014/main" id="{A8E05F1E-D2D3-912B-41A0-6F71F7769062}"/>
              </a:ext>
            </a:extLst>
          </p:cNvPr>
          <p:cNvSpPr/>
          <p:nvPr/>
        </p:nvSpPr>
        <p:spPr>
          <a:xfrm>
            <a:off x="8037576" y="3246120"/>
            <a:ext cx="3474720" cy="1170432"/>
          </a:xfrm>
          <a:prstGeom prst="roundRect">
            <a:avLst>
              <a:gd name="adj" fmla="val 6250"/>
            </a:avLst>
          </a:prstGeom>
          <a:solidFill>
            <a:srgbClr val="F8FAFC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IN" sz="2000">
              <a:latin typeface="+mj-lt"/>
            </a:endParaRPr>
          </a:p>
        </p:txBody>
      </p:sp>
      <p:sp>
        <p:nvSpPr>
          <p:cNvPr id="41" name="Text 23">
            <a:extLst>
              <a:ext uri="{FF2B5EF4-FFF2-40B4-BE49-F238E27FC236}">
                <a16:creationId xmlns:a16="http://schemas.microsoft.com/office/drawing/2014/main" id="{FCD4C600-385D-D7DB-16F3-01BC8E7B83BC}"/>
              </a:ext>
            </a:extLst>
          </p:cNvPr>
          <p:cNvSpPr/>
          <p:nvPr/>
        </p:nvSpPr>
        <p:spPr>
          <a:xfrm>
            <a:off x="8202168" y="3383280"/>
            <a:ext cx="31455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sz="1800" b="1">
                <a:latin typeface="+mj-lt"/>
              </a:rPr>
              <a:t>6. Deploy and evaluate</a:t>
            </a:r>
            <a:endParaRPr lang="en-US" dirty="0">
              <a:latin typeface="+mj-lt"/>
            </a:endParaRPr>
          </a:p>
        </p:txBody>
      </p:sp>
      <p:sp>
        <p:nvSpPr>
          <p:cNvPr id="43" name="Text 24">
            <a:extLst>
              <a:ext uri="{FF2B5EF4-FFF2-40B4-BE49-F238E27FC236}">
                <a16:creationId xmlns:a16="http://schemas.microsoft.com/office/drawing/2014/main" id="{ADE76726-6FAD-6FD4-E8E4-A8044481F112}"/>
              </a:ext>
            </a:extLst>
          </p:cNvPr>
          <p:cNvSpPr/>
          <p:nvPr/>
        </p:nvSpPr>
        <p:spPr>
          <a:xfrm>
            <a:off x="8202168" y="3657600"/>
            <a:ext cx="3145536" cy="6400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  <a:defRPr sz="1019"/>
            </a:pPr>
            <a:r>
              <a:rPr sz="1200">
                <a:latin typeface="+mj-lt"/>
              </a:rPr>
              <a:t>Deployed to Vercel + Render with latency profiling, automated evals (10/10), evidence checks, and reviewer-visible agent traces.</a:t>
            </a:r>
            <a:endParaRPr lang="en-US" sz="1100" dirty="0">
              <a:latin typeface="+mj-lt"/>
            </a:endParaRPr>
          </a:p>
        </p:txBody>
      </p:sp>
      <p:sp>
        <p:nvSpPr>
          <p:cNvPr id="542" name="Rounded Rectangle 541"/>
          <p:cNvSpPr/>
          <p:nvPr/>
        </p:nvSpPr>
        <p:spPr>
          <a:xfrm>
            <a:off x="685800" y="4882896"/>
            <a:ext cx="10835640" cy="566928"/>
          </a:xfrm>
          <a:prstGeom prst="roundRect">
            <a:avLst>
              <a:gd name="adj" fmla="val 5000"/>
            </a:avLst>
          </a:prstGeom>
          <a:solidFill>
            <a:srgbClr val="F1F8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6032" rIns="182880" rtlCol="0" anchor="ctr"/>
          <a:lstStyle/>
          <a:p>
            <a:pPr algn="l"/>
            <a:r>
              <a:rPr sz="1200" b="1" i="0">
                <a:solidFill>
                  <a:srgbClr val="0B1B3D"/>
                </a:solidFill>
                <a:latin typeface="NVIDIA Sans"/>
              </a:rPr>
              <a:t xml:space="preserve">Architecture in production:  </a:t>
            </a:r>
            <a:r>
              <a:rPr sz="1100" b="0" i="0">
                <a:solidFill>
                  <a:srgbClr val="334155"/>
                </a:solidFill>
                <a:latin typeface="NVIDIA Sans"/>
              </a:rPr>
              <a:t>provider-agnostic agent runtime  ·  deployed web app  ·  inference-first  ·  human-in-the-loop by design</a:t>
            </a:r>
          </a:p>
        </p:txBody>
      </p:sp>
      <p:sp>
        <p:nvSpPr>
          <p:cNvPr id="543" name="Rectangle 542"/>
          <p:cNvSpPr/>
          <p:nvPr/>
        </p:nvSpPr>
        <p:spPr>
          <a:xfrm>
            <a:off x="685800" y="4882896"/>
            <a:ext cx="64008" cy="566928"/>
          </a:xfrm>
          <a:prstGeom prst="rect">
            <a:avLst/>
          </a:prstGeom>
          <a:solidFill>
            <a:srgbClr val="76B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  <p:extLst>
      <p:ext uri="{BB962C8B-B14F-4D97-AF65-F5344CB8AC3E}">
        <p14:creationId xmlns:p14="http://schemas.microsoft.com/office/powerpoint/2010/main" val="48054574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9">
          <a:extLst>
            <a:ext uri="{FF2B5EF4-FFF2-40B4-BE49-F238E27FC236}">
              <a16:creationId xmlns:a16="http://schemas.microsoft.com/office/drawing/2014/main" id="{5494066E-786E-BE6D-AF5A-2BE79D1591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40" name="Google Shape;540;g3e23138d502_0_1296">
            <a:extLst>
              <a:ext uri="{FF2B5EF4-FFF2-40B4-BE49-F238E27FC236}">
                <a16:creationId xmlns:a16="http://schemas.microsoft.com/office/drawing/2014/main" id="{14CBEEE2-74C0-8862-C101-F166DFDFF0D5}"/>
              </a:ext>
            </a:extLst>
          </p:cNvPr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379026" y="6105425"/>
            <a:ext cx="1980568" cy="567900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Text 1">
            <a:extLst>
              <a:ext uri="{FF2B5EF4-FFF2-40B4-BE49-F238E27FC236}">
                <a16:creationId xmlns:a16="http://schemas.microsoft.com/office/drawing/2014/main" id="{88B96218-8F7C-C175-E99E-AB0B90B3EE07}"/>
              </a:ext>
            </a:extLst>
          </p:cNvPr>
          <p:cNvSpPr/>
          <p:nvPr/>
        </p:nvSpPr>
        <p:spPr>
          <a:xfrm>
            <a:off x="457200" y="256032"/>
            <a:ext cx="11338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sz="2400" b="1" dirty="0">
                <a:solidFill>
                  <a:srgbClr val="0B1B3D"/>
                </a:solidFill>
              </a:rPr>
              <a:t>One governed runtime: six typed agents, NVIDIA-ready, voice-ready</a:t>
            </a:r>
            <a:endParaRPr lang="en-US" sz="2000" dirty="0"/>
          </a:p>
        </p:txBody>
      </p:sp>
      <p:sp>
        <p:nvSpPr>
          <p:cNvPr id="5" name="Text 2">
            <a:extLst>
              <a:ext uri="{FF2B5EF4-FFF2-40B4-BE49-F238E27FC236}">
                <a16:creationId xmlns:a16="http://schemas.microsoft.com/office/drawing/2014/main" id="{D2274BB0-18E5-AF51-3A42-E8FB4D5451D5}"/>
              </a:ext>
            </a:extLst>
          </p:cNvPr>
          <p:cNvSpPr/>
          <p:nvPr/>
        </p:nvSpPr>
        <p:spPr>
          <a:xfrm>
            <a:off x="457200" y="868680"/>
            <a:ext cx="11338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sz="1200" b="0" dirty="0">
                <a:solidFill>
                  <a:srgbClr val="475569"/>
                </a:solidFill>
              </a:rPr>
              <a:t>A typed or spoken signal enters one runtime. Six agents reason, governance gates every action, and the ledger records it.</a:t>
            </a:r>
            <a:endParaRPr lang="en-US" sz="1250" dirty="0"/>
          </a:p>
        </p:txBody>
      </p:sp>
      <p:sp>
        <p:nvSpPr>
          <p:cNvPr id="541" name="Rounded Rectangle 540"/>
          <p:cNvSpPr/>
          <p:nvPr/>
        </p:nvSpPr>
        <p:spPr>
          <a:xfrm>
            <a:off x="457200" y="1408176"/>
            <a:ext cx="1965960" cy="512064"/>
          </a:xfrm>
          <a:prstGeom prst="roundRect">
            <a:avLst>
              <a:gd name="adj" fmla="val 10000"/>
            </a:avLst>
          </a:prstGeom>
          <a:solidFill>
            <a:srgbClr val="F8FAFC"/>
          </a:solidFill>
          <a:ln w="1270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18288" rIns="54864" bIns="18288" rtlCol="0" anchor="ctr"/>
          <a:lstStyle/>
          <a:p>
            <a:pPr algn="ctr"/>
            <a:r>
              <a:rPr sz="950" b="1" i="0">
                <a:solidFill>
                  <a:srgbClr val="0B1B3D"/>
                </a:solidFill>
                <a:latin typeface="NVIDIA Sans"/>
              </a:rPr>
              <a:t>Seller</a:t>
            </a:r>
          </a:p>
          <a:p>
            <a:pPr algn="ctr">
              <a:spcBef>
                <a:spcPts val="100"/>
              </a:spcBef>
            </a:pPr>
            <a:r>
              <a:rPr sz="700" b="0" i="0">
                <a:solidFill>
                  <a:srgbClr val="475569"/>
                </a:solidFill>
                <a:latin typeface="NVIDIA Sans"/>
              </a:rPr>
              <a:t>typed or spoken</a:t>
            </a:r>
          </a:p>
        </p:txBody>
      </p:sp>
      <p:sp>
        <p:nvSpPr>
          <p:cNvPr id="542" name="Right Arrow 541"/>
          <p:cNvSpPr/>
          <p:nvPr/>
        </p:nvSpPr>
        <p:spPr>
          <a:xfrm>
            <a:off x="2487168" y="1563624"/>
            <a:ext cx="237744" cy="201168"/>
          </a:xfrm>
          <a:prstGeom prst="rightArrow">
            <a:avLst/>
          </a:prstGeom>
          <a:solidFill>
            <a:srgbClr val="B6C2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3" name="Rounded Rectangle 542"/>
          <p:cNvSpPr/>
          <p:nvPr/>
        </p:nvSpPr>
        <p:spPr>
          <a:xfrm>
            <a:off x="2788920" y="1408176"/>
            <a:ext cx="2880360" cy="512064"/>
          </a:xfrm>
          <a:prstGeom prst="roundRect">
            <a:avLst>
              <a:gd name="adj" fmla="val 10000"/>
            </a:avLst>
          </a:prstGeom>
          <a:solidFill>
            <a:srgbClr val="F1F8E6"/>
          </a:solidFill>
          <a:ln w="15875">
            <a:solidFill>
              <a:srgbClr val="9ACB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18288" rIns="54864" bIns="18288" rtlCol="0" anchor="ctr"/>
          <a:lstStyle/>
          <a:p>
            <a:pPr algn="ctr"/>
            <a:r>
              <a:rPr sz="950" b="1" i="0">
                <a:solidFill>
                  <a:srgbClr val="4F7A00"/>
                </a:solidFill>
                <a:latin typeface="NVIDIA Sans"/>
              </a:rPr>
              <a:t>Interaction Layer</a:t>
            </a:r>
          </a:p>
          <a:p>
            <a:pPr algn="ctr">
              <a:spcBef>
                <a:spcPts val="100"/>
              </a:spcBef>
            </a:pPr>
            <a:r>
              <a:rPr sz="700" b="0" i="0">
                <a:solidFill>
                  <a:srgbClr val="2E4A00"/>
                </a:solidFill>
                <a:latin typeface="NVIDIA Sans"/>
              </a:rPr>
              <a:t>Typed today · Voice (Gnani.ai SALM) planned</a:t>
            </a:r>
          </a:p>
        </p:txBody>
      </p:sp>
      <p:sp>
        <p:nvSpPr>
          <p:cNvPr id="544" name="Right Arrow 543"/>
          <p:cNvSpPr/>
          <p:nvPr/>
        </p:nvSpPr>
        <p:spPr>
          <a:xfrm>
            <a:off x="5870448" y="1563624"/>
            <a:ext cx="237744" cy="201168"/>
          </a:xfrm>
          <a:prstGeom prst="rightArrow">
            <a:avLst/>
          </a:prstGeom>
          <a:solidFill>
            <a:srgbClr val="B6C2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5" name="Rounded Rectangle 544"/>
          <p:cNvSpPr/>
          <p:nvPr/>
        </p:nvSpPr>
        <p:spPr>
          <a:xfrm>
            <a:off x="6144768" y="1408176"/>
            <a:ext cx="2496312" cy="512064"/>
          </a:xfrm>
          <a:prstGeom prst="roundRect">
            <a:avLst>
              <a:gd name="adj" fmla="val 10000"/>
            </a:avLst>
          </a:prstGeom>
          <a:solidFill>
            <a:srgbClr val="F8FAFC"/>
          </a:solidFill>
          <a:ln w="1270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18288" rIns="54864" bIns="18288" rtlCol="0" anchor="ctr"/>
          <a:lstStyle/>
          <a:p>
            <a:pPr algn="ctr"/>
            <a:r>
              <a:rPr sz="950" b="1" i="0">
                <a:solidFill>
                  <a:srgbClr val="0B1B3D"/>
                </a:solidFill>
                <a:latin typeface="NVIDIA Sans"/>
              </a:rPr>
              <a:t>Executive Command Center</a:t>
            </a:r>
          </a:p>
          <a:p>
            <a:pPr algn="ctr">
              <a:spcBef>
                <a:spcPts val="100"/>
              </a:spcBef>
            </a:pPr>
            <a:r>
              <a:rPr sz="700" b="0" i="0">
                <a:solidFill>
                  <a:srgbClr val="475569"/>
                </a:solidFill>
                <a:latin typeface="NVIDIA Sans"/>
              </a:rPr>
              <a:t>one governed entry point</a:t>
            </a:r>
          </a:p>
        </p:txBody>
      </p:sp>
      <p:sp>
        <p:nvSpPr>
          <p:cNvPr id="546" name="Down Arrow 545"/>
          <p:cNvSpPr/>
          <p:nvPr/>
        </p:nvSpPr>
        <p:spPr>
          <a:xfrm>
            <a:off x="4421124" y="1938528"/>
            <a:ext cx="256032" cy="182880"/>
          </a:xfrm>
          <a:prstGeom prst="downArrow">
            <a:avLst/>
          </a:prstGeom>
          <a:solidFill>
            <a:srgbClr val="B6C2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7" name="Rounded Rectangle 546"/>
          <p:cNvSpPr/>
          <p:nvPr/>
        </p:nvSpPr>
        <p:spPr>
          <a:xfrm>
            <a:off x="457200" y="2157984"/>
            <a:ext cx="8183879" cy="457200"/>
          </a:xfrm>
          <a:prstGeom prst="roundRect">
            <a:avLst>
              <a:gd name="adj" fmla="val 8000"/>
            </a:avLst>
          </a:prstGeom>
          <a:solidFill>
            <a:srgbClr val="F1F8E6"/>
          </a:solidFill>
          <a:ln w="19050">
            <a:solidFill>
              <a:srgbClr val="9ACB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18288" rIns="54864" bIns="18288" rtlCol="0" anchor="ctr"/>
          <a:lstStyle/>
          <a:p>
            <a:pPr algn="ctr"/>
            <a:r>
              <a:rPr sz="1100" b="1" i="0">
                <a:solidFill>
                  <a:srgbClr val="4F7A00"/>
                </a:solidFill>
                <a:latin typeface="NVIDIA Sans"/>
              </a:rPr>
              <a:t>Signal-to-Action Orchestrator</a:t>
            </a:r>
          </a:p>
          <a:p>
            <a:pPr algn="ctr">
              <a:spcBef>
                <a:spcPts val="100"/>
              </a:spcBef>
            </a:pPr>
            <a:r>
              <a:rPr sz="750" b="0" i="0">
                <a:solidFill>
                  <a:srgbClr val="2E4A00"/>
                </a:solidFill>
                <a:latin typeface="NVIDIA Sans"/>
              </a:rPr>
              <a:t>controlled, auditable agent sequence · typed contracts · NVIDIA-ready runtime</a:t>
            </a:r>
          </a:p>
        </p:txBody>
      </p:sp>
      <p:sp>
        <p:nvSpPr>
          <p:cNvPr id="548" name="Down Arrow 547"/>
          <p:cNvSpPr/>
          <p:nvPr/>
        </p:nvSpPr>
        <p:spPr>
          <a:xfrm>
            <a:off x="4421124" y="2633472"/>
            <a:ext cx="256032" cy="182880"/>
          </a:xfrm>
          <a:prstGeom prst="downArrow">
            <a:avLst/>
          </a:prstGeom>
          <a:solidFill>
            <a:srgbClr val="B6C2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9" name="TextBox 548"/>
          <p:cNvSpPr txBox="1"/>
          <p:nvPr/>
        </p:nvSpPr>
        <p:spPr>
          <a:xfrm>
            <a:off x="457200" y="2852928"/>
            <a:ext cx="8183879" cy="18288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ctr"/>
            <a:r>
              <a:rPr sz="850" b="1" i="0">
                <a:solidFill>
                  <a:srgbClr val="475569"/>
                </a:solidFill>
                <a:latin typeface="NVIDIA Sans"/>
              </a:rPr>
              <a:t>MULTI-AGENT RUNTIME  ·  SIX TYPED AGENTS  ·  STRUCTURED OUTPUTS</a:t>
            </a:r>
          </a:p>
        </p:txBody>
      </p:sp>
      <p:sp>
        <p:nvSpPr>
          <p:cNvPr id="550" name="Rounded Rectangle 549"/>
          <p:cNvSpPr/>
          <p:nvPr/>
        </p:nvSpPr>
        <p:spPr>
          <a:xfrm>
            <a:off x="457200" y="3054096"/>
            <a:ext cx="1264919" cy="841248"/>
          </a:xfrm>
          <a:prstGeom prst="roundRect">
            <a:avLst>
              <a:gd name="adj" fmla="val 10000"/>
            </a:avLst>
          </a:prstGeom>
          <a:solidFill>
            <a:srgbClr val="F8FAFC"/>
          </a:solidFill>
          <a:ln w="1270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18288" rIns="54864" bIns="18288" rtlCol="0" anchor="ctr"/>
          <a:lstStyle/>
          <a:p>
            <a:pPr algn="ctr"/>
            <a:r>
              <a:rPr sz="900" b="1" i="0">
                <a:solidFill>
                  <a:srgbClr val="0B1B3D"/>
                </a:solidFill>
                <a:latin typeface="NVIDIA Sans"/>
              </a:rPr>
              <a:t>Signal Ingestion</a:t>
            </a:r>
          </a:p>
          <a:p>
            <a:pPr algn="ctr">
              <a:spcBef>
                <a:spcPts val="100"/>
              </a:spcBef>
            </a:pPr>
            <a:r>
              <a:rPr sz="730" b="0" i="0">
                <a:solidFill>
                  <a:srgbClr val="334155"/>
                </a:solidFill>
                <a:latin typeface="NVIDIA Sans"/>
              </a:rPr>
              <a:t>normalize signals</a:t>
            </a:r>
          </a:p>
        </p:txBody>
      </p:sp>
      <p:sp>
        <p:nvSpPr>
          <p:cNvPr id="551" name="Rounded Rectangle 550"/>
          <p:cNvSpPr/>
          <p:nvPr/>
        </p:nvSpPr>
        <p:spPr>
          <a:xfrm>
            <a:off x="1840991" y="3054096"/>
            <a:ext cx="1264919" cy="841248"/>
          </a:xfrm>
          <a:prstGeom prst="roundRect">
            <a:avLst>
              <a:gd name="adj" fmla="val 10000"/>
            </a:avLst>
          </a:prstGeom>
          <a:solidFill>
            <a:srgbClr val="F8FAFC"/>
          </a:solidFill>
          <a:ln w="1270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18288" rIns="54864" bIns="18288" rtlCol="0" anchor="ctr"/>
          <a:lstStyle/>
          <a:p>
            <a:pPr algn="ctr"/>
            <a:r>
              <a:rPr sz="900" b="1" i="0">
                <a:solidFill>
                  <a:srgbClr val="0B1B3D"/>
                </a:solidFill>
                <a:latin typeface="NVIDIA Sans"/>
              </a:rPr>
              <a:t>Account Health</a:t>
            </a:r>
          </a:p>
          <a:p>
            <a:pPr algn="ctr">
              <a:spcBef>
                <a:spcPts val="100"/>
              </a:spcBef>
            </a:pPr>
            <a:r>
              <a:rPr sz="730" b="0" i="0">
                <a:solidFill>
                  <a:srgbClr val="334155"/>
                </a:solidFill>
                <a:latin typeface="NVIDIA Sans"/>
              </a:rPr>
              <a:t>detect risk</a:t>
            </a:r>
          </a:p>
        </p:txBody>
      </p:sp>
      <p:sp>
        <p:nvSpPr>
          <p:cNvPr id="552" name="Rounded Rectangle 551"/>
          <p:cNvSpPr/>
          <p:nvPr/>
        </p:nvSpPr>
        <p:spPr>
          <a:xfrm>
            <a:off x="3224783" y="3054096"/>
            <a:ext cx="1264919" cy="841248"/>
          </a:xfrm>
          <a:prstGeom prst="roundRect">
            <a:avLst>
              <a:gd name="adj" fmla="val 10000"/>
            </a:avLst>
          </a:prstGeom>
          <a:solidFill>
            <a:srgbClr val="F8FAFC"/>
          </a:solidFill>
          <a:ln w="1270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18288" rIns="54864" bIns="18288" rtlCol="0" anchor="ctr"/>
          <a:lstStyle/>
          <a:p>
            <a:pPr algn="ctr"/>
            <a:r>
              <a:rPr sz="900" b="1" i="0">
                <a:solidFill>
                  <a:srgbClr val="0B1B3D"/>
                </a:solidFill>
                <a:latin typeface="NVIDIA Sans"/>
              </a:rPr>
              <a:t>Opportunity</a:t>
            </a:r>
          </a:p>
          <a:p>
            <a:pPr algn="ctr">
              <a:spcBef>
                <a:spcPts val="100"/>
              </a:spcBef>
            </a:pPr>
            <a:r>
              <a:rPr sz="730" b="0" i="0">
                <a:solidFill>
                  <a:srgbClr val="334155"/>
                </a:solidFill>
                <a:latin typeface="NVIDIA Sans"/>
              </a:rPr>
              <a:t>growth upside</a:t>
            </a:r>
          </a:p>
        </p:txBody>
      </p:sp>
      <p:sp>
        <p:nvSpPr>
          <p:cNvPr id="553" name="Rounded Rectangle 552"/>
          <p:cNvSpPr/>
          <p:nvPr/>
        </p:nvSpPr>
        <p:spPr>
          <a:xfrm>
            <a:off x="4608575" y="3054096"/>
            <a:ext cx="1264919" cy="841248"/>
          </a:xfrm>
          <a:prstGeom prst="roundRect">
            <a:avLst>
              <a:gd name="adj" fmla="val 10000"/>
            </a:avLst>
          </a:prstGeom>
          <a:solidFill>
            <a:srgbClr val="FFF4EC"/>
          </a:solidFill>
          <a:ln w="12700">
            <a:solidFill>
              <a:srgbClr val="FED7A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18288" rIns="54864" bIns="18288" rtlCol="0" anchor="ctr"/>
          <a:lstStyle/>
          <a:p>
            <a:pPr algn="ctr"/>
            <a:r>
              <a:rPr sz="900" b="1" i="0">
                <a:solidFill>
                  <a:srgbClr val="FF4B1F"/>
                </a:solidFill>
                <a:latin typeface="NVIDIA Sans"/>
              </a:rPr>
              <a:t>Governance</a:t>
            </a:r>
          </a:p>
          <a:p>
            <a:pPr algn="ctr">
              <a:spcBef>
                <a:spcPts val="100"/>
              </a:spcBef>
            </a:pPr>
            <a:r>
              <a:rPr sz="730" b="0" i="0">
                <a:solidFill>
                  <a:srgbClr val="334155"/>
                </a:solidFill>
                <a:latin typeface="NVIDIA Sans"/>
              </a:rPr>
              <a:t>evidence · confidence</a:t>
            </a:r>
          </a:p>
        </p:txBody>
      </p:sp>
      <p:sp>
        <p:nvSpPr>
          <p:cNvPr id="554" name="Rounded Rectangle 553"/>
          <p:cNvSpPr/>
          <p:nvPr/>
        </p:nvSpPr>
        <p:spPr>
          <a:xfrm>
            <a:off x="5992367" y="3054096"/>
            <a:ext cx="1264919" cy="841248"/>
          </a:xfrm>
          <a:prstGeom prst="roundRect">
            <a:avLst>
              <a:gd name="adj" fmla="val 10000"/>
            </a:avLst>
          </a:prstGeom>
          <a:solidFill>
            <a:srgbClr val="F8FAFC"/>
          </a:solidFill>
          <a:ln w="1270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18288" rIns="54864" bIns="18288" rtlCol="0" anchor="ctr"/>
          <a:lstStyle/>
          <a:p>
            <a:pPr algn="ctr"/>
            <a:r>
              <a:rPr sz="900" b="1" i="0">
                <a:solidFill>
                  <a:srgbClr val="0B1B3D"/>
                </a:solidFill>
                <a:latin typeface="NVIDIA Sans"/>
              </a:rPr>
              <a:t>Action</a:t>
            </a:r>
          </a:p>
          <a:p>
            <a:pPr algn="ctr">
              <a:spcBef>
                <a:spcPts val="100"/>
              </a:spcBef>
            </a:pPr>
            <a:r>
              <a:rPr sz="730" b="0" i="0">
                <a:solidFill>
                  <a:srgbClr val="334155"/>
                </a:solidFill>
                <a:latin typeface="NVIDIA Sans"/>
              </a:rPr>
              <a:t>next-best action</a:t>
            </a:r>
          </a:p>
        </p:txBody>
      </p:sp>
      <p:sp>
        <p:nvSpPr>
          <p:cNvPr id="555" name="Rounded Rectangle 554"/>
          <p:cNvSpPr/>
          <p:nvPr/>
        </p:nvSpPr>
        <p:spPr>
          <a:xfrm>
            <a:off x="7376160" y="3054096"/>
            <a:ext cx="1264919" cy="841248"/>
          </a:xfrm>
          <a:prstGeom prst="roundRect">
            <a:avLst>
              <a:gd name="adj" fmla="val 10000"/>
            </a:avLst>
          </a:prstGeom>
          <a:solidFill>
            <a:srgbClr val="F8FAFC"/>
          </a:solidFill>
          <a:ln w="1270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18288" rIns="54864" bIns="18288" rtlCol="0" anchor="ctr"/>
          <a:lstStyle/>
          <a:p>
            <a:pPr algn="ctr"/>
            <a:r>
              <a:rPr sz="900" b="1" i="0">
                <a:solidFill>
                  <a:srgbClr val="0B1B3D"/>
                </a:solidFill>
                <a:latin typeface="NVIDIA Sans"/>
              </a:rPr>
              <a:t>Communication</a:t>
            </a:r>
          </a:p>
          <a:p>
            <a:pPr algn="ctr">
              <a:spcBef>
                <a:spcPts val="100"/>
              </a:spcBef>
            </a:pPr>
            <a:r>
              <a:rPr sz="730" b="0" i="0">
                <a:solidFill>
                  <a:srgbClr val="334155"/>
                </a:solidFill>
                <a:latin typeface="NVIDIA Sans"/>
              </a:rPr>
              <a:t>seller-ready drafts</a:t>
            </a:r>
          </a:p>
        </p:txBody>
      </p:sp>
      <p:sp>
        <p:nvSpPr>
          <p:cNvPr id="556" name="Down Arrow 555"/>
          <p:cNvSpPr/>
          <p:nvPr/>
        </p:nvSpPr>
        <p:spPr>
          <a:xfrm>
            <a:off x="4421124" y="3913631"/>
            <a:ext cx="256032" cy="182880"/>
          </a:xfrm>
          <a:prstGeom prst="downArrow">
            <a:avLst/>
          </a:prstGeom>
          <a:solidFill>
            <a:srgbClr val="B6C2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7" name="Rounded Rectangle 556"/>
          <p:cNvSpPr/>
          <p:nvPr/>
        </p:nvSpPr>
        <p:spPr>
          <a:xfrm>
            <a:off x="457200" y="4114800"/>
            <a:ext cx="8183879" cy="457200"/>
          </a:xfrm>
          <a:prstGeom prst="roundRect">
            <a:avLst>
              <a:gd name="adj" fmla="val 8000"/>
            </a:avLst>
          </a:prstGeom>
          <a:solidFill>
            <a:srgbClr val="FFF4EC"/>
          </a:solidFill>
          <a:ln w="19050">
            <a:solidFill>
              <a:srgbClr val="FED7A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18288" rIns="54864" bIns="18288" rtlCol="0" anchor="ctr"/>
          <a:lstStyle/>
          <a:p>
            <a:pPr algn="ctr"/>
            <a:r>
              <a:rPr sz="1100" b="1" i="0">
                <a:solidFill>
                  <a:srgbClr val="FF4B1F"/>
                </a:solidFill>
                <a:latin typeface="NVIDIA Sans"/>
              </a:rPr>
              <a:t>Governance Engine  ·  evidence · confidence · human-approval gate</a:t>
            </a:r>
          </a:p>
          <a:p>
            <a:pPr algn="ctr">
              <a:spcBef>
                <a:spcPts val="100"/>
              </a:spcBef>
            </a:pPr>
            <a:r>
              <a:rPr sz="750" b="0" i="0">
                <a:solidFill>
                  <a:srgbClr val="334155"/>
                </a:solidFill>
                <a:latin typeface="NVIDIA Sans"/>
              </a:rPr>
              <a:t>no action is executed without explicit human approval</a:t>
            </a:r>
          </a:p>
        </p:txBody>
      </p:sp>
      <p:sp>
        <p:nvSpPr>
          <p:cNvPr id="558" name="Down Arrow 557"/>
          <p:cNvSpPr/>
          <p:nvPr/>
        </p:nvSpPr>
        <p:spPr>
          <a:xfrm>
            <a:off x="4421124" y="4590288"/>
            <a:ext cx="256032" cy="182880"/>
          </a:xfrm>
          <a:prstGeom prst="downArrow">
            <a:avLst/>
          </a:prstGeom>
          <a:solidFill>
            <a:srgbClr val="B6C2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9" name="Rounded Rectangle 558"/>
          <p:cNvSpPr/>
          <p:nvPr/>
        </p:nvSpPr>
        <p:spPr>
          <a:xfrm>
            <a:off x="457200" y="4864608"/>
            <a:ext cx="2514600" cy="457200"/>
          </a:xfrm>
          <a:prstGeom prst="roundRect">
            <a:avLst>
              <a:gd name="adj" fmla="val 10000"/>
            </a:avLst>
          </a:prstGeom>
          <a:solidFill>
            <a:srgbClr val="F8FAFC"/>
          </a:solidFill>
          <a:ln w="1270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18288" rIns="54864" bIns="18288" rtlCol="0" anchor="ctr"/>
          <a:lstStyle/>
          <a:p>
            <a:pPr algn="ctr"/>
            <a:r>
              <a:rPr sz="950" b="1" i="0">
                <a:solidFill>
                  <a:srgbClr val="0B1B3D"/>
                </a:solidFill>
                <a:latin typeface="NVIDIA Sans"/>
              </a:rPr>
              <a:t>Revenue Execution Center</a:t>
            </a:r>
          </a:p>
          <a:p>
            <a:pPr algn="ctr">
              <a:spcBef>
                <a:spcPts val="100"/>
              </a:spcBef>
            </a:pPr>
            <a:r>
              <a:rPr sz="700" b="0" i="0">
                <a:solidFill>
                  <a:srgbClr val="475569"/>
                </a:solidFill>
                <a:latin typeface="NVIDIA Sans"/>
              </a:rPr>
              <a:t>governed execution</a:t>
            </a:r>
          </a:p>
        </p:txBody>
      </p:sp>
      <p:sp>
        <p:nvSpPr>
          <p:cNvPr id="560" name="Right Arrow 559"/>
          <p:cNvSpPr/>
          <p:nvPr/>
        </p:nvSpPr>
        <p:spPr>
          <a:xfrm>
            <a:off x="3035808" y="4992624"/>
            <a:ext cx="237744" cy="201168"/>
          </a:xfrm>
          <a:prstGeom prst="rightArrow">
            <a:avLst/>
          </a:prstGeom>
          <a:solidFill>
            <a:srgbClr val="B6C2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1" name="Rounded Rectangle 560"/>
          <p:cNvSpPr/>
          <p:nvPr/>
        </p:nvSpPr>
        <p:spPr>
          <a:xfrm>
            <a:off x="3291840" y="4864608"/>
            <a:ext cx="2331720" cy="457200"/>
          </a:xfrm>
          <a:prstGeom prst="roundRect">
            <a:avLst>
              <a:gd name="adj" fmla="val 10000"/>
            </a:avLst>
          </a:prstGeom>
          <a:solidFill>
            <a:srgbClr val="F8FAFC"/>
          </a:solidFill>
          <a:ln w="1270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18288" rIns="54864" bIns="18288" rtlCol="0" anchor="ctr"/>
          <a:lstStyle/>
          <a:p>
            <a:pPr algn="ctr"/>
            <a:r>
              <a:rPr sz="950" b="1" i="0">
                <a:solidFill>
                  <a:srgbClr val="0B1B3D"/>
                </a:solidFill>
                <a:latin typeface="NVIDIA Sans"/>
              </a:rPr>
              <a:t>Business Outcomes</a:t>
            </a:r>
          </a:p>
          <a:p>
            <a:pPr algn="ctr">
              <a:spcBef>
                <a:spcPts val="100"/>
              </a:spcBef>
            </a:pPr>
            <a:r>
              <a:rPr sz="700" b="0" i="0">
                <a:solidFill>
                  <a:srgbClr val="475569"/>
                </a:solidFill>
                <a:latin typeface="NVIDIA Sans"/>
              </a:rPr>
              <a:t>measured · attributed</a:t>
            </a:r>
          </a:p>
        </p:txBody>
      </p:sp>
      <p:sp>
        <p:nvSpPr>
          <p:cNvPr id="562" name="Right Arrow 561"/>
          <p:cNvSpPr/>
          <p:nvPr/>
        </p:nvSpPr>
        <p:spPr>
          <a:xfrm>
            <a:off x="5687568" y="4992624"/>
            <a:ext cx="237744" cy="201168"/>
          </a:xfrm>
          <a:prstGeom prst="rightArrow">
            <a:avLst/>
          </a:prstGeom>
          <a:solidFill>
            <a:srgbClr val="B6C2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3" name="Rounded Rectangle 562"/>
          <p:cNvSpPr/>
          <p:nvPr/>
        </p:nvSpPr>
        <p:spPr>
          <a:xfrm>
            <a:off x="5943600" y="4864608"/>
            <a:ext cx="2697480" cy="457200"/>
          </a:xfrm>
          <a:prstGeom prst="roundRect">
            <a:avLst>
              <a:gd name="adj" fmla="val 10000"/>
            </a:avLst>
          </a:prstGeom>
          <a:solidFill>
            <a:srgbClr val="F1F8E6"/>
          </a:solidFill>
          <a:ln w="12700">
            <a:solidFill>
              <a:srgbClr val="9ACB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18288" rIns="54864" bIns="18288" rtlCol="0" anchor="ctr"/>
          <a:lstStyle/>
          <a:p>
            <a:pPr algn="ctr"/>
            <a:r>
              <a:rPr sz="950" b="1" i="0">
                <a:solidFill>
                  <a:srgbClr val="4F7A00"/>
                </a:solidFill>
                <a:latin typeface="NVIDIA Sans"/>
              </a:rPr>
              <a:t>Continuous Learning</a:t>
            </a:r>
          </a:p>
          <a:p>
            <a:pPr algn="ctr">
              <a:spcBef>
                <a:spcPts val="100"/>
              </a:spcBef>
            </a:pPr>
            <a:r>
              <a:rPr sz="700" b="0" i="0">
                <a:solidFill>
                  <a:srgbClr val="2E4A00"/>
                </a:solidFill>
                <a:latin typeface="NVIDIA Sans"/>
              </a:rPr>
              <a:t>outcomes return as signals</a:t>
            </a:r>
          </a:p>
        </p:txBody>
      </p:sp>
      <p:sp>
        <p:nvSpPr>
          <p:cNvPr id="564" name="Down Arrow 563"/>
          <p:cNvSpPr/>
          <p:nvPr/>
        </p:nvSpPr>
        <p:spPr>
          <a:xfrm>
            <a:off x="4421124" y="5340096"/>
            <a:ext cx="256032" cy="182880"/>
          </a:xfrm>
          <a:prstGeom prst="downArrow">
            <a:avLst/>
          </a:prstGeom>
          <a:solidFill>
            <a:srgbClr val="B6C2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5" name="Rounded Rectangle 564"/>
          <p:cNvSpPr/>
          <p:nvPr/>
        </p:nvSpPr>
        <p:spPr>
          <a:xfrm>
            <a:off x="457200" y="5522976"/>
            <a:ext cx="8183879" cy="457200"/>
          </a:xfrm>
          <a:prstGeom prst="roundRect">
            <a:avLst>
              <a:gd name="adj" fmla="val 6000"/>
            </a:avLst>
          </a:prstGeom>
          <a:solidFill>
            <a:srgbClr val="0B1B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18288" bIns="18288" rtlCol="0" anchor="ctr"/>
          <a:lstStyle/>
          <a:p>
            <a:pPr algn="ctr"/>
            <a:r>
              <a:rPr sz="1050" b="1" i="0">
                <a:solidFill>
                  <a:srgbClr val="FFFFFF"/>
                </a:solidFill>
                <a:latin typeface="NVIDIA Sans"/>
              </a:rPr>
              <a:t xml:space="preserve">Decision Ledger  </a:t>
            </a:r>
            <a:r>
              <a:rPr sz="950" b="0" i="0">
                <a:solidFill>
                  <a:srgbClr val="CFD8EA"/>
                </a:solidFill>
                <a:latin typeface="NVIDIA Sans"/>
              </a:rPr>
              <a:t>—  append-only: evidence · confidence · caveats · approval · outcome  (underpins every step)</a:t>
            </a:r>
          </a:p>
        </p:txBody>
      </p:sp>
      <p:sp>
        <p:nvSpPr>
          <p:cNvPr id="566" name="Rounded Rectangle 565"/>
          <p:cNvSpPr/>
          <p:nvPr/>
        </p:nvSpPr>
        <p:spPr>
          <a:xfrm>
            <a:off x="8869680" y="1408176"/>
            <a:ext cx="2862072" cy="4572000"/>
          </a:xfrm>
          <a:prstGeom prst="roundRect">
            <a:avLst>
              <a:gd name="adj" fmla="val 4000"/>
            </a:avLst>
          </a:prstGeom>
          <a:solidFill>
            <a:srgbClr val="F1F8E6"/>
          </a:solidFill>
          <a:ln w="19050">
            <a:solidFill>
              <a:srgbClr val="9ACB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109728" rIns="109728" bIns="91440" rtlCol="0" anchor="t"/>
          <a:lstStyle/>
          <a:p>
            <a:pPr algn="ctr"/>
            <a:r>
              <a:rPr sz="1000" b="1" i="0">
                <a:solidFill>
                  <a:srgbClr val="4F7A00"/>
                </a:solidFill>
                <a:latin typeface="NVIDIA Sans"/>
              </a:rPr>
              <a:t>NVIDIA-READY RUNTIME</a:t>
            </a:r>
          </a:p>
          <a:p>
            <a:pPr>
              <a:spcBef>
                <a:spcPts val="700"/>
              </a:spcBef>
            </a:pPr>
            <a:r>
              <a:rPr sz="900" b="1" i="0">
                <a:solidFill>
                  <a:srgbClr val="76B900"/>
                </a:solidFill>
                <a:latin typeface="NVIDIA Sans"/>
              </a:rPr>
              <a:t xml:space="preserve">●  </a:t>
            </a:r>
            <a:r>
              <a:rPr sz="950" b="1" i="0">
                <a:solidFill>
                  <a:srgbClr val="0B1B3D"/>
                </a:solidFill>
                <a:latin typeface="NVIDIA Sans"/>
              </a:rPr>
              <a:t xml:space="preserve">Nemotron  </a:t>
            </a:r>
          </a:p>
          <a:p>
            <a:pPr>
              <a:spcBef>
                <a:spcPts val="0"/>
              </a:spcBef>
            </a:pPr>
            <a:r>
              <a:rPr sz="750" b="0" i="0">
                <a:solidFill>
                  <a:srgbClr val="334155"/>
                </a:solidFill>
                <a:latin typeface="NVIDIA Sans"/>
              </a:rPr>
              <a:t xml:space="preserve">      reasoning · hackathon</a:t>
            </a:r>
          </a:p>
          <a:p>
            <a:pPr>
              <a:spcBef>
                <a:spcPts val="700"/>
              </a:spcBef>
            </a:pPr>
            <a:r>
              <a:rPr sz="900" b="1" i="0">
                <a:solidFill>
                  <a:srgbClr val="76B900"/>
                </a:solidFill>
                <a:latin typeface="NVIDIA Sans"/>
              </a:rPr>
              <a:t xml:space="preserve">●  </a:t>
            </a:r>
            <a:r>
              <a:rPr sz="950" b="1" i="0">
                <a:solidFill>
                  <a:srgbClr val="0B1B3D"/>
                </a:solidFill>
                <a:latin typeface="NVIDIA Sans"/>
              </a:rPr>
              <a:t xml:space="preserve">NVIDIA NIM  </a:t>
            </a:r>
          </a:p>
          <a:p>
            <a:pPr>
              <a:spcBef>
                <a:spcPts val="0"/>
              </a:spcBef>
            </a:pPr>
            <a:r>
              <a:rPr sz="750" b="0" i="0">
                <a:solidFill>
                  <a:srgbClr val="334155"/>
                </a:solidFill>
                <a:latin typeface="NVIDIA Sans"/>
              </a:rPr>
              <a:t xml:space="preserve">      inference endpoints · hackathon</a:t>
            </a:r>
          </a:p>
          <a:p>
            <a:pPr>
              <a:spcBef>
                <a:spcPts val="700"/>
              </a:spcBef>
            </a:pPr>
            <a:r>
              <a:rPr sz="900" b="1" i="0">
                <a:solidFill>
                  <a:srgbClr val="76B900"/>
                </a:solidFill>
                <a:latin typeface="NVIDIA Sans"/>
              </a:rPr>
              <a:t xml:space="preserve">●  </a:t>
            </a:r>
            <a:r>
              <a:rPr sz="950" b="1" i="0">
                <a:solidFill>
                  <a:srgbClr val="0B1B3D"/>
                </a:solidFill>
                <a:latin typeface="NVIDIA Sans"/>
              </a:rPr>
              <a:t xml:space="preserve">NeMo Agent Toolkit  </a:t>
            </a:r>
          </a:p>
          <a:p>
            <a:pPr>
              <a:spcBef>
                <a:spcPts val="0"/>
              </a:spcBef>
            </a:pPr>
            <a:r>
              <a:rPr sz="750" b="0" i="0">
                <a:solidFill>
                  <a:srgbClr val="334155"/>
                </a:solidFill>
                <a:latin typeface="NVIDIA Sans"/>
              </a:rPr>
              <a:t xml:space="preserve">      orchestration · future</a:t>
            </a:r>
          </a:p>
          <a:p>
            <a:pPr>
              <a:spcBef>
                <a:spcPts val="700"/>
              </a:spcBef>
            </a:pPr>
            <a:r>
              <a:rPr sz="900" b="1" i="0">
                <a:solidFill>
                  <a:srgbClr val="76B900"/>
                </a:solidFill>
                <a:latin typeface="NVIDIA Sans"/>
              </a:rPr>
              <a:t xml:space="preserve">●  </a:t>
            </a:r>
            <a:r>
              <a:rPr sz="950" b="1" i="0">
                <a:solidFill>
                  <a:srgbClr val="0B1B3D"/>
                </a:solidFill>
                <a:latin typeface="NVIDIA Sans"/>
              </a:rPr>
              <a:t xml:space="preserve">NemoClaw  </a:t>
            </a:r>
          </a:p>
          <a:p>
            <a:pPr>
              <a:spcBef>
                <a:spcPts val="0"/>
              </a:spcBef>
            </a:pPr>
            <a:r>
              <a:rPr sz="750" b="0" i="0">
                <a:solidFill>
                  <a:srgbClr val="334155"/>
                </a:solidFill>
                <a:latin typeface="NVIDIA Sans"/>
              </a:rPr>
              <a:t xml:space="preserve">      long-running agents · future</a:t>
            </a:r>
          </a:p>
          <a:p>
            <a:pPr>
              <a:spcBef>
                <a:spcPts val="700"/>
              </a:spcBef>
            </a:pPr>
            <a:r>
              <a:rPr sz="900" b="1" i="0">
                <a:solidFill>
                  <a:srgbClr val="76B900"/>
                </a:solidFill>
                <a:latin typeface="NVIDIA Sans"/>
              </a:rPr>
              <a:t xml:space="preserve">●  </a:t>
            </a:r>
            <a:r>
              <a:rPr sz="950" b="1" i="0">
                <a:solidFill>
                  <a:srgbClr val="0B1B3D"/>
                </a:solidFill>
                <a:latin typeface="NVIDIA Sans"/>
              </a:rPr>
              <a:t xml:space="preserve">Triton  </a:t>
            </a:r>
          </a:p>
          <a:p>
            <a:pPr>
              <a:spcBef>
                <a:spcPts val="0"/>
              </a:spcBef>
            </a:pPr>
            <a:r>
              <a:rPr sz="750" b="0" i="0">
                <a:solidFill>
                  <a:srgbClr val="334155"/>
                </a:solidFill>
                <a:latin typeface="NVIDIA Sans"/>
              </a:rPr>
              <a:t xml:space="preserve">      GPU optimization · future</a:t>
            </a:r>
          </a:p>
          <a:p>
            <a:pPr>
              <a:spcBef>
                <a:spcPts val="900"/>
              </a:spcBef>
            </a:pPr>
            <a:r>
              <a:rPr sz="900" b="1" i="0">
                <a:solidFill>
                  <a:srgbClr val="76B900"/>
                </a:solidFill>
                <a:latin typeface="NVIDIA Sans"/>
              </a:rPr>
              <a:t xml:space="preserve">●  </a:t>
            </a:r>
            <a:r>
              <a:rPr sz="950" b="1" i="0">
                <a:solidFill>
                  <a:srgbClr val="0B1B3D"/>
                </a:solidFill>
                <a:latin typeface="NVIDIA Sans"/>
              </a:rPr>
              <a:t xml:space="preserve">Gnani.ai SALM  </a:t>
            </a:r>
          </a:p>
          <a:p>
            <a:r>
              <a:rPr sz="750" b="0" i="0">
                <a:solidFill>
                  <a:srgbClr val="2E4A00"/>
                </a:solidFill>
                <a:latin typeface="NVIDIA Sans"/>
              </a:rPr>
              <a:t xml:space="preserve">      voice interaction · planned</a:t>
            </a:r>
          </a:p>
          <a:p>
            <a:pPr>
              <a:spcBef>
                <a:spcPts val="900"/>
              </a:spcBef>
            </a:pPr>
            <a:r>
              <a:rPr sz="800" b="0" i="1">
                <a:solidFill>
                  <a:srgbClr val="334155"/>
                </a:solidFill>
                <a:latin typeface="NVIDIA Sans"/>
              </a:rPr>
              <a:t>Provider abstraction routes to any model — mock today, NVIDIA the moment access lands.</a:t>
            </a:r>
          </a:p>
        </p:txBody>
      </p:sp>
    </p:spTree>
    <p:extLst>
      <p:ext uri="{BB962C8B-B14F-4D97-AF65-F5344CB8AC3E}">
        <p14:creationId xmlns:p14="http://schemas.microsoft.com/office/powerpoint/2010/main" val="94969033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4" name="Google Shape;514;g3e23138d502_0_1321"/>
          <p:cNvSpPr txBox="1">
            <a:spLocks noGrp="1"/>
          </p:cNvSpPr>
          <p:nvPr>
            <p:ph type="ctrTitle"/>
          </p:nvPr>
        </p:nvSpPr>
        <p:spPr>
          <a:xfrm>
            <a:off x="457200" y="384048"/>
            <a:ext cx="11274552" cy="7315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0475" tIns="15225" rIns="30475" bIns="15225" anchor="t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900"/>
              <a:buFont typeface="NVIDIA Sans"/>
              <a:buNone/>
            </a:pPr>
            <a:r>
              <a:rPr sz="3000" b="1">
                <a:solidFill>
                  <a:srgbClr val="0B1B3D"/>
                </a:solidFill>
                <a:latin typeface="NVIDIA Sans"/>
              </a:rPr>
              <a:t>Every recommendation, fully explained</a:t>
            </a:r>
            <a:endParaRPr/>
          </a:p>
        </p:txBody>
      </p:sp>
      <p:sp>
        <p:nvSpPr>
          <p:cNvPr id="515" name="Google Shape;515;g3e23138d502_0_1321"/>
          <p:cNvSpPr txBox="1">
            <a:spLocks noGrp="1"/>
          </p:cNvSpPr>
          <p:nvPr>
            <p:ph type="subTitle" idx="1"/>
          </p:nvPr>
        </p:nvSpPr>
        <p:spPr>
          <a:xfrm>
            <a:off x="475488" y="1115568"/>
            <a:ext cx="8229600" cy="3108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0475" tIns="15225" rIns="30475" bIns="15225" anchor="t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Arial"/>
              <a:buNone/>
            </a:pPr>
            <a:r>
              <a:rPr sz="1250" b="1">
                <a:solidFill>
                  <a:srgbClr val="FF4B1F"/>
                </a:solidFill>
                <a:latin typeface="NVIDIA Sans"/>
              </a:rPr>
              <a:t>EVIDENCE INTELLIGENCE  ·  NO BLACK BOX</a:t>
            </a:r>
            <a:endParaRPr>
              <a:solidFill>
                <a:schemeClr val="dk1"/>
              </a:solidFill>
            </a:endParaRPr>
          </a:p>
        </p:txBody>
      </p:sp>
      <p:pic>
        <p:nvPicPr>
          <p:cNvPr id="516" name="Google Shape;516;g3e23138d502_0_1321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379026" y="6105425"/>
            <a:ext cx="1980568" cy="5679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17" name="Picture 516" descr="evid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517904"/>
            <a:ext cx="6766560" cy="4404415"/>
          </a:xfrm>
          <a:prstGeom prst="rect">
            <a:avLst/>
          </a:prstGeom>
          <a:ln w="15875">
            <a:solidFill>
              <a:srgbClr val="CBD5E1"/>
            </a:solidFill>
          </a:ln>
        </p:spPr>
      </p:pic>
      <p:sp>
        <p:nvSpPr>
          <p:cNvPr id="518" name="Rounded Rectangle 517"/>
          <p:cNvSpPr/>
          <p:nvPr/>
        </p:nvSpPr>
        <p:spPr>
          <a:xfrm>
            <a:off x="7543800" y="1517904"/>
            <a:ext cx="4206240" cy="1325880"/>
          </a:xfrm>
          <a:prstGeom prst="roundRect">
            <a:avLst>
              <a:gd name="adj" fmla="val 5500"/>
            </a:avLst>
          </a:prstGeom>
          <a:solidFill>
            <a:srgbClr val="F8FAFC"/>
          </a:solidFill>
          <a:ln w="1270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55448" tIns="91440" rIns="137160" bIns="91440" rtlCol="0" anchor="ctr"/>
          <a:lstStyle/>
          <a:p>
            <a:pPr algn="ctr"/>
            <a:r>
              <a:rPr sz="1300" b="1">
                <a:solidFill>
                  <a:srgbClr val="0B1B3D"/>
                </a:solidFill>
                <a:latin typeface="NVIDIA Sans"/>
              </a:rPr>
              <a:t>Traceable evidence stack</a:t>
            </a:r>
          </a:p>
          <a:p>
            <a:pPr>
              <a:spcBef>
                <a:spcPts val="300"/>
              </a:spcBef>
            </a:pPr>
            <a:r>
              <a:rPr sz="1050" b="0">
                <a:solidFill>
                  <a:srgbClr val="475569"/>
                </a:solidFill>
                <a:latin typeface="NVIDIA Sans"/>
              </a:rPr>
              <a:t>Each score links to source signals across billing, support, CRM and telemetry.</a:t>
            </a:r>
          </a:p>
        </p:txBody>
      </p:sp>
      <p:sp>
        <p:nvSpPr>
          <p:cNvPr id="519" name="Rounded Rectangle 518"/>
          <p:cNvSpPr/>
          <p:nvPr/>
        </p:nvSpPr>
        <p:spPr>
          <a:xfrm>
            <a:off x="7543800" y="2953512"/>
            <a:ext cx="4206240" cy="1325880"/>
          </a:xfrm>
          <a:prstGeom prst="roundRect">
            <a:avLst>
              <a:gd name="adj" fmla="val 5500"/>
            </a:avLst>
          </a:prstGeom>
          <a:solidFill>
            <a:srgbClr val="F8FAFC"/>
          </a:solidFill>
          <a:ln w="1270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55448" tIns="91440" rIns="137160" bIns="91440" rtlCol="0" anchor="ctr"/>
          <a:lstStyle/>
          <a:p>
            <a:pPr algn="ctr"/>
            <a:r>
              <a:rPr sz="1300" b="1">
                <a:solidFill>
                  <a:srgbClr val="0B1B3D"/>
                </a:solidFill>
                <a:latin typeface="NVIDIA Sans"/>
              </a:rPr>
              <a:t>Confidence + impact</a:t>
            </a:r>
          </a:p>
          <a:p>
            <a:pPr>
              <a:spcBef>
                <a:spcPts val="300"/>
              </a:spcBef>
            </a:pPr>
            <a:r>
              <a:rPr sz="1050" b="0">
                <a:solidFill>
                  <a:srgbClr val="475569"/>
                </a:solidFill>
                <a:latin typeface="NVIDIA Sans"/>
              </a:rPr>
              <a:t>Every signal is scored and tagged positive or negative — no unexplained numbers.</a:t>
            </a:r>
          </a:p>
        </p:txBody>
      </p:sp>
      <p:sp>
        <p:nvSpPr>
          <p:cNvPr id="520" name="Rounded Rectangle 519"/>
          <p:cNvSpPr/>
          <p:nvPr/>
        </p:nvSpPr>
        <p:spPr>
          <a:xfrm>
            <a:off x="7543800" y="4389120"/>
            <a:ext cx="4206240" cy="1325880"/>
          </a:xfrm>
          <a:prstGeom prst="roundRect">
            <a:avLst>
              <a:gd name="adj" fmla="val 5500"/>
            </a:avLst>
          </a:prstGeom>
          <a:solidFill>
            <a:srgbClr val="F8FAFC"/>
          </a:solidFill>
          <a:ln w="1270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55448" tIns="91440" rIns="137160" bIns="91440" rtlCol="0" anchor="ctr"/>
          <a:lstStyle/>
          <a:p>
            <a:pPr algn="ctr"/>
            <a:r>
              <a:rPr sz="1300" b="1">
                <a:solidFill>
                  <a:srgbClr val="0B1B3D"/>
                </a:solidFill>
                <a:latin typeface="NVIDIA Sans"/>
              </a:rPr>
              <a:t>91% overall confidence</a:t>
            </a:r>
          </a:p>
          <a:p>
            <a:pPr>
              <a:spcBef>
                <a:spcPts val="300"/>
              </a:spcBef>
            </a:pPr>
            <a:r>
              <a:rPr sz="1050" b="0">
                <a:solidFill>
                  <a:srgbClr val="475569"/>
                </a:solidFill>
                <a:latin typeface="NVIDIA Sans"/>
              </a:rPr>
              <a:t>Recommendations cite their evidence so reviewers can trust the reasoning.</a:t>
            </a:r>
          </a:p>
        </p:txBody>
      </p:sp>
      <p:sp>
        <p:nvSpPr>
          <p:cNvPr id="521" name="Rounded Rectangle 520"/>
          <p:cNvSpPr/>
          <p:nvPr/>
        </p:nvSpPr>
        <p:spPr>
          <a:xfrm>
            <a:off x="7543800" y="5806440"/>
            <a:ext cx="2788920" cy="329184"/>
          </a:xfrm>
          <a:prstGeom prst="roundRect">
            <a:avLst>
              <a:gd name="adj" fmla="val 50000"/>
            </a:avLst>
          </a:prstGeom>
          <a:solidFill>
            <a:srgbClr val="76B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tIns="18288" bIns="18288" rtlCol="0" anchor="ctr"/>
          <a:lstStyle/>
          <a:p>
            <a:pPr algn="ctr"/>
            <a:r>
              <a:rPr sz="1050" b="1">
                <a:solidFill>
                  <a:srgbClr val="FFFFFF"/>
                </a:solidFill>
                <a:latin typeface="NVIDIA Sans"/>
              </a:rPr>
              <a:t>●  7 SIGNALS · 5 SYSTEMS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21">
          <a:extLst>
            <a:ext uri="{FF2B5EF4-FFF2-40B4-BE49-F238E27FC236}">
              <a16:creationId xmlns:a16="http://schemas.microsoft.com/office/drawing/2014/main" id="{62E75828-B626-BB37-6701-F8D3654B9B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22" name="Google Shape;522;g3e23138d502_0_1283">
            <a:extLst>
              <a:ext uri="{FF2B5EF4-FFF2-40B4-BE49-F238E27FC236}">
                <a16:creationId xmlns:a16="http://schemas.microsoft.com/office/drawing/2014/main" id="{3328CF09-C94B-733B-E433-05D7D4A96C8A}"/>
              </a:ext>
            </a:extLst>
          </p:cNvPr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379026" y="6105425"/>
            <a:ext cx="1980568" cy="567900"/>
          </a:xfrm>
          <a:prstGeom prst="rect">
            <a:avLst/>
          </a:prstGeom>
          <a:noFill/>
          <a:ln>
            <a:noFill/>
          </a:ln>
        </p:spPr>
      </p:pic>
      <p:sp>
        <p:nvSpPr>
          <p:cNvPr id="523" name="Google Shape;523;g3e23138d502_0_1283">
            <a:extLst>
              <a:ext uri="{FF2B5EF4-FFF2-40B4-BE49-F238E27FC236}">
                <a16:creationId xmlns:a16="http://schemas.microsoft.com/office/drawing/2014/main" id="{BC7E0B0D-38A1-5DF5-4245-9376B5E5CFEE}"/>
              </a:ext>
            </a:extLst>
          </p:cNvPr>
          <p:cNvSpPr txBox="1"/>
          <p:nvPr/>
        </p:nvSpPr>
        <p:spPr>
          <a:xfrm>
            <a:off x="1221698" y="2323475"/>
            <a:ext cx="97662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rgbClr val="FFFFFF"/>
                </a:solidFill>
                <a:latin typeface="Corbel"/>
                <a:ea typeface="Corbel"/>
                <a:cs typeface="Corbel"/>
                <a:sym typeface="Corbel"/>
              </a:rPr>
              <a:t xml:space="preserve"> 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4" name="Google Shape;524;g3e23138d502_0_1283">
            <a:extLst>
              <a:ext uri="{FF2B5EF4-FFF2-40B4-BE49-F238E27FC236}">
                <a16:creationId xmlns:a16="http://schemas.microsoft.com/office/drawing/2014/main" id="{1F4FE8C0-2C5A-3A95-E754-1E58F0ADF099}"/>
              </a:ext>
            </a:extLst>
          </p:cNvPr>
          <p:cNvSpPr txBox="1"/>
          <p:nvPr/>
        </p:nvSpPr>
        <p:spPr>
          <a:xfrm>
            <a:off x="647250" y="375715"/>
            <a:ext cx="7034400" cy="70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dirty="0">
                <a:solidFill>
                  <a:srgbClr val="000000"/>
                </a:solidFill>
                <a:latin typeface="+mj-lt"/>
              </a:rPr>
              <a:t>Governance: AI explains, humans decide</a:t>
            </a:r>
          </a:p>
          <a:p>
            <a:pPr marL="0" lvl="0" indent="0" algn="l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600" b="1" dirty="0">
              <a:solidFill>
                <a:srgbClr val="000000"/>
              </a:solidFill>
            </a:endParaRPr>
          </a:p>
        </p:txBody>
      </p:sp>
      <p:graphicFrame>
        <p:nvGraphicFramePr>
          <p:cNvPr id="526" name="Google Shape;526;g3e23138d502_0_1283">
            <a:extLst>
              <a:ext uri="{FF2B5EF4-FFF2-40B4-BE49-F238E27FC236}">
                <a16:creationId xmlns:a16="http://schemas.microsoft.com/office/drawing/2014/main" id="{B6D696EE-00A9-C0B8-7D81-1C17099CDCF3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174208854"/>
              </p:ext>
            </p:extLst>
          </p:nvPr>
        </p:nvGraphicFramePr>
        <p:xfrm>
          <a:off x="9276875" y="356575"/>
          <a:ext cx="2251900" cy="966750"/>
        </p:xfrm>
        <a:graphic>
          <a:graphicData uri="http://schemas.openxmlformats.org/drawingml/2006/table">
            <a:tbl>
              <a:tblPr>
                <a:noFill/>
                <a:tableStyleId>{5D3FFA9B-246F-4C0F-8591-A0DC39B6F5D1}</a:tableStyleId>
              </a:tblPr>
              <a:tblGrid>
                <a:gridCol w="11259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259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96675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100" b="1"/>
                        <a:t>TRACK</a:t>
                      </a:r>
                      <a:endParaRPr sz="2100" b="1"/>
                    </a:p>
                  </a:txBody>
                  <a:tcPr marL="91425" marR="91425" marT="91425" marB="91425" anchor="ctr"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2100" b="1" dirty="0">
                          <a:solidFill>
                            <a:srgbClr val="FF0000"/>
                          </a:solidFill>
                        </a:rPr>
                        <a:t>A</a:t>
                      </a:r>
                      <a:endParaRPr sz="2100" dirty="0">
                        <a:solidFill>
                          <a:srgbClr val="FF0000"/>
                        </a:solidFill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3" name="Text 7">
            <a:extLst>
              <a:ext uri="{FF2B5EF4-FFF2-40B4-BE49-F238E27FC236}">
                <a16:creationId xmlns:a16="http://schemas.microsoft.com/office/drawing/2014/main" id="{02E0E89C-A6F1-97AB-106C-1B8CD858E302}"/>
              </a:ext>
            </a:extLst>
          </p:cNvPr>
          <p:cNvSpPr/>
          <p:nvPr/>
        </p:nvSpPr>
        <p:spPr>
          <a:xfrm>
            <a:off x="777240" y="1600200"/>
            <a:ext cx="10424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11827"/>
                </a:solidFill>
                <a:latin typeface="+mj-lt"/>
              </a:rPr>
              <a:t>Every recommendation is evidence-backed, confidence-scored, and gated by a human. No action reaches a customer without explicit approval.</a:t>
            </a:r>
            <a:endParaRPr lang="en-US" sz="1700" dirty="0">
              <a:latin typeface="+mj-lt"/>
            </a:endParaRPr>
          </a:p>
        </p:txBody>
      </p:sp>
      <p:sp>
        <p:nvSpPr>
          <p:cNvPr id="5" name="Shape 8">
            <a:extLst>
              <a:ext uri="{FF2B5EF4-FFF2-40B4-BE49-F238E27FC236}">
                <a16:creationId xmlns:a16="http://schemas.microsoft.com/office/drawing/2014/main" id="{0BF4175A-EB9A-1404-0ED9-A6F43591FE63}"/>
              </a:ext>
            </a:extLst>
          </p:cNvPr>
          <p:cNvSpPr/>
          <p:nvPr/>
        </p:nvSpPr>
        <p:spPr>
          <a:xfrm>
            <a:off x="777240" y="2606040"/>
            <a:ext cx="3246120" cy="1417320"/>
          </a:xfrm>
          <a:prstGeom prst="roundRect">
            <a:avLst>
              <a:gd name="adj" fmla="val 5161"/>
            </a:avLst>
          </a:prstGeom>
          <a:solidFill>
            <a:srgbClr val="F8FAFC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IN" sz="1800">
              <a:latin typeface="+mj-lt"/>
            </a:endParaRPr>
          </a:p>
        </p:txBody>
      </p:sp>
      <p:sp>
        <p:nvSpPr>
          <p:cNvPr id="7" name="Text 9">
            <a:extLst>
              <a:ext uri="{FF2B5EF4-FFF2-40B4-BE49-F238E27FC236}">
                <a16:creationId xmlns:a16="http://schemas.microsoft.com/office/drawing/2014/main" id="{E8E567CA-02FA-B1C3-7050-D3A861508C85}"/>
              </a:ext>
            </a:extLst>
          </p:cNvPr>
          <p:cNvSpPr/>
          <p:nvPr/>
        </p:nvSpPr>
        <p:spPr>
          <a:xfrm>
            <a:off x="941832" y="2743200"/>
            <a:ext cx="29169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B1B3D"/>
                </a:solidFill>
                <a:latin typeface="+mj-lt"/>
                <a:ea typeface="Aptos" pitchFamily="34" charset="-122"/>
                <a:cs typeface="Aptos" pitchFamily="34" charset="-120"/>
              </a:rPr>
              <a:t>AI boundary</a:t>
            </a:r>
            <a:endParaRPr lang="en-US" sz="1200" dirty="0">
              <a:latin typeface="+mj-lt"/>
            </a:endParaRPr>
          </a:p>
        </p:txBody>
      </p:sp>
      <p:sp>
        <p:nvSpPr>
          <p:cNvPr id="9" name="Text 10">
            <a:extLst>
              <a:ext uri="{FF2B5EF4-FFF2-40B4-BE49-F238E27FC236}">
                <a16:creationId xmlns:a16="http://schemas.microsoft.com/office/drawing/2014/main" id="{F8D38B24-BC70-9FF2-C2A8-AA49C6048BAC}"/>
              </a:ext>
            </a:extLst>
          </p:cNvPr>
          <p:cNvSpPr/>
          <p:nvPr/>
        </p:nvSpPr>
        <p:spPr>
          <a:xfrm>
            <a:off x="941832" y="3017520"/>
            <a:ext cx="2916936" cy="8869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475569"/>
                </a:solidFill>
                <a:latin typeface="+mj-lt"/>
                <a:ea typeface="Aptos" pitchFamily="34" charset="-122"/>
                <a:cs typeface="Aptos" pitchFamily="34" charset="-120"/>
              </a:rPr>
              <a:t>Agents rank, explain, and draft. They never finalize priority or execute on their own — the model cannot write the decision.</a:t>
            </a:r>
            <a:endParaRPr lang="en-US" sz="1050" dirty="0">
              <a:latin typeface="+mj-lt"/>
            </a:endParaRPr>
          </a:p>
        </p:txBody>
      </p:sp>
      <p:sp>
        <p:nvSpPr>
          <p:cNvPr id="11" name="Shape 11">
            <a:extLst>
              <a:ext uri="{FF2B5EF4-FFF2-40B4-BE49-F238E27FC236}">
                <a16:creationId xmlns:a16="http://schemas.microsoft.com/office/drawing/2014/main" id="{32E6462A-438C-211C-FE45-1E3664E2B506}"/>
              </a:ext>
            </a:extLst>
          </p:cNvPr>
          <p:cNvSpPr/>
          <p:nvPr/>
        </p:nvSpPr>
        <p:spPr>
          <a:xfrm>
            <a:off x="4480560" y="2606040"/>
            <a:ext cx="3246120" cy="1417320"/>
          </a:xfrm>
          <a:prstGeom prst="roundRect">
            <a:avLst>
              <a:gd name="adj" fmla="val 5161"/>
            </a:avLst>
          </a:prstGeom>
          <a:solidFill>
            <a:srgbClr val="F8FAFC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IN" sz="1800">
              <a:latin typeface="+mj-lt"/>
            </a:endParaRPr>
          </a:p>
        </p:txBody>
      </p:sp>
      <p:sp>
        <p:nvSpPr>
          <p:cNvPr id="13" name="Text 12">
            <a:extLst>
              <a:ext uri="{FF2B5EF4-FFF2-40B4-BE49-F238E27FC236}">
                <a16:creationId xmlns:a16="http://schemas.microsoft.com/office/drawing/2014/main" id="{13D265C3-F5F3-4E38-E6E1-775EB1A6A0AA}"/>
              </a:ext>
            </a:extLst>
          </p:cNvPr>
          <p:cNvSpPr/>
          <p:nvPr/>
        </p:nvSpPr>
        <p:spPr>
          <a:xfrm>
            <a:off x="4645152" y="2743200"/>
            <a:ext cx="29169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B1B3D"/>
                </a:solidFill>
                <a:latin typeface="+mj-lt"/>
                <a:ea typeface="Aptos" pitchFamily="34" charset="-122"/>
                <a:cs typeface="Aptos" pitchFamily="34" charset="-120"/>
              </a:rPr>
              <a:t>Human approval gate</a:t>
            </a:r>
            <a:endParaRPr lang="en-US" sz="1200" dirty="0">
              <a:latin typeface="+mj-lt"/>
            </a:endParaRPr>
          </a:p>
        </p:txBody>
      </p:sp>
      <p:sp>
        <p:nvSpPr>
          <p:cNvPr id="15" name="Text 13">
            <a:extLst>
              <a:ext uri="{FF2B5EF4-FFF2-40B4-BE49-F238E27FC236}">
                <a16:creationId xmlns:a16="http://schemas.microsoft.com/office/drawing/2014/main" id="{1F00CC6F-36E8-C2C2-AE14-7309167F0833}"/>
              </a:ext>
            </a:extLst>
          </p:cNvPr>
          <p:cNvSpPr/>
          <p:nvPr/>
        </p:nvSpPr>
        <p:spPr>
          <a:xfrm>
            <a:off x="4645152" y="3017520"/>
            <a:ext cx="2916936" cy="8869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475569"/>
                </a:solidFill>
                <a:latin typeface="+mj-lt"/>
                <a:ea typeface="Aptos" pitchFamily="34" charset="-122"/>
                <a:cs typeface="Aptos" pitchFamily="34" charset="-120"/>
              </a:rPr>
              <a:t>A seller reviews evidence, confidence, and caveats, then approves, edits, or rejects. Approval is a hard contract, not a suggestion.</a:t>
            </a:r>
            <a:endParaRPr lang="en-US" sz="1050" dirty="0">
              <a:latin typeface="+mj-lt"/>
            </a:endParaRPr>
          </a:p>
        </p:txBody>
      </p:sp>
      <p:sp>
        <p:nvSpPr>
          <p:cNvPr id="17" name="Shape 14">
            <a:extLst>
              <a:ext uri="{FF2B5EF4-FFF2-40B4-BE49-F238E27FC236}">
                <a16:creationId xmlns:a16="http://schemas.microsoft.com/office/drawing/2014/main" id="{F0ED64CC-6E93-58BE-0820-57FECD12A2E2}"/>
              </a:ext>
            </a:extLst>
          </p:cNvPr>
          <p:cNvSpPr/>
          <p:nvPr/>
        </p:nvSpPr>
        <p:spPr>
          <a:xfrm>
            <a:off x="8183880" y="2606040"/>
            <a:ext cx="3246120" cy="1417320"/>
          </a:xfrm>
          <a:prstGeom prst="roundRect">
            <a:avLst>
              <a:gd name="adj" fmla="val 5161"/>
            </a:avLst>
          </a:prstGeom>
          <a:solidFill>
            <a:srgbClr val="F8FAFC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IN" sz="1800">
              <a:latin typeface="+mj-lt"/>
            </a:endParaRPr>
          </a:p>
        </p:txBody>
      </p:sp>
      <p:sp>
        <p:nvSpPr>
          <p:cNvPr id="19" name="Text 15">
            <a:extLst>
              <a:ext uri="{FF2B5EF4-FFF2-40B4-BE49-F238E27FC236}">
                <a16:creationId xmlns:a16="http://schemas.microsoft.com/office/drawing/2014/main" id="{57D0650E-DA0D-4EF6-07AC-B2B1E16DC3BD}"/>
              </a:ext>
            </a:extLst>
          </p:cNvPr>
          <p:cNvSpPr/>
          <p:nvPr/>
        </p:nvSpPr>
        <p:spPr>
          <a:xfrm>
            <a:off x="8348472" y="2743200"/>
            <a:ext cx="29169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B1B3D"/>
                </a:solidFill>
                <a:latin typeface="+mj-lt"/>
                <a:ea typeface="Aptos" pitchFamily="34" charset="-122"/>
                <a:cs typeface="Aptos" pitchFamily="34" charset="-120"/>
              </a:rPr>
              <a:t>Decision Ledger</a:t>
            </a:r>
            <a:endParaRPr lang="en-US" sz="1200" dirty="0">
              <a:latin typeface="+mj-lt"/>
            </a:endParaRPr>
          </a:p>
        </p:txBody>
      </p:sp>
      <p:sp>
        <p:nvSpPr>
          <p:cNvPr id="21" name="Text 16">
            <a:extLst>
              <a:ext uri="{FF2B5EF4-FFF2-40B4-BE49-F238E27FC236}">
                <a16:creationId xmlns:a16="http://schemas.microsoft.com/office/drawing/2014/main" id="{732D5A6A-AC36-9FCE-3150-5D62668E2EAA}"/>
              </a:ext>
            </a:extLst>
          </p:cNvPr>
          <p:cNvSpPr/>
          <p:nvPr/>
        </p:nvSpPr>
        <p:spPr>
          <a:xfrm>
            <a:off x="8348472" y="3017520"/>
            <a:ext cx="2916936" cy="8869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475569"/>
                </a:solidFill>
                <a:latin typeface="+mj-lt"/>
                <a:ea typeface="Aptos" pitchFamily="34" charset="-122"/>
                <a:cs typeface="Aptos" pitchFamily="34" charset="-120"/>
              </a:rPr>
              <a:t>Append-only single source of truth: query, agents invoked, evidence used, confidence, caveats, approval, and the outcome.</a:t>
            </a:r>
            <a:endParaRPr lang="en-US" sz="1050" dirty="0">
              <a:latin typeface="+mj-lt"/>
            </a:endParaRPr>
          </a:p>
        </p:txBody>
      </p:sp>
      <p:sp>
        <p:nvSpPr>
          <p:cNvPr id="23" name="Text 17">
            <a:extLst>
              <a:ext uri="{FF2B5EF4-FFF2-40B4-BE49-F238E27FC236}">
                <a16:creationId xmlns:a16="http://schemas.microsoft.com/office/drawing/2014/main" id="{2FF54653-C017-9867-A463-DB1ACAD6293E}"/>
              </a:ext>
            </a:extLst>
          </p:cNvPr>
          <p:cNvSpPr/>
          <p:nvPr/>
        </p:nvSpPr>
        <p:spPr>
          <a:xfrm>
            <a:off x="822960" y="4617720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FF4B1F"/>
                </a:solidFill>
                <a:latin typeface="+mj-lt"/>
              </a:rPr>
              <a:t>Data &amp; key posture</a:t>
            </a:r>
            <a:endParaRPr lang="en-US" dirty="0">
              <a:latin typeface="+mj-lt"/>
            </a:endParaRPr>
          </a:p>
        </p:txBody>
      </p:sp>
      <p:sp>
        <p:nvSpPr>
          <p:cNvPr id="25" name="Text 18">
            <a:extLst>
              <a:ext uri="{FF2B5EF4-FFF2-40B4-BE49-F238E27FC236}">
                <a16:creationId xmlns:a16="http://schemas.microsoft.com/office/drawing/2014/main" id="{357697EA-FE68-D201-3773-062E10555950}"/>
              </a:ext>
            </a:extLst>
          </p:cNvPr>
          <p:cNvSpPr/>
          <p:nvPr/>
        </p:nvSpPr>
        <p:spPr>
          <a:xfrm>
            <a:off x="822960" y="4956048"/>
            <a:ext cx="102412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475569"/>
                </a:solidFill>
                <a:latin typeface="+mj-lt"/>
              </a:rPr>
              <a:t>Synthetic-by-default data; no real customer records. BYOK keys live in session storage only — never persisted, logged, returned, or deployed — with a deterministic fallback always available.</a:t>
            </a:r>
            <a:endParaRPr lang="en-US" sz="1600" dirty="0">
              <a:latin typeface="+mj-lt"/>
            </a:endParaRPr>
          </a:p>
        </p:txBody>
      </p:sp>
      <p:sp>
        <p:nvSpPr>
          <p:cNvPr id="27" name="Text 2">
            <a:extLst>
              <a:ext uri="{FF2B5EF4-FFF2-40B4-BE49-F238E27FC236}">
                <a16:creationId xmlns:a16="http://schemas.microsoft.com/office/drawing/2014/main" id="{884E034E-0F51-96BB-4788-C3EE0F2353D1}"/>
              </a:ext>
            </a:extLst>
          </p:cNvPr>
          <p:cNvSpPr/>
          <p:nvPr/>
        </p:nvSpPr>
        <p:spPr>
          <a:xfrm>
            <a:off x="736118" y="887423"/>
            <a:ext cx="10561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475569"/>
                </a:solidFill>
                <a:latin typeface="+mj-lt"/>
                <a:ea typeface="Aptos" pitchFamily="34" charset="-122"/>
                <a:cs typeface="Aptos" pitchFamily="34" charset="-120"/>
              </a:rPr>
              <a:t>Accountability is a feature, not an afterthought — the same governance whether input is typed or spoken.</a:t>
            </a:r>
            <a:endParaRPr lang="en-US" sz="1250" dirty="0"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34445355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21">
          <a:extLst>
            <a:ext uri="{FF2B5EF4-FFF2-40B4-BE49-F238E27FC236}">
              <a16:creationId xmlns:a16="http://schemas.microsoft.com/office/drawing/2014/main" id="{3459D290-670E-AF32-B428-96BA482518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22" name="Google Shape;522;g3e23138d502_0_1283">
            <a:extLst>
              <a:ext uri="{FF2B5EF4-FFF2-40B4-BE49-F238E27FC236}">
                <a16:creationId xmlns:a16="http://schemas.microsoft.com/office/drawing/2014/main" id="{B4A17AAD-0534-7102-88DE-079217F9B2E4}"/>
              </a:ext>
            </a:extLst>
          </p:cNvPr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379026" y="6105425"/>
            <a:ext cx="1980568" cy="567900"/>
          </a:xfrm>
          <a:prstGeom prst="rect">
            <a:avLst/>
          </a:prstGeom>
          <a:noFill/>
          <a:ln>
            <a:noFill/>
          </a:ln>
        </p:spPr>
      </p:pic>
      <p:sp>
        <p:nvSpPr>
          <p:cNvPr id="523" name="Google Shape;523;g3e23138d502_0_1283">
            <a:extLst>
              <a:ext uri="{FF2B5EF4-FFF2-40B4-BE49-F238E27FC236}">
                <a16:creationId xmlns:a16="http://schemas.microsoft.com/office/drawing/2014/main" id="{9022F18F-D5F3-B615-16CA-31778DF9B00C}"/>
              </a:ext>
            </a:extLst>
          </p:cNvPr>
          <p:cNvSpPr txBox="1"/>
          <p:nvPr/>
        </p:nvSpPr>
        <p:spPr>
          <a:xfrm>
            <a:off x="1221698" y="2397364"/>
            <a:ext cx="97662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rgbClr val="FFFFFF"/>
                </a:solidFill>
                <a:latin typeface="Corbel"/>
                <a:ea typeface="Corbel"/>
                <a:cs typeface="Corbel"/>
                <a:sym typeface="Corbel"/>
              </a:rPr>
              <a:t xml:space="preserve"> 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4" name="Google Shape;524;g3e23138d502_0_1283">
            <a:extLst>
              <a:ext uri="{FF2B5EF4-FFF2-40B4-BE49-F238E27FC236}">
                <a16:creationId xmlns:a16="http://schemas.microsoft.com/office/drawing/2014/main" id="{2865032F-7AA6-2193-7CF9-E3185394B0FC}"/>
              </a:ext>
            </a:extLst>
          </p:cNvPr>
          <p:cNvSpPr txBox="1"/>
          <p:nvPr/>
        </p:nvSpPr>
        <p:spPr>
          <a:xfrm>
            <a:off x="442152" y="217839"/>
            <a:ext cx="7034400" cy="70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dirty="0">
                <a:solidFill>
                  <a:srgbClr val="000000"/>
                </a:solidFill>
              </a:rPr>
              <a:t>Revenue Execution Center</a:t>
            </a:r>
          </a:p>
          <a:p>
            <a:pPr marL="0" lvl="0" indent="0" algn="l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400" b="1" dirty="0">
              <a:solidFill>
                <a:srgbClr val="000000"/>
              </a:solidFill>
            </a:endParaRPr>
          </a:p>
        </p:txBody>
      </p:sp>
      <p:graphicFrame>
        <p:nvGraphicFramePr>
          <p:cNvPr id="526" name="Google Shape;526;g3e23138d502_0_1283">
            <a:extLst>
              <a:ext uri="{FF2B5EF4-FFF2-40B4-BE49-F238E27FC236}">
                <a16:creationId xmlns:a16="http://schemas.microsoft.com/office/drawing/2014/main" id="{C1716CDA-DDBC-BADC-43F5-168AD67731D7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659031825"/>
              </p:ext>
            </p:extLst>
          </p:nvPr>
        </p:nvGraphicFramePr>
        <p:xfrm>
          <a:off x="9276875" y="356575"/>
          <a:ext cx="2251900" cy="966750"/>
        </p:xfrm>
        <a:graphic>
          <a:graphicData uri="http://schemas.openxmlformats.org/drawingml/2006/table">
            <a:tbl>
              <a:tblPr>
                <a:noFill/>
                <a:tableStyleId>{5D3FFA9B-246F-4C0F-8591-A0DC39B6F5D1}</a:tableStyleId>
              </a:tblPr>
              <a:tblGrid>
                <a:gridCol w="11259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259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96675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100" b="1"/>
                        <a:t>TRACK</a:t>
                      </a:r>
                      <a:endParaRPr sz="2100" b="1"/>
                    </a:p>
                  </a:txBody>
                  <a:tcPr marL="91425" marR="91425" marT="91425" marB="91425" anchor="ctr"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2100" b="1" dirty="0">
                          <a:solidFill>
                            <a:srgbClr val="FF0000"/>
                          </a:solidFill>
                        </a:rPr>
                        <a:t>A</a:t>
                      </a:r>
                      <a:endParaRPr sz="2100" dirty="0">
                        <a:solidFill>
                          <a:srgbClr val="FF0000"/>
                        </a:solidFill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3" name="Shape 7">
            <a:extLst>
              <a:ext uri="{FF2B5EF4-FFF2-40B4-BE49-F238E27FC236}">
                <a16:creationId xmlns:a16="http://schemas.microsoft.com/office/drawing/2014/main" id="{D9DBBB26-E313-291D-9FC8-362AEAC00B7C}"/>
              </a:ext>
            </a:extLst>
          </p:cNvPr>
          <p:cNvSpPr/>
          <p:nvPr/>
        </p:nvSpPr>
        <p:spPr>
          <a:xfrm>
            <a:off x="731520" y="1782617"/>
            <a:ext cx="1920240" cy="1828800"/>
          </a:xfrm>
          <a:prstGeom prst="roundRect">
            <a:avLst>
              <a:gd name="adj" fmla="val 4000"/>
            </a:avLst>
          </a:prstGeom>
          <a:solidFill>
            <a:srgbClr val="F8FAFC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IN" sz="1800">
              <a:latin typeface="+mj-lt"/>
            </a:endParaRPr>
          </a:p>
        </p:txBody>
      </p:sp>
      <p:sp>
        <p:nvSpPr>
          <p:cNvPr id="5" name="Text 8">
            <a:extLst>
              <a:ext uri="{FF2B5EF4-FFF2-40B4-BE49-F238E27FC236}">
                <a16:creationId xmlns:a16="http://schemas.microsoft.com/office/drawing/2014/main" id="{0CC34DC6-3D5A-EA11-D381-1060D1C81363}"/>
              </a:ext>
            </a:extLst>
          </p:cNvPr>
          <p:cNvSpPr/>
          <p:nvPr/>
        </p:nvSpPr>
        <p:spPr>
          <a:xfrm>
            <a:off x="868680" y="1919777"/>
            <a:ext cx="3840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4B1F"/>
                </a:solidFill>
                <a:latin typeface="+mj-lt"/>
              </a:rPr>
              <a:t>1</a:t>
            </a:r>
            <a:endParaRPr lang="en-US" sz="2400" dirty="0">
              <a:latin typeface="+mj-lt"/>
            </a:endParaRPr>
          </a:p>
        </p:txBody>
      </p:sp>
      <p:sp>
        <p:nvSpPr>
          <p:cNvPr id="7" name="Text 9">
            <a:extLst>
              <a:ext uri="{FF2B5EF4-FFF2-40B4-BE49-F238E27FC236}">
                <a16:creationId xmlns:a16="http://schemas.microsoft.com/office/drawing/2014/main" id="{B38299C5-83CF-AC8B-5D39-6F21A4D8D392}"/>
              </a:ext>
            </a:extLst>
          </p:cNvPr>
          <p:cNvSpPr/>
          <p:nvPr/>
        </p:nvSpPr>
        <p:spPr>
          <a:xfrm>
            <a:off x="868680" y="2376977"/>
            <a:ext cx="1600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B1B3D"/>
                </a:solidFill>
                <a:latin typeface="+mj-lt"/>
              </a:rPr>
              <a:t>Execution Agent</a:t>
            </a:r>
            <a:endParaRPr lang="en-US" sz="1600" dirty="0">
              <a:latin typeface="+mj-lt"/>
            </a:endParaRPr>
          </a:p>
        </p:txBody>
      </p:sp>
      <p:sp>
        <p:nvSpPr>
          <p:cNvPr id="9" name="Text 10">
            <a:extLst>
              <a:ext uri="{FF2B5EF4-FFF2-40B4-BE49-F238E27FC236}">
                <a16:creationId xmlns:a16="http://schemas.microsoft.com/office/drawing/2014/main" id="{771CA359-0471-83A0-B304-95252CD713B6}"/>
              </a:ext>
            </a:extLst>
          </p:cNvPr>
          <p:cNvSpPr/>
          <p:nvPr/>
        </p:nvSpPr>
        <p:spPr>
          <a:xfrm>
            <a:off x="868680" y="2742737"/>
            <a:ext cx="1600200" cy="5943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Autofit/>
          </a:bodyPr>
          <a:lstStyle/>
          <a:p>
            <a:pPr marL="0" indent="0">
              <a:buNone/>
            </a:pPr>
            <a:r>
              <a:rPr lang="en-US" sz="1000" dirty="0">
                <a:solidFill>
                  <a:srgbClr val="475569"/>
                </a:solidFill>
                <a:latin typeface="+mj-lt"/>
              </a:rPr>
              <a:t>Orchestrates the approved action — outreach, scheduling, follow-up — as a guided, event-driven flow.</a:t>
            </a:r>
            <a:endParaRPr lang="en-US" sz="1000" dirty="0">
              <a:latin typeface="+mj-lt"/>
            </a:endParaRPr>
          </a:p>
        </p:txBody>
      </p:sp>
      <p:sp>
        <p:nvSpPr>
          <p:cNvPr id="11" name="Shape 11">
            <a:extLst>
              <a:ext uri="{FF2B5EF4-FFF2-40B4-BE49-F238E27FC236}">
                <a16:creationId xmlns:a16="http://schemas.microsoft.com/office/drawing/2014/main" id="{7C97A74A-7913-5D13-DBFD-3F508051B5C0}"/>
              </a:ext>
            </a:extLst>
          </p:cNvPr>
          <p:cNvSpPr/>
          <p:nvPr/>
        </p:nvSpPr>
        <p:spPr>
          <a:xfrm>
            <a:off x="2999232" y="1782617"/>
            <a:ext cx="1920240" cy="1828800"/>
          </a:xfrm>
          <a:prstGeom prst="roundRect">
            <a:avLst>
              <a:gd name="adj" fmla="val 4000"/>
            </a:avLst>
          </a:prstGeom>
          <a:solidFill>
            <a:srgbClr val="FFF4EC"/>
          </a:solidFill>
          <a:ln w="12700">
            <a:solidFill>
              <a:srgbClr val="FED7AA"/>
            </a:solidFill>
            <a:prstDash val="solid"/>
          </a:ln>
        </p:spPr>
        <p:txBody>
          <a:bodyPr/>
          <a:lstStyle/>
          <a:p>
            <a:endParaRPr lang="en-IN" sz="1800">
              <a:latin typeface="+mj-lt"/>
            </a:endParaRPr>
          </a:p>
        </p:txBody>
      </p:sp>
      <p:sp>
        <p:nvSpPr>
          <p:cNvPr id="13" name="Text 12">
            <a:extLst>
              <a:ext uri="{FF2B5EF4-FFF2-40B4-BE49-F238E27FC236}">
                <a16:creationId xmlns:a16="http://schemas.microsoft.com/office/drawing/2014/main" id="{3267CDE8-B949-4459-9AF2-02C750D44D1C}"/>
              </a:ext>
            </a:extLst>
          </p:cNvPr>
          <p:cNvSpPr/>
          <p:nvPr/>
        </p:nvSpPr>
        <p:spPr>
          <a:xfrm>
            <a:off x="3136392" y="1919777"/>
            <a:ext cx="3840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4B1F"/>
                </a:solidFill>
                <a:latin typeface="+mj-lt"/>
              </a:rPr>
              <a:t>2</a:t>
            </a:r>
            <a:endParaRPr lang="en-US" sz="2400" dirty="0">
              <a:latin typeface="+mj-lt"/>
            </a:endParaRPr>
          </a:p>
        </p:txBody>
      </p:sp>
      <p:sp>
        <p:nvSpPr>
          <p:cNvPr id="15" name="Text 13">
            <a:extLst>
              <a:ext uri="{FF2B5EF4-FFF2-40B4-BE49-F238E27FC236}">
                <a16:creationId xmlns:a16="http://schemas.microsoft.com/office/drawing/2014/main" id="{76CFAC02-A64A-3D12-6721-30482D52DA07}"/>
              </a:ext>
            </a:extLst>
          </p:cNvPr>
          <p:cNvSpPr/>
          <p:nvPr/>
        </p:nvSpPr>
        <p:spPr>
          <a:xfrm>
            <a:off x="3136392" y="2376977"/>
            <a:ext cx="1600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B1B3D"/>
                </a:solidFill>
                <a:latin typeface="+mj-lt"/>
              </a:rPr>
              <a:t>Customer Response</a:t>
            </a:r>
            <a:endParaRPr lang="en-US" sz="1600" dirty="0">
              <a:latin typeface="+mj-lt"/>
            </a:endParaRPr>
          </a:p>
        </p:txBody>
      </p:sp>
      <p:sp>
        <p:nvSpPr>
          <p:cNvPr id="17" name="Text 14">
            <a:extLst>
              <a:ext uri="{FF2B5EF4-FFF2-40B4-BE49-F238E27FC236}">
                <a16:creationId xmlns:a16="http://schemas.microsoft.com/office/drawing/2014/main" id="{91F68CEA-1E6C-A6F8-12F8-9CE9193EAFF4}"/>
              </a:ext>
            </a:extLst>
          </p:cNvPr>
          <p:cNvSpPr/>
          <p:nvPr/>
        </p:nvSpPr>
        <p:spPr>
          <a:xfrm>
            <a:off x="3136392" y="2742737"/>
            <a:ext cx="1600200" cy="5943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Autofit/>
          </a:bodyPr>
          <a:lstStyle/>
          <a:p>
            <a:pPr marL="0" indent="0">
              <a:buNone/>
            </a:pPr>
            <a:r>
              <a:rPr lang="en-US" sz="1000" dirty="0">
                <a:solidFill>
                  <a:srgbClr val="475569"/>
                </a:solidFill>
                <a:latin typeface="+mj-lt"/>
              </a:rPr>
              <a:t>The account responds: meeting accepted, reply received, or no-response captured.</a:t>
            </a:r>
            <a:endParaRPr lang="en-US" sz="1000" dirty="0">
              <a:latin typeface="+mj-lt"/>
            </a:endParaRPr>
          </a:p>
        </p:txBody>
      </p:sp>
      <p:sp>
        <p:nvSpPr>
          <p:cNvPr id="19" name="Shape 15">
            <a:extLst>
              <a:ext uri="{FF2B5EF4-FFF2-40B4-BE49-F238E27FC236}">
                <a16:creationId xmlns:a16="http://schemas.microsoft.com/office/drawing/2014/main" id="{CD264E42-F702-ABA2-D530-8AADA22525E8}"/>
              </a:ext>
            </a:extLst>
          </p:cNvPr>
          <p:cNvSpPr/>
          <p:nvPr/>
        </p:nvSpPr>
        <p:spPr>
          <a:xfrm>
            <a:off x="5266944" y="1782617"/>
            <a:ext cx="1920240" cy="1828800"/>
          </a:xfrm>
          <a:prstGeom prst="roundRect">
            <a:avLst>
              <a:gd name="adj" fmla="val 4000"/>
            </a:avLst>
          </a:prstGeom>
          <a:solidFill>
            <a:srgbClr val="F8FAFC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IN" sz="1800">
              <a:latin typeface="+mj-lt"/>
            </a:endParaRPr>
          </a:p>
        </p:txBody>
      </p:sp>
      <p:sp>
        <p:nvSpPr>
          <p:cNvPr id="21" name="Text 16">
            <a:extLst>
              <a:ext uri="{FF2B5EF4-FFF2-40B4-BE49-F238E27FC236}">
                <a16:creationId xmlns:a16="http://schemas.microsoft.com/office/drawing/2014/main" id="{17EDEC40-9D87-7D6A-E43B-B15AB95979E3}"/>
              </a:ext>
            </a:extLst>
          </p:cNvPr>
          <p:cNvSpPr/>
          <p:nvPr/>
        </p:nvSpPr>
        <p:spPr>
          <a:xfrm>
            <a:off x="5404104" y="1919777"/>
            <a:ext cx="3840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4B1F"/>
                </a:solidFill>
                <a:latin typeface="+mj-lt"/>
              </a:rPr>
              <a:t>3</a:t>
            </a:r>
            <a:endParaRPr lang="en-US" sz="2400" dirty="0">
              <a:latin typeface="+mj-lt"/>
            </a:endParaRPr>
          </a:p>
        </p:txBody>
      </p:sp>
      <p:sp>
        <p:nvSpPr>
          <p:cNvPr id="23" name="Text 17">
            <a:extLst>
              <a:ext uri="{FF2B5EF4-FFF2-40B4-BE49-F238E27FC236}">
                <a16:creationId xmlns:a16="http://schemas.microsoft.com/office/drawing/2014/main" id="{CB3031B9-4526-A029-F5CC-F5A0DFCD6C0F}"/>
              </a:ext>
            </a:extLst>
          </p:cNvPr>
          <p:cNvSpPr/>
          <p:nvPr/>
        </p:nvSpPr>
        <p:spPr>
          <a:xfrm>
            <a:off x="5404104" y="2376977"/>
            <a:ext cx="1600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B1B3D"/>
                </a:solidFill>
                <a:latin typeface="+mj-lt"/>
              </a:rPr>
              <a:t>Outcome</a:t>
            </a:r>
            <a:endParaRPr lang="en-US" sz="1600" dirty="0">
              <a:latin typeface="+mj-lt"/>
            </a:endParaRPr>
          </a:p>
        </p:txBody>
      </p:sp>
      <p:sp>
        <p:nvSpPr>
          <p:cNvPr id="25" name="Text 18">
            <a:extLst>
              <a:ext uri="{FF2B5EF4-FFF2-40B4-BE49-F238E27FC236}">
                <a16:creationId xmlns:a16="http://schemas.microsoft.com/office/drawing/2014/main" id="{97A4B230-D912-0B0C-371C-6FA8527BD5C7}"/>
              </a:ext>
            </a:extLst>
          </p:cNvPr>
          <p:cNvSpPr/>
          <p:nvPr/>
        </p:nvSpPr>
        <p:spPr>
          <a:xfrm>
            <a:off x="5404104" y="2742737"/>
            <a:ext cx="1600200" cy="5943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Autofit/>
          </a:bodyPr>
          <a:lstStyle/>
          <a:p>
            <a:pPr marL="0" indent="0">
              <a:buNone/>
            </a:pPr>
            <a:r>
              <a:rPr lang="en-US" sz="1000" dirty="0">
                <a:solidFill>
                  <a:srgbClr val="475569"/>
                </a:solidFill>
                <a:latin typeface="+mj-lt"/>
              </a:rPr>
              <a:t>The result is recorded against the recommendation — win, partial, or escalation needed.</a:t>
            </a:r>
            <a:endParaRPr lang="en-US" sz="1000" dirty="0">
              <a:latin typeface="+mj-lt"/>
            </a:endParaRPr>
          </a:p>
        </p:txBody>
      </p:sp>
      <p:sp>
        <p:nvSpPr>
          <p:cNvPr id="27" name="Shape 19">
            <a:extLst>
              <a:ext uri="{FF2B5EF4-FFF2-40B4-BE49-F238E27FC236}">
                <a16:creationId xmlns:a16="http://schemas.microsoft.com/office/drawing/2014/main" id="{CB6BF9DB-338A-4EBD-DFED-A7722466D7A3}"/>
              </a:ext>
            </a:extLst>
          </p:cNvPr>
          <p:cNvSpPr/>
          <p:nvPr/>
        </p:nvSpPr>
        <p:spPr>
          <a:xfrm>
            <a:off x="7534656" y="1782617"/>
            <a:ext cx="1920240" cy="1828800"/>
          </a:xfrm>
          <a:prstGeom prst="roundRect">
            <a:avLst>
              <a:gd name="adj" fmla="val 4000"/>
            </a:avLst>
          </a:prstGeom>
          <a:solidFill>
            <a:srgbClr val="FFF4EC"/>
          </a:solidFill>
          <a:ln w="12700">
            <a:solidFill>
              <a:srgbClr val="FED7AA"/>
            </a:solidFill>
            <a:prstDash val="solid"/>
          </a:ln>
        </p:spPr>
        <p:txBody>
          <a:bodyPr/>
          <a:lstStyle/>
          <a:p>
            <a:endParaRPr lang="en-IN" sz="1800">
              <a:latin typeface="+mj-lt"/>
            </a:endParaRPr>
          </a:p>
        </p:txBody>
      </p:sp>
      <p:sp>
        <p:nvSpPr>
          <p:cNvPr id="29" name="Text 20">
            <a:extLst>
              <a:ext uri="{FF2B5EF4-FFF2-40B4-BE49-F238E27FC236}">
                <a16:creationId xmlns:a16="http://schemas.microsoft.com/office/drawing/2014/main" id="{E9114E60-184C-E792-58E8-4E9125203A60}"/>
              </a:ext>
            </a:extLst>
          </p:cNvPr>
          <p:cNvSpPr/>
          <p:nvPr/>
        </p:nvSpPr>
        <p:spPr>
          <a:xfrm>
            <a:off x="7671816" y="1919777"/>
            <a:ext cx="3840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4B1F"/>
                </a:solidFill>
                <a:latin typeface="+mj-lt"/>
              </a:rPr>
              <a:t>4</a:t>
            </a:r>
            <a:endParaRPr lang="en-US" sz="2400" dirty="0">
              <a:latin typeface="+mj-lt"/>
            </a:endParaRPr>
          </a:p>
        </p:txBody>
      </p:sp>
      <p:sp>
        <p:nvSpPr>
          <p:cNvPr id="31" name="Text 21">
            <a:extLst>
              <a:ext uri="{FF2B5EF4-FFF2-40B4-BE49-F238E27FC236}">
                <a16:creationId xmlns:a16="http://schemas.microsoft.com/office/drawing/2014/main" id="{1128FE77-CF70-EAB6-04DF-E8E7327A7FAA}"/>
              </a:ext>
            </a:extLst>
          </p:cNvPr>
          <p:cNvSpPr/>
          <p:nvPr/>
        </p:nvSpPr>
        <p:spPr>
          <a:xfrm>
            <a:off x="7671816" y="2376977"/>
            <a:ext cx="1600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B1B3D"/>
                </a:solidFill>
                <a:latin typeface="+mj-lt"/>
              </a:rPr>
              <a:t>Ledger Updated</a:t>
            </a:r>
            <a:endParaRPr lang="en-US" sz="1600" dirty="0">
              <a:latin typeface="+mj-lt"/>
            </a:endParaRPr>
          </a:p>
        </p:txBody>
      </p:sp>
      <p:sp>
        <p:nvSpPr>
          <p:cNvPr id="33" name="Text 22">
            <a:extLst>
              <a:ext uri="{FF2B5EF4-FFF2-40B4-BE49-F238E27FC236}">
                <a16:creationId xmlns:a16="http://schemas.microsoft.com/office/drawing/2014/main" id="{C3856568-CEC7-40B5-EAB4-CA7F08ACA032}"/>
              </a:ext>
            </a:extLst>
          </p:cNvPr>
          <p:cNvSpPr/>
          <p:nvPr/>
        </p:nvSpPr>
        <p:spPr>
          <a:xfrm>
            <a:off x="7671816" y="2742737"/>
            <a:ext cx="1600200" cy="5943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000" dirty="0">
                <a:solidFill>
                  <a:srgbClr val="475569"/>
                </a:solidFill>
                <a:latin typeface="+mj-lt"/>
              </a:rPr>
              <a:t>Execution events stream into the Decision Ledger, Lifecycle ribbon, and Timeline automatically.</a:t>
            </a:r>
            <a:endParaRPr lang="en-US" sz="1000" dirty="0">
              <a:latin typeface="+mj-lt"/>
            </a:endParaRPr>
          </a:p>
        </p:txBody>
      </p:sp>
      <p:sp>
        <p:nvSpPr>
          <p:cNvPr id="35" name="Shape 23">
            <a:extLst>
              <a:ext uri="{FF2B5EF4-FFF2-40B4-BE49-F238E27FC236}">
                <a16:creationId xmlns:a16="http://schemas.microsoft.com/office/drawing/2014/main" id="{C49AC626-B0E0-605A-F7FF-93DA83732A48}"/>
              </a:ext>
            </a:extLst>
          </p:cNvPr>
          <p:cNvSpPr/>
          <p:nvPr/>
        </p:nvSpPr>
        <p:spPr>
          <a:xfrm>
            <a:off x="9802368" y="1782617"/>
            <a:ext cx="1920240" cy="1828800"/>
          </a:xfrm>
          <a:prstGeom prst="roundRect">
            <a:avLst>
              <a:gd name="adj" fmla="val 4000"/>
            </a:avLst>
          </a:prstGeom>
          <a:solidFill>
            <a:srgbClr val="F8FAFC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IN" sz="1800">
              <a:latin typeface="+mj-lt"/>
            </a:endParaRPr>
          </a:p>
        </p:txBody>
      </p:sp>
      <p:sp>
        <p:nvSpPr>
          <p:cNvPr id="37" name="Text 24">
            <a:extLst>
              <a:ext uri="{FF2B5EF4-FFF2-40B4-BE49-F238E27FC236}">
                <a16:creationId xmlns:a16="http://schemas.microsoft.com/office/drawing/2014/main" id="{4A5C6C5C-7139-70F1-1EDC-1D415FDB55E2}"/>
              </a:ext>
            </a:extLst>
          </p:cNvPr>
          <p:cNvSpPr/>
          <p:nvPr/>
        </p:nvSpPr>
        <p:spPr>
          <a:xfrm>
            <a:off x="9939528" y="1919777"/>
            <a:ext cx="3840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4B1F"/>
                </a:solidFill>
                <a:latin typeface="+mj-lt"/>
              </a:rPr>
              <a:t>5</a:t>
            </a:r>
            <a:endParaRPr lang="en-US" sz="2400" dirty="0">
              <a:latin typeface="+mj-lt"/>
            </a:endParaRPr>
          </a:p>
        </p:txBody>
      </p:sp>
      <p:sp>
        <p:nvSpPr>
          <p:cNvPr id="39" name="Text 25">
            <a:extLst>
              <a:ext uri="{FF2B5EF4-FFF2-40B4-BE49-F238E27FC236}">
                <a16:creationId xmlns:a16="http://schemas.microsoft.com/office/drawing/2014/main" id="{DF411972-AB0F-6728-10E7-DDD020010F0F}"/>
              </a:ext>
            </a:extLst>
          </p:cNvPr>
          <p:cNvSpPr/>
          <p:nvPr/>
        </p:nvSpPr>
        <p:spPr>
          <a:xfrm>
            <a:off x="9939528" y="2376977"/>
            <a:ext cx="1600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B1B3D"/>
                </a:solidFill>
                <a:latin typeface="+mj-lt"/>
              </a:rPr>
              <a:t>Business Outcome</a:t>
            </a:r>
            <a:endParaRPr lang="en-US" sz="1600" dirty="0">
              <a:latin typeface="+mj-lt"/>
            </a:endParaRPr>
          </a:p>
        </p:txBody>
      </p:sp>
      <p:sp>
        <p:nvSpPr>
          <p:cNvPr id="41" name="Text 26">
            <a:extLst>
              <a:ext uri="{FF2B5EF4-FFF2-40B4-BE49-F238E27FC236}">
                <a16:creationId xmlns:a16="http://schemas.microsoft.com/office/drawing/2014/main" id="{0736E78C-5CE8-F947-6FED-75A97799A25E}"/>
              </a:ext>
            </a:extLst>
          </p:cNvPr>
          <p:cNvSpPr/>
          <p:nvPr/>
        </p:nvSpPr>
        <p:spPr>
          <a:xfrm>
            <a:off x="9939528" y="2742737"/>
            <a:ext cx="1600200" cy="5943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Autofit/>
          </a:bodyPr>
          <a:lstStyle/>
          <a:p>
            <a:pPr marL="0" indent="0">
              <a:buNone/>
            </a:pPr>
            <a:r>
              <a:rPr lang="en-US" sz="1000" dirty="0">
                <a:solidFill>
                  <a:srgbClr val="475569"/>
                </a:solidFill>
                <a:latin typeface="+mj-lt"/>
              </a:rPr>
              <a:t>Stated in business terms: meeting booked, renewal risk reduced, opportunity created, customer engaged.</a:t>
            </a:r>
            <a:endParaRPr lang="en-US" sz="1000" dirty="0">
              <a:latin typeface="+mj-lt"/>
            </a:endParaRPr>
          </a:p>
        </p:txBody>
      </p:sp>
      <p:sp>
        <p:nvSpPr>
          <p:cNvPr id="43" name="Text 27">
            <a:extLst>
              <a:ext uri="{FF2B5EF4-FFF2-40B4-BE49-F238E27FC236}">
                <a16:creationId xmlns:a16="http://schemas.microsoft.com/office/drawing/2014/main" id="{EE42F9EE-1B6D-E553-55BB-04EE85C9AEE8}"/>
              </a:ext>
            </a:extLst>
          </p:cNvPr>
          <p:cNvSpPr/>
          <p:nvPr/>
        </p:nvSpPr>
        <p:spPr>
          <a:xfrm>
            <a:off x="868680" y="4309781"/>
            <a:ext cx="1920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FF4B1F"/>
                </a:solidFill>
                <a:latin typeface="+mj-lt"/>
              </a:rPr>
              <a:t>Business outcomes, not workflow steps</a:t>
            </a:r>
            <a:endParaRPr lang="en-US" dirty="0">
              <a:latin typeface="+mj-lt"/>
            </a:endParaRPr>
          </a:p>
        </p:txBody>
      </p:sp>
      <p:sp>
        <p:nvSpPr>
          <p:cNvPr id="45" name="Text 28">
            <a:extLst>
              <a:ext uri="{FF2B5EF4-FFF2-40B4-BE49-F238E27FC236}">
                <a16:creationId xmlns:a16="http://schemas.microsoft.com/office/drawing/2014/main" id="{EA60854F-4807-D652-B59E-89251E37F2B7}"/>
              </a:ext>
            </a:extLst>
          </p:cNvPr>
          <p:cNvSpPr/>
          <p:nvPr/>
        </p:nvSpPr>
        <p:spPr>
          <a:xfrm>
            <a:off x="868680" y="4538381"/>
            <a:ext cx="10424160" cy="8229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Autofit/>
          </a:bodyPr>
          <a:lstStyle/>
          <a:p>
            <a:r>
              <a:rPr lang="en-US" dirty="0">
                <a:solidFill>
                  <a:srgbClr val="111827"/>
                </a:solidFill>
                <a:latin typeface="+mj-lt"/>
                <a:ea typeface="Aptos" pitchFamily="34" charset="-122"/>
                <a:cs typeface="Aptos" pitchFamily="34" charset="-120"/>
              </a:rPr>
              <a:t>Auto-advance or manual control — the seller watches an orchestrated flow, not a wizard to push through.</a:t>
            </a:r>
            <a:endParaRPr lang="en-US" dirty="0">
              <a:latin typeface="+mj-lt"/>
            </a:endParaRPr>
          </a:p>
          <a:p>
            <a:r>
              <a:rPr lang="en-US" dirty="0">
                <a:solidFill>
                  <a:srgbClr val="111827"/>
                </a:solidFill>
                <a:latin typeface="+mj-lt"/>
                <a:ea typeface="Aptos" pitchFamily="34" charset="-122"/>
                <a:cs typeface="Aptos" pitchFamily="34" charset="-120"/>
              </a:rPr>
              <a:t>Every execution event is governed and logged; nothing writes back to the live CRM in demo mode.</a:t>
            </a:r>
            <a:endParaRPr lang="en-US" dirty="0">
              <a:latin typeface="+mj-lt"/>
            </a:endParaRPr>
          </a:p>
          <a:p>
            <a:r>
              <a:rPr lang="en-US" dirty="0">
                <a:solidFill>
                  <a:srgbClr val="111827"/>
                </a:solidFill>
                <a:latin typeface="+mj-lt"/>
                <a:ea typeface="Aptos" pitchFamily="34" charset="-122"/>
                <a:cs typeface="Aptos" pitchFamily="34" charset="-120"/>
              </a:rPr>
              <a:t>Closes the operating loop: signal → recommendation → approval → execution → outcome → ledger.</a:t>
            </a:r>
            <a:endParaRPr lang="en-US" dirty="0">
              <a:latin typeface="+mj-lt"/>
            </a:endParaRPr>
          </a:p>
        </p:txBody>
      </p:sp>
      <p:sp>
        <p:nvSpPr>
          <p:cNvPr id="47" name="Text 2">
            <a:extLst>
              <a:ext uri="{FF2B5EF4-FFF2-40B4-BE49-F238E27FC236}">
                <a16:creationId xmlns:a16="http://schemas.microsoft.com/office/drawing/2014/main" id="{EFC81C5E-C080-581C-A6AF-7312D5A9E6F5}"/>
              </a:ext>
            </a:extLst>
          </p:cNvPr>
          <p:cNvSpPr/>
          <p:nvPr/>
        </p:nvSpPr>
        <p:spPr>
          <a:xfrm>
            <a:off x="575241" y="649913"/>
            <a:ext cx="10561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475569"/>
                </a:solidFill>
                <a:latin typeface="+mj-lt"/>
                <a:ea typeface="Aptos" pitchFamily="34" charset="-122"/>
                <a:cs typeface="Aptos" pitchFamily="34" charset="-120"/>
              </a:rPr>
              <a:t>The execution layer that turns an approved decision into a measured business result.</a:t>
            </a:r>
            <a:endParaRPr lang="en-US" sz="1250" dirty="0"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298978354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4" name="Google Shape;514;g3e23138d502_0_1321"/>
          <p:cNvSpPr txBox="1">
            <a:spLocks noGrp="1"/>
          </p:cNvSpPr>
          <p:nvPr>
            <p:ph type="ctrTitle"/>
          </p:nvPr>
        </p:nvSpPr>
        <p:spPr>
          <a:xfrm>
            <a:off x="457200" y="384048"/>
            <a:ext cx="11274552" cy="7315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0475" tIns="15225" rIns="30475" bIns="15225" anchor="t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900"/>
              <a:buFont typeface="NVIDIA Sans"/>
              <a:buNone/>
            </a:pPr>
            <a:r>
              <a:rPr sz="3000" b="1">
                <a:solidFill>
                  <a:srgbClr val="0B1B3D"/>
                </a:solidFill>
                <a:latin typeface="NVIDIA Sans"/>
              </a:rPr>
              <a:t>Approved decisions become measured outcomes</a:t>
            </a:r>
            <a:endParaRPr/>
          </a:p>
        </p:txBody>
      </p:sp>
      <p:sp>
        <p:nvSpPr>
          <p:cNvPr id="515" name="Google Shape;515;g3e23138d502_0_1321"/>
          <p:cNvSpPr txBox="1">
            <a:spLocks noGrp="1"/>
          </p:cNvSpPr>
          <p:nvPr>
            <p:ph type="subTitle" idx="1"/>
          </p:nvPr>
        </p:nvSpPr>
        <p:spPr>
          <a:xfrm>
            <a:off x="475488" y="1115568"/>
            <a:ext cx="8229600" cy="3108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0475" tIns="15225" rIns="30475" bIns="15225" anchor="t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Arial"/>
              <a:buNone/>
            </a:pPr>
            <a:r>
              <a:rPr sz="1250" b="1">
                <a:solidFill>
                  <a:srgbClr val="FF4B1F"/>
                </a:solidFill>
                <a:latin typeface="NVIDIA Sans"/>
              </a:rPr>
              <a:t>REVENUE EXECUTION CENTER  ·  GOVERNED EXECUTION</a:t>
            </a:r>
            <a:endParaRPr>
              <a:solidFill>
                <a:schemeClr val="dk1"/>
              </a:solidFill>
            </a:endParaRPr>
          </a:p>
        </p:txBody>
      </p:sp>
      <p:pic>
        <p:nvPicPr>
          <p:cNvPr id="516" name="Google Shape;516;g3e23138d502_0_1321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379026" y="6105425"/>
            <a:ext cx="1980568" cy="5679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17" name="Picture 516" descr="exec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517904"/>
            <a:ext cx="6766560" cy="4404415"/>
          </a:xfrm>
          <a:prstGeom prst="rect">
            <a:avLst/>
          </a:prstGeom>
          <a:ln w="15875">
            <a:solidFill>
              <a:srgbClr val="CBD5E1"/>
            </a:solidFill>
          </a:ln>
        </p:spPr>
      </p:pic>
      <p:sp>
        <p:nvSpPr>
          <p:cNvPr id="518" name="Rounded Rectangle 517"/>
          <p:cNvSpPr/>
          <p:nvPr/>
        </p:nvSpPr>
        <p:spPr>
          <a:xfrm>
            <a:off x="7543800" y="1517904"/>
            <a:ext cx="4206240" cy="1325880"/>
          </a:xfrm>
          <a:prstGeom prst="roundRect">
            <a:avLst>
              <a:gd name="adj" fmla="val 5500"/>
            </a:avLst>
          </a:prstGeom>
          <a:solidFill>
            <a:srgbClr val="F8FAFC"/>
          </a:solidFill>
          <a:ln w="1270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55448" tIns="91440" rIns="137160" bIns="91440" rtlCol="0" anchor="ctr"/>
          <a:lstStyle/>
          <a:p>
            <a:pPr algn="ctr"/>
            <a:r>
              <a:rPr sz="1300" b="1">
                <a:solidFill>
                  <a:srgbClr val="0B1B3D"/>
                </a:solidFill>
                <a:latin typeface="NVIDIA Sans"/>
              </a:rPr>
              <a:t>Governed approval</a:t>
            </a:r>
          </a:p>
          <a:p>
            <a:pPr>
              <a:spcBef>
                <a:spcPts val="300"/>
              </a:spcBef>
            </a:pPr>
            <a:r>
              <a:rPr sz="1050" b="0">
                <a:solidFill>
                  <a:srgbClr val="475569"/>
                </a:solidFill>
                <a:latin typeface="NVIDIA Sans"/>
              </a:rPr>
              <a:t>Approve, reject or request review — each action carries a governance caveat.</a:t>
            </a:r>
          </a:p>
        </p:txBody>
      </p:sp>
      <p:sp>
        <p:nvSpPr>
          <p:cNvPr id="519" name="Rounded Rectangle 518"/>
          <p:cNvSpPr/>
          <p:nvPr/>
        </p:nvSpPr>
        <p:spPr>
          <a:xfrm>
            <a:off x="7543800" y="2953512"/>
            <a:ext cx="4206240" cy="1325880"/>
          </a:xfrm>
          <a:prstGeom prst="roundRect">
            <a:avLst>
              <a:gd name="adj" fmla="val 5500"/>
            </a:avLst>
          </a:prstGeom>
          <a:solidFill>
            <a:srgbClr val="F8FAFC"/>
          </a:solidFill>
          <a:ln w="1270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55448" tIns="91440" rIns="137160" bIns="91440" rtlCol="0" anchor="ctr"/>
          <a:lstStyle/>
          <a:p>
            <a:pPr algn="ctr"/>
            <a:r>
              <a:rPr sz="1300" b="1">
                <a:solidFill>
                  <a:srgbClr val="0B1B3D"/>
                </a:solidFill>
                <a:latin typeface="NVIDIA Sans"/>
              </a:rPr>
              <a:t>Business outcomes captured</a:t>
            </a:r>
          </a:p>
          <a:p>
            <a:pPr>
              <a:spcBef>
                <a:spcPts val="300"/>
              </a:spcBef>
            </a:pPr>
            <a:r>
              <a:rPr sz="1050" b="0">
                <a:solidFill>
                  <a:srgbClr val="475569"/>
                </a:solidFill>
                <a:latin typeface="NVIDIA Sans"/>
              </a:rPr>
              <a:t>Meeting booked, renewal risk reduced or opportunity created — tagged to the ledger.</a:t>
            </a:r>
          </a:p>
        </p:txBody>
      </p:sp>
      <p:sp>
        <p:nvSpPr>
          <p:cNvPr id="520" name="Rounded Rectangle 519"/>
          <p:cNvSpPr/>
          <p:nvPr/>
        </p:nvSpPr>
        <p:spPr>
          <a:xfrm>
            <a:off x="7543800" y="4389120"/>
            <a:ext cx="4206240" cy="1325880"/>
          </a:xfrm>
          <a:prstGeom prst="roundRect">
            <a:avLst>
              <a:gd name="adj" fmla="val 5500"/>
            </a:avLst>
          </a:prstGeom>
          <a:solidFill>
            <a:srgbClr val="F8FAFC"/>
          </a:solidFill>
          <a:ln w="1270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55448" tIns="91440" rIns="137160" bIns="91440" rtlCol="0" anchor="ctr"/>
          <a:lstStyle/>
          <a:p>
            <a:pPr algn="ctr"/>
            <a:r>
              <a:rPr sz="1300" b="1">
                <a:solidFill>
                  <a:srgbClr val="0B1B3D"/>
                </a:solidFill>
                <a:latin typeface="NVIDIA Sans"/>
              </a:rPr>
              <a:t>No silent CRM writeback</a:t>
            </a:r>
          </a:p>
          <a:p>
            <a:pPr>
              <a:spcBef>
                <a:spcPts val="300"/>
              </a:spcBef>
            </a:pPr>
            <a:r>
              <a:rPr sz="1050" b="0">
                <a:solidFill>
                  <a:srgbClr val="475569"/>
                </a:solidFill>
                <a:latin typeface="NVIDIA Sans"/>
              </a:rPr>
              <a:t>Approved actions stage for the connector pipeline; nothing auto-writes in demo mode.</a:t>
            </a:r>
          </a:p>
        </p:txBody>
      </p:sp>
      <p:sp>
        <p:nvSpPr>
          <p:cNvPr id="521" name="Rounded Rectangle 520"/>
          <p:cNvSpPr/>
          <p:nvPr/>
        </p:nvSpPr>
        <p:spPr>
          <a:xfrm>
            <a:off x="7543800" y="5806440"/>
            <a:ext cx="2788920" cy="329184"/>
          </a:xfrm>
          <a:prstGeom prst="roundRect">
            <a:avLst>
              <a:gd name="adj" fmla="val 50000"/>
            </a:avLst>
          </a:prstGeom>
          <a:solidFill>
            <a:srgbClr val="76B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tIns="18288" bIns="18288" rtlCol="0" anchor="ctr"/>
          <a:lstStyle/>
          <a:p>
            <a:pPr algn="ctr"/>
            <a:r>
              <a:rPr sz="1050" b="1">
                <a:solidFill>
                  <a:srgbClr val="FFFFFF"/>
                </a:solidFill>
                <a:latin typeface="NVIDIA Sans"/>
              </a:rPr>
              <a:t>●  APPROVAL → OUTCOME → LEDGER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9">
          <a:extLst>
            <a:ext uri="{FF2B5EF4-FFF2-40B4-BE49-F238E27FC236}">
              <a16:creationId xmlns:a16="http://schemas.microsoft.com/office/drawing/2014/main" id="{5494066E-786E-BE6D-AF5A-2BE79D1591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40" name="Google Shape;540;g3e23138d502_0_1296">
            <a:extLst>
              <a:ext uri="{FF2B5EF4-FFF2-40B4-BE49-F238E27FC236}">
                <a16:creationId xmlns:a16="http://schemas.microsoft.com/office/drawing/2014/main" id="{14CBEEE2-74C0-8862-C101-F166DFDFF0D5}"/>
              </a:ext>
            </a:extLst>
          </p:cNvPr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379026" y="6105425"/>
            <a:ext cx="1980568" cy="567900"/>
          </a:xfrm>
          <a:prstGeom prst="rect">
            <a:avLst/>
          </a:prstGeom>
          <a:noFill/>
          <a:ln>
            <a:noFill/>
          </a:ln>
        </p:spPr>
      </p:pic>
      <p:sp>
        <p:nvSpPr>
          <p:cNvPr id="541" name="Google Shape;541;g3e23138d502_0_1296">
            <a:extLst>
              <a:ext uri="{FF2B5EF4-FFF2-40B4-BE49-F238E27FC236}">
                <a16:creationId xmlns:a16="http://schemas.microsoft.com/office/drawing/2014/main" id="{C2383097-4438-EFB0-2B04-DFBE65316A57}"/>
              </a:ext>
            </a:extLst>
          </p:cNvPr>
          <p:cNvSpPr txBox="1"/>
          <p:nvPr/>
        </p:nvSpPr>
        <p:spPr>
          <a:xfrm>
            <a:off x="1221698" y="2323475"/>
            <a:ext cx="9766200" cy="461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orbel"/>
              <a:buNone/>
            </a:pPr>
            <a:r>
              <a:rPr lang="en-US" sz="2400" b="0" i="0" u="none" strike="noStrike" cap="none">
                <a:solidFill>
                  <a:srgbClr val="FFFFFF"/>
                </a:solidFill>
                <a:latin typeface="Corbel"/>
                <a:ea typeface="Corbel"/>
                <a:cs typeface="Corbel"/>
                <a:sym typeface="Corbel"/>
              </a:rPr>
              <a:t xml:space="preserve"> </a:t>
            </a:r>
            <a:endParaRPr sz="1800" b="0" i="0" u="none" strike="noStrike" cap="none">
              <a:solidFill>
                <a:srgbClr val="000000"/>
              </a:solidFill>
              <a:ea typeface="Arial"/>
              <a:cs typeface="Arial"/>
              <a:sym typeface="Arial"/>
            </a:endParaRPr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88B96218-8F7C-C175-E99E-AB0B90B3EE07}"/>
              </a:ext>
            </a:extLst>
          </p:cNvPr>
          <p:cNvSpPr/>
          <p:nvPr/>
        </p:nvSpPr>
        <p:spPr>
          <a:xfrm>
            <a:off x="655320" y="268732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sz="2400" b="1" dirty="0"/>
              <a:t>The Voice Chief of Staff (planned hackathon)</a:t>
            </a:r>
            <a:endParaRPr lang="en-US" sz="2000" dirty="0"/>
          </a:p>
        </p:txBody>
      </p:sp>
      <p:sp>
        <p:nvSpPr>
          <p:cNvPr id="5" name="Text 2">
            <a:extLst>
              <a:ext uri="{FF2B5EF4-FFF2-40B4-BE49-F238E27FC236}">
                <a16:creationId xmlns:a16="http://schemas.microsoft.com/office/drawing/2014/main" id="{D2274BB0-18E5-AF51-3A42-E8FB4D5451D5}"/>
              </a:ext>
            </a:extLst>
          </p:cNvPr>
          <p:cNvSpPr/>
          <p:nvPr/>
        </p:nvSpPr>
        <p:spPr>
          <a:xfrm>
            <a:off x="701040" y="725932"/>
            <a:ext cx="10561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sz="1200" dirty="0"/>
              <a:t>Voice becomes another enterprise interaction channel — not another AI model. The governed core stays unchanged.</a:t>
            </a:r>
            <a:endParaRPr lang="en-US" sz="1250" dirty="0"/>
          </a:p>
        </p:txBody>
      </p:sp>
      <p:sp>
        <p:nvSpPr>
          <p:cNvPr id="7" name="Shape 7">
            <a:extLst>
              <a:ext uri="{FF2B5EF4-FFF2-40B4-BE49-F238E27FC236}">
                <a16:creationId xmlns:a16="http://schemas.microsoft.com/office/drawing/2014/main" id="{E82DDC9D-D5E2-D425-EED8-2A50B1050FD5}"/>
              </a:ext>
            </a:extLst>
          </p:cNvPr>
          <p:cNvSpPr/>
          <p:nvPr/>
        </p:nvSpPr>
        <p:spPr>
          <a:xfrm>
            <a:off x="609600" y="1772920"/>
            <a:ext cx="1874520" cy="822960"/>
          </a:xfrm>
          <a:prstGeom prst="roundRect">
            <a:avLst>
              <a:gd name="adj" fmla="val 8889"/>
            </a:avLst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IN" sz="1800"/>
          </a:p>
        </p:txBody>
      </p:sp>
      <p:sp>
        <p:nvSpPr>
          <p:cNvPr id="9" name="Text 8">
            <a:extLst>
              <a:ext uri="{FF2B5EF4-FFF2-40B4-BE49-F238E27FC236}">
                <a16:creationId xmlns:a16="http://schemas.microsoft.com/office/drawing/2014/main" id="{9C815867-D76E-5DF1-2E26-CA3A591F541E}"/>
              </a:ext>
            </a:extLst>
          </p:cNvPr>
          <p:cNvSpPr/>
          <p:nvPr/>
        </p:nvSpPr>
        <p:spPr>
          <a:xfrm>
            <a:off x="701040" y="1955800"/>
            <a:ext cx="1691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b="1"/>
              <a:t>Seller speaks</a:t>
            </a:r>
            <a:endParaRPr lang="en-US" sz="1100" dirty="0"/>
          </a:p>
        </p:txBody>
      </p:sp>
      <p:sp>
        <p:nvSpPr>
          <p:cNvPr id="11" name="Text 9">
            <a:extLst>
              <a:ext uri="{FF2B5EF4-FFF2-40B4-BE49-F238E27FC236}">
                <a16:creationId xmlns:a16="http://schemas.microsoft.com/office/drawing/2014/main" id="{679A56EE-F8DA-5C09-90F4-DB77A0138E2F}"/>
              </a:ext>
            </a:extLst>
          </p:cNvPr>
          <p:cNvSpPr/>
          <p:nvPr/>
        </p:nvSpPr>
        <p:spPr>
          <a:xfrm>
            <a:off x="719328" y="2211832"/>
            <a:ext cx="1645920" cy="219456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 algn="ctr">
              <a:buNone/>
              <a:defRPr sz="850"/>
            </a:pPr>
            <a:r>
              <a:rPr sz="800"/>
              <a:t>Natural spoken request</a:t>
            </a:r>
            <a:endParaRPr lang="en-US" sz="700" dirty="0"/>
          </a:p>
        </p:txBody>
      </p:sp>
      <p:sp>
        <p:nvSpPr>
          <p:cNvPr id="13" name="Shape 10">
            <a:extLst>
              <a:ext uri="{FF2B5EF4-FFF2-40B4-BE49-F238E27FC236}">
                <a16:creationId xmlns:a16="http://schemas.microsoft.com/office/drawing/2014/main" id="{24593C3F-454E-E550-B55F-D37C693A0B4F}"/>
              </a:ext>
            </a:extLst>
          </p:cNvPr>
          <p:cNvSpPr/>
          <p:nvPr/>
        </p:nvSpPr>
        <p:spPr>
          <a:xfrm>
            <a:off x="2502408" y="2047240"/>
            <a:ext cx="347472" cy="256032"/>
          </a:xfrm>
          <a:prstGeom prst="rightArrow">
            <a:avLst/>
          </a:prstGeom>
          <a:solidFill>
            <a:srgbClr val="CBD5E1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IN" sz="1800"/>
          </a:p>
        </p:txBody>
      </p:sp>
      <p:sp>
        <p:nvSpPr>
          <p:cNvPr id="15" name="Shape 11">
            <a:extLst>
              <a:ext uri="{FF2B5EF4-FFF2-40B4-BE49-F238E27FC236}">
                <a16:creationId xmlns:a16="http://schemas.microsoft.com/office/drawing/2014/main" id="{1E5EADED-621D-C509-DD8C-EFD1943CE05A}"/>
              </a:ext>
            </a:extLst>
          </p:cNvPr>
          <p:cNvSpPr/>
          <p:nvPr/>
        </p:nvSpPr>
        <p:spPr>
          <a:xfrm>
            <a:off x="2913888" y="1772920"/>
            <a:ext cx="1874520" cy="822960"/>
          </a:xfrm>
          <a:prstGeom prst="roundRect">
            <a:avLst>
              <a:gd name="adj" fmla="val 8889"/>
            </a:avLst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IN" sz="1800"/>
          </a:p>
        </p:txBody>
      </p:sp>
      <p:sp>
        <p:nvSpPr>
          <p:cNvPr id="17" name="Text 12">
            <a:extLst>
              <a:ext uri="{FF2B5EF4-FFF2-40B4-BE49-F238E27FC236}">
                <a16:creationId xmlns:a16="http://schemas.microsoft.com/office/drawing/2014/main" id="{8329683C-6C07-CC5F-39E0-A059CDEF078F}"/>
              </a:ext>
            </a:extLst>
          </p:cNvPr>
          <p:cNvSpPr/>
          <p:nvPr/>
        </p:nvSpPr>
        <p:spPr>
          <a:xfrm>
            <a:off x="3005328" y="1955800"/>
            <a:ext cx="1691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b="1"/>
              <a:t>Gnani.ai · STT</a:t>
            </a:r>
            <a:endParaRPr lang="en-US" sz="1100" dirty="0"/>
          </a:p>
        </p:txBody>
      </p:sp>
      <p:sp>
        <p:nvSpPr>
          <p:cNvPr id="19" name="Text 13">
            <a:extLst>
              <a:ext uri="{FF2B5EF4-FFF2-40B4-BE49-F238E27FC236}">
                <a16:creationId xmlns:a16="http://schemas.microsoft.com/office/drawing/2014/main" id="{EB6AFF14-5D3E-34A1-2DA2-B97D894DDB95}"/>
              </a:ext>
            </a:extLst>
          </p:cNvPr>
          <p:cNvSpPr/>
          <p:nvPr/>
        </p:nvSpPr>
        <p:spPr>
          <a:xfrm>
            <a:off x="3023616" y="2211832"/>
            <a:ext cx="1645920" cy="219456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 algn="ctr">
              <a:buNone/>
              <a:defRPr sz="850"/>
            </a:pPr>
            <a:r>
              <a:rPr sz="800"/>
              <a:t>Speech-to-text · SALM</a:t>
            </a:r>
            <a:endParaRPr lang="en-US" sz="700" dirty="0"/>
          </a:p>
        </p:txBody>
      </p:sp>
      <p:sp>
        <p:nvSpPr>
          <p:cNvPr id="21" name="Shape 14">
            <a:extLst>
              <a:ext uri="{FF2B5EF4-FFF2-40B4-BE49-F238E27FC236}">
                <a16:creationId xmlns:a16="http://schemas.microsoft.com/office/drawing/2014/main" id="{91140D67-3388-9A68-B87E-6D432EFF9E6F}"/>
              </a:ext>
            </a:extLst>
          </p:cNvPr>
          <p:cNvSpPr/>
          <p:nvPr/>
        </p:nvSpPr>
        <p:spPr>
          <a:xfrm>
            <a:off x="4806696" y="2047240"/>
            <a:ext cx="347472" cy="256032"/>
          </a:xfrm>
          <a:prstGeom prst="rightArrow">
            <a:avLst/>
          </a:prstGeom>
          <a:solidFill>
            <a:srgbClr val="CBD5E1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IN" sz="1800"/>
          </a:p>
        </p:txBody>
      </p:sp>
      <p:sp>
        <p:nvSpPr>
          <p:cNvPr id="23" name="Shape 15">
            <a:extLst>
              <a:ext uri="{FF2B5EF4-FFF2-40B4-BE49-F238E27FC236}">
                <a16:creationId xmlns:a16="http://schemas.microsoft.com/office/drawing/2014/main" id="{DAA7C582-8C0F-6DBB-9E38-E8467E490F16}"/>
              </a:ext>
            </a:extLst>
          </p:cNvPr>
          <p:cNvSpPr/>
          <p:nvPr/>
        </p:nvSpPr>
        <p:spPr>
          <a:xfrm>
            <a:off x="5218176" y="1772920"/>
            <a:ext cx="1874520" cy="822960"/>
          </a:xfrm>
          <a:prstGeom prst="roundRect">
            <a:avLst>
              <a:gd name="adj" fmla="val 8889"/>
            </a:avLst>
          </a:prstGeom>
          <a:solidFill>
            <a:srgbClr val="FFF4EC"/>
          </a:solidFill>
          <a:ln w="12700">
            <a:solidFill>
              <a:srgbClr val="FF4B1F"/>
            </a:solidFill>
            <a:prstDash val="solid"/>
          </a:ln>
        </p:spPr>
        <p:txBody>
          <a:bodyPr/>
          <a:lstStyle/>
          <a:p>
            <a:endParaRPr lang="en-IN" sz="1800"/>
          </a:p>
        </p:txBody>
      </p:sp>
      <p:sp>
        <p:nvSpPr>
          <p:cNvPr id="25" name="Text 16">
            <a:extLst>
              <a:ext uri="{FF2B5EF4-FFF2-40B4-BE49-F238E27FC236}">
                <a16:creationId xmlns:a16="http://schemas.microsoft.com/office/drawing/2014/main" id="{E96C150F-BD82-10FB-F8C5-4D814ED36EE0}"/>
              </a:ext>
            </a:extLst>
          </p:cNvPr>
          <p:cNvSpPr/>
          <p:nvPr/>
        </p:nvSpPr>
        <p:spPr>
          <a:xfrm>
            <a:off x="5309616" y="1955800"/>
            <a:ext cx="1691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b="1"/>
              <a:t>Governed core</a:t>
            </a:r>
            <a:endParaRPr lang="en-US" sz="1100" dirty="0"/>
          </a:p>
        </p:txBody>
      </p:sp>
      <p:sp>
        <p:nvSpPr>
          <p:cNvPr id="27" name="Text 17">
            <a:extLst>
              <a:ext uri="{FF2B5EF4-FFF2-40B4-BE49-F238E27FC236}">
                <a16:creationId xmlns:a16="http://schemas.microsoft.com/office/drawing/2014/main" id="{B51B8D1C-7C48-BF75-E7FD-0DD6F7C0B83E}"/>
              </a:ext>
            </a:extLst>
          </p:cNvPr>
          <p:cNvSpPr/>
          <p:nvPr/>
        </p:nvSpPr>
        <p:spPr>
          <a:xfrm>
            <a:off x="5327904" y="2211832"/>
            <a:ext cx="1645920" cy="219456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 algn="ctr">
              <a:buNone/>
              <a:defRPr sz="850"/>
            </a:pPr>
            <a:r>
              <a:rPr sz="900"/>
              <a:t>Same agents · evidence · approval</a:t>
            </a:r>
            <a:endParaRPr lang="en-US" sz="800" dirty="0"/>
          </a:p>
        </p:txBody>
      </p:sp>
      <p:sp>
        <p:nvSpPr>
          <p:cNvPr id="29" name="Shape 18">
            <a:extLst>
              <a:ext uri="{FF2B5EF4-FFF2-40B4-BE49-F238E27FC236}">
                <a16:creationId xmlns:a16="http://schemas.microsoft.com/office/drawing/2014/main" id="{42885FA1-43AE-D809-4F41-67939BC3CB14}"/>
              </a:ext>
            </a:extLst>
          </p:cNvPr>
          <p:cNvSpPr/>
          <p:nvPr/>
        </p:nvSpPr>
        <p:spPr>
          <a:xfrm>
            <a:off x="7110984" y="2047240"/>
            <a:ext cx="347472" cy="256032"/>
          </a:xfrm>
          <a:prstGeom prst="rightArrow">
            <a:avLst/>
          </a:prstGeom>
          <a:solidFill>
            <a:srgbClr val="CBD5E1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IN" sz="1800"/>
          </a:p>
        </p:txBody>
      </p:sp>
      <p:sp>
        <p:nvSpPr>
          <p:cNvPr id="31" name="Shape 19">
            <a:extLst>
              <a:ext uri="{FF2B5EF4-FFF2-40B4-BE49-F238E27FC236}">
                <a16:creationId xmlns:a16="http://schemas.microsoft.com/office/drawing/2014/main" id="{91B7D4BD-63CC-ACB1-01B9-2261214A2B90}"/>
              </a:ext>
            </a:extLst>
          </p:cNvPr>
          <p:cNvSpPr/>
          <p:nvPr/>
        </p:nvSpPr>
        <p:spPr>
          <a:xfrm>
            <a:off x="7522464" y="1772920"/>
            <a:ext cx="1874520" cy="822960"/>
          </a:xfrm>
          <a:prstGeom prst="roundRect">
            <a:avLst>
              <a:gd name="adj" fmla="val 8889"/>
            </a:avLst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IN" sz="1800"/>
          </a:p>
        </p:txBody>
      </p:sp>
      <p:sp>
        <p:nvSpPr>
          <p:cNvPr id="33" name="Text 20">
            <a:extLst>
              <a:ext uri="{FF2B5EF4-FFF2-40B4-BE49-F238E27FC236}">
                <a16:creationId xmlns:a16="http://schemas.microsoft.com/office/drawing/2014/main" id="{E6B425F2-259A-BCFC-EDB1-E56933E2E913}"/>
              </a:ext>
            </a:extLst>
          </p:cNvPr>
          <p:cNvSpPr/>
          <p:nvPr/>
        </p:nvSpPr>
        <p:spPr>
          <a:xfrm>
            <a:off x="7613904" y="1955800"/>
            <a:ext cx="1691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b="1"/>
              <a:t>Gnani.ai · TTS</a:t>
            </a:r>
            <a:endParaRPr lang="en-US" sz="1100" dirty="0"/>
          </a:p>
        </p:txBody>
      </p:sp>
      <p:sp>
        <p:nvSpPr>
          <p:cNvPr id="35" name="Text 21">
            <a:extLst>
              <a:ext uri="{FF2B5EF4-FFF2-40B4-BE49-F238E27FC236}">
                <a16:creationId xmlns:a16="http://schemas.microsoft.com/office/drawing/2014/main" id="{863241CA-DB19-24C1-4BC8-9D6BDDE78101}"/>
              </a:ext>
            </a:extLst>
          </p:cNvPr>
          <p:cNvSpPr/>
          <p:nvPr/>
        </p:nvSpPr>
        <p:spPr>
          <a:xfrm>
            <a:off x="7632192" y="2211832"/>
            <a:ext cx="1645920" cy="219456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 algn="ctr">
              <a:buNone/>
              <a:defRPr sz="850"/>
            </a:pPr>
            <a:r>
              <a:rPr sz="800"/>
              <a:t>Text-to-speech response</a:t>
            </a:r>
            <a:endParaRPr lang="en-US" sz="700" dirty="0"/>
          </a:p>
        </p:txBody>
      </p:sp>
      <p:sp>
        <p:nvSpPr>
          <p:cNvPr id="37" name="Shape 22">
            <a:extLst>
              <a:ext uri="{FF2B5EF4-FFF2-40B4-BE49-F238E27FC236}">
                <a16:creationId xmlns:a16="http://schemas.microsoft.com/office/drawing/2014/main" id="{778E7948-4B95-7512-563E-FED2C567049C}"/>
              </a:ext>
            </a:extLst>
          </p:cNvPr>
          <p:cNvSpPr/>
          <p:nvPr/>
        </p:nvSpPr>
        <p:spPr>
          <a:xfrm>
            <a:off x="9415272" y="2047240"/>
            <a:ext cx="347472" cy="256032"/>
          </a:xfrm>
          <a:prstGeom prst="rightArrow">
            <a:avLst/>
          </a:prstGeom>
          <a:solidFill>
            <a:srgbClr val="CBD5E1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IN" sz="1800"/>
          </a:p>
        </p:txBody>
      </p:sp>
      <p:sp>
        <p:nvSpPr>
          <p:cNvPr id="39" name="Shape 23">
            <a:extLst>
              <a:ext uri="{FF2B5EF4-FFF2-40B4-BE49-F238E27FC236}">
                <a16:creationId xmlns:a16="http://schemas.microsoft.com/office/drawing/2014/main" id="{9E89F7B8-1651-144B-7EA6-788C1FA5673E}"/>
              </a:ext>
            </a:extLst>
          </p:cNvPr>
          <p:cNvSpPr/>
          <p:nvPr/>
        </p:nvSpPr>
        <p:spPr>
          <a:xfrm>
            <a:off x="9826752" y="1772920"/>
            <a:ext cx="1874520" cy="822960"/>
          </a:xfrm>
          <a:prstGeom prst="roundRect">
            <a:avLst>
              <a:gd name="adj" fmla="val 8889"/>
            </a:avLst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IN" sz="1800"/>
          </a:p>
        </p:txBody>
      </p:sp>
      <p:sp>
        <p:nvSpPr>
          <p:cNvPr id="41" name="Text 24">
            <a:extLst>
              <a:ext uri="{FF2B5EF4-FFF2-40B4-BE49-F238E27FC236}">
                <a16:creationId xmlns:a16="http://schemas.microsoft.com/office/drawing/2014/main" id="{A622D4A9-6A80-D3B4-3C05-68BDE5F6F094}"/>
              </a:ext>
            </a:extLst>
          </p:cNvPr>
          <p:cNvSpPr/>
          <p:nvPr/>
        </p:nvSpPr>
        <p:spPr>
          <a:xfrm>
            <a:off x="9918192" y="1955800"/>
            <a:ext cx="1691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b="1"/>
              <a:t>Voice answer</a:t>
            </a:r>
            <a:endParaRPr lang="en-US" sz="1100" dirty="0"/>
          </a:p>
        </p:txBody>
      </p:sp>
      <p:sp>
        <p:nvSpPr>
          <p:cNvPr id="43" name="Text 25">
            <a:extLst>
              <a:ext uri="{FF2B5EF4-FFF2-40B4-BE49-F238E27FC236}">
                <a16:creationId xmlns:a16="http://schemas.microsoft.com/office/drawing/2014/main" id="{C3F2911E-ECC0-34D4-0C53-8C33B7FD7A58}"/>
              </a:ext>
            </a:extLst>
          </p:cNvPr>
          <p:cNvSpPr/>
          <p:nvPr/>
        </p:nvSpPr>
        <p:spPr>
          <a:xfrm>
            <a:off x="9936480" y="2211832"/>
            <a:ext cx="1645920" cy="219456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 algn="ctr">
              <a:buNone/>
              <a:defRPr sz="850"/>
            </a:pPr>
            <a:r>
              <a:rPr sz="1000"/>
              <a:t>Spoken brief &amp; next steps</a:t>
            </a:r>
            <a:endParaRPr lang="en-US" sz="900" dirty="0"/>
          </a:p>
        </p:txBody>
      </p:sp>
      <p:sp>
        <p:nvSpPr>
          <p:cNvPr id="45" name="Shape 26">
            <a:extLst>
              <a:ext uri="{FF2B5EF4-FFF2-40B4-BE49-F238E27FC236}">
                <a16:creationId xmlns:a16="http://schemas.microsoft.com/office/drawing/2014/main" id="{E9D26225-A9E4-5CF6-A804-98E04D67166F}"/>
              </a:ext>
            </a:extLst>
          </p:cNvPr>
          <p:cNvSpPr/>
          <p:nvPr/>
        </p:nvSpPr>
        <p:spPr>
          <a:xfrm>
            <a:off x="801624" y="3622392"/>
            <a:ext cx="2487168" cy="1818325"/>
          </a:xfrm>
          <a:prstGeom prst="roundRect">
            <a:avLst>
              <a:gd name="adj" fmla="val 7143"/>
            </a:avLst>
          </a:prstGeom>
          <a:solidFill>
            <a:srgbClr val="F8FAFC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IN" sz="1800"/>
          </a:p>
        </p:txBody>
      </p:sp>
      <p:sp>
        <p:nvSpPr>
          <p:cNvPr id="47" name="Text 27">
            <a:extLst>
              <a:ext uri="{FF2B5EF4-FFF2-40B4-BE49-F238E27FC236}">
                <a16:creationId xmlns:a16="http://schemas.microsoft.com/office/drawing/2014/main" id="{CCD647AB-FCD0-01E3-76A2-20EF4666FE22}"/>
              </a:ext>
            </a:extLst>
          </p:cNvPr>
          <p:cNvSpPr/>
          <p:nvPr/>
        </p:nvSpPr>
        <p:spPr>
          <a:xfrm>
            <a:off x="966216" y="3759552"/>
            <a:ext cx="2157984" cy="35717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sz="1600" b="1"/>
              <a:t>Planned hackathon implementation</a:t>
            </a:r>
            <a:endParaRPr lang="en-US" sz="1200" dirty="0"/>
          </a:p>
        </p:txBody>
      </p:sp>
      <p:sp>
        <p:nvSpPr>
          <p:cNvPr id="49" name="Text 28">
            <a:extLst>
              <a:ext uri="{FF2B5EF4-FFF2-40B4-BE49-F238E27FC236}">
                <a16:creationId xmlns:a16="http://schemas.microsoft.com/office/drawing/2014/main" id="{B6522A89-CB94-9CCB-49F1-C2C5534AFDC6}"/>
              </a:ext>
            </a:extLst>
          </p:cNvPr>
          <p:cNvSpPr/>
          <p:nvPr/>
        </p:nvSpPr>
        <p:spPr>
          <a:xfrm>
            <a:off x="966216" y="4033873"/>
            <a:ext cx="2157984" cy="8766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Autofit/>
          </a:bodyPr>
          <a:lstStyle/>
          <a:p>
            <a:pPr marL="0" indent="0">
              <a:buNone/>
              <a:defRPr sz="1019"/>
            </a:pPr>
            <a:r>
              <a:rPr sz="1000"/>
              <a:t>Gnani.ai is our planned speech layer for the hackathon build — not yet implemented. The architecture is voice-ready today.</a:t>
            </a:r>
            <a:endParaRPr lang="en-US" sz="1000" dirty="0"/>
          </a:p>
        </p:txBody>
      </p:sp>
      <p:sp>
        <p:nvSpPr>
          <p:cNvPr id="51" name="Shape 29">
            <a:extLst>
              <a:ext uri="{FF2B5EF4-FFF2-40B4-BE49-F238E27FC236}">
                <a16:creationId xmlns:a16="http://schemas.microsoft.com/office/drawing/2014/main" id="{536F56FB-9EC4-F97A-E0EC-E806E0A85DDD}"/>
              </a:ext>
            </a:extLst>
          </p:cNvPr>
          <p:cNvSpPr/>
          <p:nvPr/>
        </p:nvSpPr>
        <p:spPr>
          <a:xfrm>
            <a:off x="3425952" y="3622392"/>
            <a:ext cx="2487168" cy="1818325"/>
          </a:xfrm>
          <a:prstGeom prst="roundRect">
            <a:avLst>
              <a:gd name="adj" fmla="val 7143"/>
            </a:avLst>
          </a:prstGeom>
          <a:solidFill>
            <a:srgbClr val="F8FAFC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IN" sz="1800"/>
          </a:p>
        </p:txBody>
      </p:sp>
      <p:sp>
        <p:nvSpPr>
          <p:cNvPr id="53" name="Text 30">
            <a:extLst>
              <a:ext uri="{FF2B5EF4-FFF2-40B4-BE49-F238E27FC236}">
                <a16:creationId xmlns:a16="http://schemas.microsoft.com/office/drawing/2014/main" id="{8F394602-8C6E-562B-A7B8-5FAA85F4CF1F}"/>
              </a:ext>
            </a:extLst>
          </p:cNvPr>
          <p:cNvSpPr/>
          <p:nvPr/>
        </p:nvSpPr>
        <p:spPr>
          <a:xfrm>
            <a:off x="3590544" y="3759552"/>
            <a:ext cx="2157984" cy="35717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sz="1600" b="1"/>
              <a:t>Enterprise speech</a:t>
            </a:r>
            <a:endParaRPr lang="en-US" sz="1200" dirty="0"/>
          </a:p>
        </p:txBody>
      </p:sp>
      <p:sp>
        <p:nvSpPr>
          <p:cNvPr id="55" name="Text 31">
            <a:extLst>
              <a:ext uri="{FF2B5EF4-FFF2-40B4-BE49-F238E27FC236}">
                <a16:creationId xmlns:a16="http://schemas.microsoft.com/office/drawing/2014/main" id="{AFEBF1CB-1088-600B-53B0-03346D66B8E3}"/>
              </a:ext>
            </a:extLst>
          </p:cNvPr>
          <p:cNvSpPr/>
          <p:nvPr/>
        </p:nvSpPr>
        <p:spPr>
          <a:xfrm>
            <a:off x="3590544" y="4033873"/>
            <a:ext cx="2157984" cy="8766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Autofit/>
          </a:bodyPr>
          <a:lstStyle/>
          <a:p>
            <a:pPr marL="0" indent="0">
              <a:buNone/>
              <a:defRPr sz="1019"/>
            </a:pPr>
            <a:r>
              <a:rPr sz="1000"/>
              <a:t>Low-latency, telephony-optimized recognition built for noisy, real-world enterprise conditions.</a:t>
            </a:r>
            <a:endParaRPr lang="en-US" sz="1000" dirty="0"/>
          </a:p>
        </p:txBody>
      </p:sp>
      <p:sp>
        <p:nvSpPr>
          <p:cNvPr id="57" name="Shape 32">
            <a:extLst>
              <a:ext uri="{FF2B5EF4-FFF2-40B4-BE49-F238E27FC236}">
                <a16:creationId xmlns:a16="http://schemas.microsoft.com/office/drawing/2014/main" id="{8193B37F-32B2-9CC6-609B-89A870D602B3}"/>
              </a:ext>
            </a:extLst>
          </p:cNvPr>
          <p:cNvSpPr/>
          <p:nvPr/>
        </p:nvSpPr>
        <p:spPr>
          <a:xfrm>
            <a:off x="6050280" y="3622392"/>
            <a:ext cx="2487168" cy="1818325"/>
          </a:xfrm>
          <a:prstGeom prst="roundRect">
            <a:avLst>
              <a:gd name="adj" fmla="val 7143"/>
            </a:avLst>
          </a:prstGeom>
          <a:solidFill>
            <a:srgbClr val="F8FAFC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IN" sz="1800"/>
          </a:p>
        </p:txBody>
      </p:sp>
      <p:sp>
        <p:nvSpPr>
          <p:cNvPr id="59" name="Text 33">
            <a:extLst>
              <a:ext uri="{FF2B5EF4-FFF2-40B4-BE49-F238E27FC236}">
                <a16:creationId xmlns:a16="http://schemas.microsoft.com/office/drawing/2014/main" id="{B2DC0874-CC88-D382-AD32-EA0C7AEC12F7}"/>
              </a:ext>
            </a:extLst>
          </p:cNvPr>
          <p:cNvSpPr/>
          <p:nvPr/>
        </p:nvSpPr>
        <p:spPr>
          <a:xfrm>
            <a:off x="6214872" y="3759552"/>
            <a:ext cx="2157984" cy="35717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sz="1600" b="1"/>
              <a:t>Indian languages + code-switching</a:t>
            </a:r>
            <a:endParaRPr lang="en-US" sz="1200" dirty="0"/>
          </a:p>
        </p:txBody>
      </p:sp>
      <p:sp>
        <p:nvSpPr>
          <p:cNvPr id="61" name="Text 34">
            <a:extLst>
              <a:ext uri="{FF2B5EF4-FFF2-40B4-BE49-F238E27FC236}">
                <a16:creationId xmlns:a16="http://schemas.microsoft.com/office/drawing/2014/main" id="{91A3DD47-0737-5415-2B8C-7D70ED826274}"/>
              </a:ext>
            </a:extLst>
          </p:cNvPr>
          <p:cNvSpPr/>
          <p:nvPr/>
        </p:nvSpPr>
        <p:spPr>
          <a:xfrm>
            <a:off x="6214872" y="4033873"/>
            <a:ext cx="2157984" cy="8766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Autofit/>
          </a:bodyPr>
          <a:lstStyle/>
          <a:p>
            <a:pPr marL="0" indent="0">
              <a:buNone/>
              <a:defRPr sz="1019"/>
            </a:pPr>
            <a:r>
              <a:rPr sz="1000"/>
              <a:t>Multilingual support with English / regional code-switching for Indian enterprise revenue teams.</a:t>
            </a:r>
            <a:endParaRPr lang="en-US" sz="1000" dirty="0"/>
          </a:p>
        </p:txBody>
      </p:sp>
      <p:sp>
        <p:nvSpPr>
          <p:cNvPr id="63" name="Shape 35">
            <a:extLst>
              <a:ext uri="{FF2B5EF4-FFF2-40B4-BE49-F238E27FC236}">
                <a16:creationId xmlns:a16="http://schemas.microsoft.com/office/drawing/2014/main" id="{99715584-26B0-DA2F-A1CC-334630FF452C}"/>
              </a:ext>
            </a:extLst>
          </p:cNvPr>
          <p:cNvSpPr/>
          <p:nvPr/>
        </p:nvSpPr>
        <p:spPr>
          <a:xfrm>
            <a:off x="8674608" y="3622392"/>
            <a:ext cx="2487168" cy="1818325"/>
          </a:xfrm>
          <a:prstGeom prst="roundRect">
            <a:avLst>
              <a:gd name="adj" fmla="val 7143"/>
            </a:avLst>
          </a:prstGeom>
          <a:solidFill>
            <a:srgbClr val="F8FAFC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IN" sz="1800"/>
          </a:p>
        </p:txBody>
      </p:sp>
      <p:sp>
        <p:nvSpPr>
          <p:cNvPr id="513" name="Text 36">
            <a:extLst>
              <a:ext uri="{FF2B5EF4-FFF2-40B4-BE49-F238E27FC236}">
                <a16:creationId xmlns:a16="http://schemas.microsoft.com/office/drawing/2014/main" id="{B4665781-C99D-AB03-86CB-FCEB3619E4CA}"/>
              </a:ext>
            </a:extLst>
          </p:cNvPr>
          <p:cNvSpPr/>
          <p:nvPr/>
        </p:nvSpPr>
        <p:spPr>
          <a:xfrm>
            <a:off x="8839200" y="3759552"/>
            <a:ext cx="2157984" cy="35717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sz="1600" b="1"/>
              <a:t>Product evolution</a:t>
            </a:r>
            <a:endParaRPr lang="en-US" sz="1200" dirty="0"/>
          </a:p>
        </p:txBody>
      </p:sp>
      <p:sp>
        <p:nvSpPr>
          <p:cNvPr id="515" name="Text 37">
            <a:extLst>
              <a:ext uri="{FF2B5EF4-FFF2-40B4-BE49-F238E27FC236}">
                <a16:creationId xmlns:a16="http://schemas.microsoft.com/office/drawing/2014/main" id="{F89A8A4F-0AAE-D5CC-2B6E-05590FC113F7}"/>
              </a:ext>
            </a:extLst>
          </p:cNvPr>
          <p:cNvSpPr/>
          <p:nvPr/>
        </p:nvSpPr>
        <p:spPr>
          <a:xfrm>
            <a:off x="8839200" y="4033873"/>
            <a:ext cx="2157984" cy="8766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  <a:defRPr sz="1019"/>
            </a:pPr>
            <a:r>
              <a:rPr sz="1000"/>
              <a:t>Revenue OS → Enterprise AI Chief of Staff → voice-native Revenue OS. Voice is an interaction layer, not a new brain.</a:t>
            </a:r>
            <a:endParaRPr lang="en-US" sz="1000" dirty="0"/>
          </a:p>
        </p:txBody>
      </p:sp>
    </p:spTree>
    <p:extLst>
      <p:ext uri="{BB962C8B-B14F-4D97-AF65-F5344CB8AC3E}">
        <p14:creationId xmlns:p14="http://schemas.microsoft.com/office/powerpoint/2010/main" val="949690330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9">
          <a:extLst>
            <a:ext uri="{FF2B5EF4-FFF2-40B4-BE49-F238E27FC236}">
              <a16:creationId xmlns:a16="http://schemas.microsoft.com/office/drawing/2014/main" id="{6FB33326-3791-C99C-F20F-7DC8E0A24C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40" name="Google Shape;540;g3e23138d502_0_1296">
            <a:extLst>
              <a:ext uri="{FF2B5EF4-FFF2-40B4-BE49-F238E27FC236}">
                <a16:creationId xmlns:a16="http://schemas.microsoft.com/office/drawing/2014/main" id="{8BAC0B9E-C989-7301-131F-94C12D8DC6E6}"/>
              </a:ext>
            </a:extLst>
          </p:cNvPr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379026" y="6105425"/>
            <a:ext cx="1980568" cy="567900"/>
          </a:xfrm>
          <a:prstGeom prst="rect">
            <a:avLst/>
          </a:prstGeom>
          <a:noFill/>
          <a:ln>
            <a:noFill/>
          </a:ln>
        </p:spPr>
      </p:pic>
      <p:sp>
        <p:nvSpPr>
          <p:cNvPr id="541" name="Google Shape;541;g3e23138d502_0_1296">
            <a:extLst>
              <a:ext uri="{FF2B5EF4-FFF2-40B4-BE49-F238E27FC236}">
                <a16:creationId xmlns:a16="http://schemas.microsoft.com/office/drawing/2014/main" id="{E24E946A-99F6-A5FA-BFDE-52BB5149DDE0}"/>
              </a:ext>
            </a:extLst>
          </p:cNvPr>
          <p:cNvSpPr txBox="1"/>
          <p:nvPr/>
        </p:nvSpPr>
        <p:spPr>
          <a:xfrm>
            <a:off x="1221698" y="2323475"/>
            <a:ext cx="9766200" cy="5231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orbel"/>
              <a:buNone/>
            </a:pPr>
            <a:r>
              <a:rPr lang="en-US" sz="2800" b="0" i="0" u="none" strike="noStrike" cap="none">
                <a:solidFill>
                  <a:srgbClr val="FFFFFF"/>
                </a:solidFill>
                <a:latin typeface="+mj-lt"/>
                <a:ea typeface="Corbel"/>
                <a:cs typeface="Corbel"/>
                <a:sym typeface="Corbel"/>
              </a:rPr>
              <a:t xml:space="preserve"> </a:t>
            </a:r>
            <a:endParaRPr sz="2000" b="0" i="0" u="none" strike="noStrike" cap="none">
              <a:solidFill>
                <a:srgbClr val="000000"/>
              </a:solidFill>
              <a:latin typeface="+mj-lt"/>
              <a:ea typeface="Arial"/>
              <a:cs typeface="Arial"/>
              <a:sym typeface="Arial"/>
            </a:endParaRPr>
          </a:p>
        </p:txBody>
      </p:sp>
      <p:sp>
        <p:nvSpPr>
          <p:cNvPr id="5" name="Text 1">
            <a:extLst>
              <a:ext uri="{FF2B5EF4-FFF2-40B4-BE49-F238E27FC236}">
                <a16:creationId xmlns:a16="http://schemas.microsoft.com/office/drawing/2014/main" id="{08863CA3-5A49-0FD9-287F-4D5BA2914C04}"/>
              </a:ext>
            </a:extLst>
          </p:cNvPr>
          <p:cNvSpPr/>
          <p:nvPr/>
        </p:nvSpPr>
        <p:spPr>
          <a:xfrm>
            <a:off x="630936" y="180528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sz="2400" b="1" dirty="0"/>
              <a:t>Business value: the executive case</a:t>
            </a:r>
            <a:endParaRPr lang="en-US" sz="2000" dirty="0"/>
          </a:p>
        </p:txBody>
      </p:sp>
      <p:sp>
        <p:nvSpPr>
          <p:cNvPr id="7" name="Text 2">
            <a:extLst>
              <a:ext uri="{FF2B5EF4-FFF2-40B4-BE49-F238E27FC236}">
                <a16:creationId xmlns:a16="http://schemas.microsoft.com/office/drawing/2014/main" id="{2A59EEFE-8B1A-34FE-B547-B4F56D0F1899}"/>
              </a:ext>
            </a:extLst>
          </p:cNvPr>
          <p:cNvSpPr/>
          <p:nvPr/>
        </p:nvSpPr>
        <p:spPr>
          <a:xfrm>
            <a:off x="685800" y="621792"/>
            <a:ext cx="10561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sz="1200"/>
              <a:t>Every capability maps to a number a revenue leader already owns — this reads like a CIO business case.</a:t>
            </a:r>
            <a:endParaRPr lang="en-US" sz="1250" dirty="0"/>
          </a:p>
        </p:txBody>
      </p:sp>
      <p:sp>
        <p:nvSpPr>
          <p:cNvPr id="9" name="Shape 7">
            <a:extLst>
              <a:ext uri="{FF2B5EF4-FFF2-40B4-BE49-F238E27FC236}">
                <a16:creationId xmlns:a16="http://schemas.microsoft.com/office/drawing/2014/main" id="{1B3DB121-B860-3A17-276B-8C5A3D7C416C}"/>
              </a:ext>
            </a:extLst>
          </p:cNvPr>
          <p:cNvSpPr/>
          <p:nvPr/>
        </p:nvSpPr>
        <p:spPr>
          <a:xfrm>
            <a:off x="685800" y="1600200"/>
            <a:ext cx="3474720" cy="1170432"/>
          </a:xfrm>
          <a:prstGeom prst="roundRect">
            <a:avLst>
              <a:gd name="adj" fmla="val 6250"/>
            </a:avLst>
          </a:prstGeom>
          <a:solidFill>
            <a:srgbClr val="FFF4EC"/>
          </a:solidFill>
          <a:ln w="12700">
            <a:solidFill>
              <a:srgbClr val="FED7AA"/>
            </a:solidFill>
            <a:prstDash val="solid"/>
          </a:ln>
        </p:spPr>
        <p:txBody>
          <a:bodyPr/>
          <a:lstStyle/>
          <a:p>
            <a:endParaRPr lang="en-IN" sz="2000">
              <a:latin typeface="+mj-lt"/>
            </a:endParaRPr>
          </a:p>
        </p:txBody>
      </p:sp>
      <p:sp>
        <p:nvSpPr>
          <p:cNvPr id="11" name="Text 8">
            <a:extLst>
              <a:ext uri="{FF2B5EF4-FFF2-40B4-BE49-F238E27FC236}">
                <a16:creationId xmlns:a16="http://schemas.microsoft.com/office/drawing/2014/main" id="{831C0A34-120D-FF33-785F-0BF8173966CB}"/>
              </a:ext>
            </a:extLst>
          </p:cNvPr>
          <p:cNvSpPr/>
          <p:nvPr/>
        </p:nvSpPr>
        <p:spPr>
          <a:xfrm>
            <a:off x="850392" y="1737360"/>
            <a:ext cx="31455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sz="1800" b="1">
                <a:latin typeface="+mj-lt"/>
              </a:rPr>
              <a:t>Revenue at risk</a:t>
            </a:r>
            <a:endParaRPr lang="en-US" dirty="0">
              <a:latin typeface="+mj-lt"/>
            </a:endParaRPr>
          </a:p>
        </p:txBody>
      </p:sp>
      <p:sp>
        <p:nvSpPr>
          <p:cNvPr id="13" name="Text 9">
            <a:extLst>
              <a:ext uri="{FF2B5EF4-FFF2-40B4-BE49-F238E27FC236}">
                <a16:creationId xmlns:a16="http://schemas.microsoft.com/office/drawing/2014/main" id="{7ED50B15-CAFA-5D0E-8DED-BB154D9C0DAB}"/>
              </a:ext>
            </a:extLst>
          </p:cNvPr>
          <p:cNvSpPr/>
          <p:nvPr/>
        </p:nvSpPr>
        <p:spPr>
          <a:xfrm>
            <a:off x="850392" y="2011680"/>
            <a:ext cx="3145536" cy="6400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  <a:defRPr sz="1019"/>
            </a:pPr>
            <a:r>
              <a:rPr sz="1200">
                <a:latin typeface="+mj-lt"/>
              </a:rPr>
              <a:t>Surface at-risk renewals and declining accounts early, while there is still time to intervene.</a:t>
            </a:r>
            <a:endParaRPr lang="en-US" sz="1100" dirty="0">
              <a:latin typeface="+mj-lt"/>
            </a:endParaRPr>
          </a:p>
        </p:txBody>
      </p:sp>
      <p:sp>
        <p:nvSpPr>
          <p:cNvPr id="15" name="Shape 10">
            <a:extLst>
              <a:ext uri="{FF2B5EF4-FFF2-40B4-BE49-F238E27FC236}">
                <a16:creationId xmlns:a16="http://schemas.microsoft.com/office/drawing/2014/main" id="{DA887984-AD32-3CB7-CBE5-0C0DFE07E147}"/>
              </a:ext>
            </a:extLst>
          </p:cNvPr>
          <p:cNvSpPr/>
          <p:nvPr/>
        </p:nvSpPr>
        <p:spPr>
          <a:xfrm>
            <a:off x="4361688" y="1600200"/>
            <a:ext cx="3474720" cy="1170432"/>
          </a:xfrm>
          <a:prstGeom prst="roundRect">
            <a:avLst>
              <a:gd name="adj" fmla="val 6250"/>
            </a:avLst>
          </a:prstGeom>
          <a:solidFill>
            <a:srgbClr val="F8FAFC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IN" sz="2000">
              <a:latin typeface="+mj-lt"/>
            </a:endParaRPr>
          </a:p>
        </p:txBody>
      </p:sp>
      <p:sp>
        <p:nvSpPr>
          <p:cNvPr id="17" name="Text 11">
            <a:extLst>
              <a:ext uri="{FF2B5EF4-FFF2-40B4-BE49-F238E27FC236}">
                <a16:creationId xmlns:a16="http://schemas.microsoft.com/office/drawing/2014/main" id="{3388F341-3061-66B3-3284-01002896891E}"/>
              </a:ext>
            </a:extLst>
          </p:cNvPr>
          <p:cNvSpPr/>
          <p:nvPr/>
        </p:nvSpPr>
        <p:spPr>
          <a:xfrm>
            <a:off x="4526280" y="1737360"/>
            <a:ext cx="31455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sz="1800" b="1">
                <a:latin typeface="+mj-lt"/>
              </a:rPr>
              <a:t>Revenue saved</a:t>
            </a:r>
            <a:endParaRPr lang="en-US" dirty="0">
              <a:latin typeface="+mj-lt"/>
            </a:endParaRPr>
          </a:p>
        </p:txBody>
      </p:sp>
      <p:sp>
        <p:nvSpPr>
          <p:cNvPr id="19" name="Text 12">
            <a:extLst>
              <a:ext uri="{FF2B5EF4-FFF2-40B4-BE49-F238E27FC236}">
                <a16:creationId xmlns:a16="http://schemas.microsoft.com/office/drawing/2014/main" id="{6D6D6F68-0281-A4AC-F7D4-04CA83C01E1F}"/>
              </a:ext>
            </a:extLst>
          </p:cNvPr>
          <p:cNvSpPr/>
          <p:nvPr/>
        </p:nvSpPr>
        <p:spPr>
          <a:xfrm>
            <a:off x="4526280" y="2011680"/>
            <a:ext cx="3145536" cy="6400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  <a:defRPr sz="1019"/>
            </a:pPr>
            <a:r>
              <a:rPr sz="1200">
                <a:latin typeface="+mj-lt"/>
              </a:rPr>
              <a:t>Recovery plans on flagged accounts protect renewals that would otherwise churn silently.</a:t>
            </a:r>
            <a:endParaRPr lang="en-US" sz="1100" dirty="0">
              <a:latin typeface="+mj-lt"/>
            </a:endParaRPr>
          </a:p>
        </p:txBody>
      </p:sp>
      <p:sp>
        <p:nvSpPr>
          <p:cNvPr id="21" name="Shape 13">
            <a:extLst>
              <a:ext uri="{FF2B5EF4-FFF2-40B4-BE49-F238E27FC236}">
                <a16:creationId xmlns:a16="http://schemas.microsoft.com/office/drawing/2014/main" id="{6FD96D4C-62EF-F389-68E3-6E1240246467}"/>
              </a:ext>
            </a:extLst>
          </p:cNvPr>
          <p:cNvSpPr/>
          <p:nvPr/>
        </p:nvSpPr>
        <p:spPr>
          <a:xfrm>
            <a:off x="8037576" y="1600200"/>
            <a:ext cx="3474720" cy="1170432"/>
          </a:xfrm>
          <a:prstGeom prst="roundRect">
            <a:avLst>
              <a:gd name="adj" fmla="val 6250"/>
            </a:avLst>
          </a:prstGeom>
          <a:solidFill>
            <a:srgbClr val="F8FAFC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IN" sz="2000">
              <a:latin typeface="+mj-lt"/>
            </a:endParaRPr>
          </a:p>
        </p:txBody>
      </p:sp>
      <p:sp>
        <p:nvSpPr>
          <p:cNvPr id="23" name="Text 14">
            <a:extLst>
              <a:ext uri="{FF2B5EF4-FFF2-40B4-BE49-F238E27FC236}">
                <a16:creationId xmlns:a16="http://schemas.microsoft.com/office/drawing/2014/main" id="{64A466D0-7D51-6449-3516-49FF50DE8079}"/>
              </a:ext>
            </a:extLst>
          </p:cNvPr>
          <p:cNvSpPr/>
          <p:nvPr/>
        </p:nvSpPr>
        <p:spPr>
          <a:xfrm>
            <a:off x="8202168" y="1737360"/>
            <a:ext cx="31455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sz="1800" b="1">
                <a:latin typeface="+mj-lt"/>
              </a:rPr>
              <a:t>Pipeline protected</a:t>
            </a:r>
            <a:endParaRPr lang="en-US" dirty="0">
              <a:latin typeface="+mj-lt"/>
            </a:endParaRPr>
          </a:p>
        </p:txBody>
      </p:sp>
      <p:sp>
        <p:nvSpPr>
          <p:cNvPr id="25" name="Text 15">
            <a:extLst>
              <a:ext uri="{FF2B5EF4-FFF2-40B4-BE49-F238E27FC236}">
                <a16:creationId xmlns:a16="http://schemas.microsoft.com/office/drawing/2014/main" id="{8D8CFEDC-998C-65DC-1087-C6DC52527FD7}"/>
              </a:ext>
            </a:extLst>
          </p:cNvPr>
          <p:cNvSpPr/>
          <p:nvPr/>
        </p:nvSpPr>
        <p:spPr>
          <a:xfrm>
            <a:off x="8202168" y="2011680"/>
            <a:ext cx="3145536" cy="6400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  <a:defRPr sz="1019"/>
            </a:pPr>
            <a:r>
              <a:rPr sz="1200">
                <a:latin typeface="+mj-lt"/>
              </a:rPr>
              <a:t>Expansion and cross-sell signals are caught and acted on, not missed in a crowded book.</a:t>
            </a:r>
            <a:endParaRPr lang="en-US" sz="1100" dirty="0">
              <a:latin typeface="+mj-lt"/>
            </a:endParaRPr>
          </a:p>
        </p:txBody>
      </p:sp>
      <p:sp>
        <p:nvSpPr>
          <p:cNvPr id="27" name="Shape 16">
            <a:extLst>
              <a:ext uri="{FF2B5EF4-FFF2-40B4-BE49-F238E27FC236}">
                <a16:creationId xmlns:a16="http://schemas.microsoft.com/office/drawing/2014/main" id="{F2EFBC41-B58D-E5B6-9759-6DBF868B5E88}"/>
              </a:ext>
            </a:extLst>
          </p:cNvPr>
          <p:cNvSpPr/>
          <p:nvPr/>
        </p:nvSpPr>
        <p:spPr>
          <a:xfrm>
            <a:off x="685800" y="3246120"/>
            <a:ext cx="3474720" cy="1170432"/>
          </a:xfrm>
          <a:prstGeom prst="roundRect">
            <a:avLst>
              <a:gd name="adj" fmla="val 6250"/>
            </a:avLst>
          </a:prstGeom>
          <a:solidFill>
            <a:srgbClr val="F8FAFC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IN" sz="2000">
              <a:latin typeface="+mj-lt"/>
            </a:endParaRPr>
          </a:p>
        </p:txBody>
      </p:sp>
      <p:sp>
        <p:nvSpPr>
          <p:cNvPr id="29" name="Text 17">
            <a:extLst>
              <a:ext uri="{FF2B5EF4-FFF2-40B4-BE49-F238E27FC236}">
                <a16:creationId xmlns:a16="http://schemas.microsoft.com/office/drawing/2014/main" id="{2E08617B-0EEC-0AE3-DB80-C46F056B7F8C}"/>
              </a:ext>
            </a:extLst>
          </p:cNvPr>
          <p:cNvSpPr/>
          <p:nvPr/>
        </p:nvSpPr>
        <p:spPr>
          <a:xfrm>
            <a:off x="850392" y="3383280"/>
            <a:ext cx="31455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sz="1800" b="1">
                <a:latin typeface="+mj-lt"/>
              </a:rPr>
              <a:t>Seller productivity</a:t>
            </a:r>
            <a:endParaRPr lang="en-US" dirty="0">
              <a:latin typeface="+mj-lt"/>
            </a:endParaRPr>
          </a:p>
        </p:txBody>
      </p:sp>
      <p:sp>
        <p:nvSpPr>
          <p:cNvPr id="31" name="Text 18">
            <a:extLst>
              <a:ext uri="{FF2B5EF4-FFF2-40B4-BE49-F238E27FC236}">
                <a16:creationId xmlns:a16="http://schemas.microsoft.com/office/drawing/2014/main" id="{071A4AB2-33F7-EBEA-7D8F-3FB505B8F033}"/>
              </a:ext>
            </a:extLst>
          </p:cNvPr>
          <p:cNvSpPr/>
          <p:nvPr/>
        </p:nvSpPr>
        <p:spPr>
          <a:xfrm>
            <a:off x="850392" y="3657600"/>
            <a:ext cx="3145536" cy="6400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  <a:defRPr sz="1019"/>
            </a:pPr>
            <a:r>
              <a:rPr sz="1200">
                <a:latin typeface="+mj-lt"/>
              </a:rPr>
              <a:t>Minutes, not days: brief, evidence, and draft are prepared so sellers act instead of stitching context.</a:t>
            </a:r>
            <a:endParaRPr lang="en-US" sz="1100" dirty="0">
              <a:latin typeface="+mj-lt"/>
            </a:endParaRPr>
          </a:p>
        </p:txBody>
      </p:sp>
      <p:sp>
        <p:nvSpPr>
          <p:cNvPr id="33" name="Shape 19">
            <a:extLst>
              <a:ext uri="{FF2B5EF4-FFF2-40B4-BE49-F238E27FC236}">
                <a16:creationId xmlns:a16="http://schemas.microsoft.com/office/drawing/2014/main" id="{3E3143B2-2387-864F-1875-82601AA0A96A}"/>
              </a:ext>
            </a:extLst>
          </p:cNvPr>
          <p:cNvSpPr/>
          <p:nvPr/>
        </p:nvSpPr>
        <p:spPr>
          <a:xfrm>
            <a:off x="4361688" y="3246120"/>
            <a:ext cx="3474720" cy="1170432"/>
          </a:xfrm>
          <a:prstGeom prst="roundRect">
            <a:avLst>
              <a:gd name="adj" fmla="val 6250"/>
            </a:avLst>
          </a:prstGeom>
          <a:solidFill>
            <a:srgbClr val="F8FAFC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IN" sz="2000">
              <a:latin typeface="+mj-lt"/>
            </a:endParaRPr>
          </a:p>
        </p:txBody>
      </p:sp>
      <p:sp>
        <p:nvSpPr>
          <p:cNvPr id="35" name="Text 20">
            <a:extLst>
              <a:ext uri="{FF2B5EF4-FFF2-40B4-BE49-F238E27FC236}">
                <a16:creationId xmlns:a16="http://schemas.microsoft.com/office/drawing/2014/main" id="{045DC2B0-D4D5-D92A-A3B7-1BD3D4368A7B}"/>
              </a:ext>
            </a:extLst>
          </p:cNvPr>
          <p:cNvSpPr/>
          <p:nvPr/>
        </p:nvSpPr>
        <p:spPr>
          <a:xfrm>
            <a:off x="4526280" y="3383280"/>
            <a:ext cx="31455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sz="1800" b="1">
                <a:latin typeface="+mj-lt"/>
              </a:rPr>
              <a:t>Decision cycle time</a:t>
            </a:r>
            <a:endParaRPr lang="en-US" dirty="0">
              <a:latin typeface="+mj-lt"/>
            </a:endParaRPr>
          </a:p>
        </p:txBody>
      </p:sp>
      <p:sp>
        <p:nvSpPr>
          <p:cNvPr id="37" name="Text 21">
            <a:extLst>
              <a:ext uri="{FF2B5EF4-FFF2-40B4-BE49-F238E27FC236}">
                <a16:creationId xmlns:a16="http://schemas.microsoft.com/office/drawing/2014/main" id="{C41403F9-96FE-F09B-14A5-5C2D3A9A407A}"/>
              </a:ext>
            </a:extLst>
          </p:cNvPr>
          <p:cNvSpPr/>
          <p:nvPr/>
        </p:nvSpPr>
        <p:spPr>
          <a:xfrm>
            <a:off x="4526280" y="3657600"/>
            <a:ext cx="3145536" cy="6400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  <a:defRPr sz="1019"/>
            </a:pPr>
            <a:r>
              <a:rPr sz="1200">
                <a:latin typeface="+mj-lt"/>
              </a:rPr>
              <a:t>Signal to approved action in one governed loop, compressing the time from insight to outcome.</a:t>
            </a:r>
            <a:endParaRPr lang="en-US" sz="1100" dirty="0">
              <a:latin typeface="+mj-lt"/>
            </a:endParaRPr>
          </a:p>
        </p:txBody>
      </p:sp>
      <p:sp>
        <p:nvSpPr>
          <p:cNvPr id="39" name="Shape 22">
            <a:extLst>
              <a:ext uri="{FF2B5EF4-FFF2-40B4-BE49-F238E27FC236}">
                <a16:creationId xmlns:a16="http://schemas.microsoft.com/office/drawing/2014/main" id="{A8E05F1E-D2D3-912B-41A0-6F71F7769062}"/>
              </a:ext>
            </a:extLst>
          </p:cNvPr>
          <p:cNvSpPr/>
          <p:nvPr/>
        </p:nvSpPr>
        <p:spPr>
          <a:xfrm>
            <a:off x="8037576" y="3246120"/>
            <a:ext cx="3474720" cy="1170432"/>
          </a:xfrm>
          <a:prstGeom prst="roundRect">
            <a:avLst>
              <a:gd name="adj" fmla="val 6250"/>
            </a:avLst>
          </a:prstGeom>
          <a:solidFill>
            <a:srgbClr val="F8FAFC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IN" sz="2000">
              <a:latin typeface="+mj-lt"/>
            </a:endParaRPr>
          </a:p>
        </p:txBody>
      </p:sp>
      <p:sp>
        <p:nvSpPr>
          <p:cNvPr id="41" name="Text 23">
            <a:extLst>
              <a:ext uri="{FF2B5EF4-FFF2-40B4-BE49-F238E27FC236}">
                <a16:creationId xmlns:a16="http://schemas.microsoft.com/office/drawing/2014/main" id="{FCD4C600-385D-D7DB-16F3-01BC8E7B83BC}"/>
              </a:ext>
            </a:extLst>
          </p:cNvPr>
          <p:cNvSpPr/>
          <p:nvPr/>
        </p:nvSpPr>
        <p:spPr>
          <a:xfrm>
            <a:off x="8202168" y="3383280"/>
            <a:ext cx="31455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sz="1800" b="1">
                <a:latin typeface="+mj-lt"/>
              </a:rPr>
              <a:t>Governed &amp; explainable</a:t>
            </a:r>
            <a:endParaRPr lang="en-US" dirty="0">
              <a:latin typeface="+mj-lt"/>
            </a:endParaRPr>
          </a:p>
        </p:txBody>
      </p:sp>
      <p:sp>
        <p:nvSpPr>
          <p:cNvPr id="43" name="Text 24">
            <a:extLst>
              <a:ext uri="{FF2B5EF4-FFF2-40B4-BE49-F238E27FC236}">
                <a16:creationId xmlns:a16="http://schemas.microsoft.com/office/drawing/2014/main" id="{ADE76726-6FAD-6FD4-E8E4-A8044481F112}"/>
              </a:ext>
            </a:extLst>
          </p:cNvPr>
          <p:cNvSpPr/>
          <p:nvPr/>
        </p:nvSpPr>
        <p:spPr>
          <a:xfrm>
            <a:off x="8202168" y="3657600"/>
            <a:ext cx="3145536" cy="6400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  <a:defRPr sz="1019"/>
            </a:pPr>
            <a:r>
              <a:rPr sz="1200">
                <a:latin typeface="+mj-lt"/>
              </a:rPr>
              <a:t>Every decision is evidence-backed, confidence-scored, human-approved, and auditable in the ledger.</a:t>
            </a:r>
            <a:endParaRPr lang="en-US" sz="1100" dirty="0">
              <a:latin typeface="+mj-lt"/>
            </a:endParaRPr>
          </a:p>
        </p:txBody>
      </p:sp>
      <p:sp>
        <p:nvSpPr>
          <p:cNvPr id="542" name="Rounded Rectangle 541"/>
          <p:cNvSpPr/>
          <p:nvPr/>
        </p:nvSpPr>
        <p:spPr>
          <a:xfrm>
            <a:off x="685800" y="4956048"/>
            <a:ext cx="10835640" cy="841248"/>
          </a:xfrm>
          <a:prstGeom prst="roundRect">
            <a:avLst>
              <a:gd name="adj" fmla="val 5000"/>
            </a:avLst>
          </a:prstGeom>
          <a:solidFill>
            <a:srgbClr val="F1F8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6032" tIns="54864" rIns="182880" bIns="54864" rtlCol="0" anchor="ctr"/>
          <a:lstStyle/>
          <a:p>
            <a:pPr algn="l"/>
            <a:r>
              <a:rPr sz="1200" b="1" i="0">
                <a:solidFill>
                  <a:srgbClr val="0B1B3D"/>
                </a:solidFill>
                <a:latin typeface="NVIDIA Sans"/>
              </a:rPr>
              <a:t xml:space="preserve">The moat — why this is hard to copy.  </a:t>
            </a:r>
            <a:r>
              <a:rPr sz="1100" b="0" i="0">
                <a:solidFill>
                  <a:srgbClr val="334155"/>
                </a:solidFill>
                <a:latin typeface="NVIDIA Sans"/>
              </a:rPr>
              <a:t>A governed decision ledger, a provider-neutral runtime, full auditability, and a voice-ready core.</a:t>
            </a:r>
          </a:p>
          <a:p>
            <a:pPr algn="l">
              <a:spcBef>
                <a:spcPts val="200"/>
              </a:spcBef>
            </a:pPr>
            <a:r>
              <a:rPr sz="1100" b="0" i="0">
                <a:solidFill>
                  <a:srgbClr val="334155"/>
                </a:solidFill>
                <a:latin typeface="NVIDIA Sans"/>
              </a:rPr>
              <a:t>Competitors can bolt on a chatbot — they cannot retrofit governed, explainable, accountable execution.</a:t>
            </a:r>
          </a:p>
        </p:txBody>
      </p:sp>
      <p:sp>
        <p:nvSpPr>
          <p:cNvPr id="543" name="Rectangle 542"/>
          <p:cNvSpPr/>
          <p:nvPr/>
        </p:nvSpPr>
        <p:spPr>
          <a:xfrm>
            <a:off x="685800" y="4956048"/>
            <a:ext cx="64008" cy="841248"/>
          </a:xfrm>
          <a:prstGeom prst="rect">
            <a:avLst/>
          </a:prstGeom>
          <a:solidFill>
            <a:srgbClr val="76B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  <p:extLst>
      <p:ext uri="{BB962C8B-B14F-4D97-AF65-F5344CB8AC3E}">
        <p14:creationId xmlns:p14="http://schemas.microsoft.com/office/powerpoint/2010/main" val="480545747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9">
          <a:extLst>
            <a:ext uri="{FF2B5EF4-FFF2-40B4-BE49-F238E27FC236}">
              <a16:creationId xmlns:a16="http://schemas.microsoft.com/office/drawing/2014/main" id="{838D865D-D2AE-2FE1-082F-5D8C4C799D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40" name="Google Shape;540;g3e23138d502_0_1296">
            <a:extLst>
              <a:ext uri="{FF2B5EF4-FFF2-40B4-BE49-F238E27FC236}">
                <a16:creationId xmlns:a16="http://schemas.microsoft.com/office/drawing/2014/main" id="{2843AA3F-31EE-C553-A994-E7BB34F9240E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79026" y="6105425"/>
            <a:ext cx="1980568" cy="567900"/>
          </a:xfrm>
          <a:prstGeom prst="rect">
            <a:avLst/>
          </a:prstGeom>
          <a:noFill/>
          <a:ln>
            <a:noFill/>
          </a:ln>
        </p:spPr>
      </p:pic>
      <p:sp>
        <p:nvSpPr>
          <p:cNvPr id="541" name="Google Shape;541;g3e23138d502_0_1296">
            <a:extLst>
              <a:ext uri="{FF2B5EF4-FFF2-40B4-BE49-F238E27FC236}">
                <a16:creationId xmlns:a16="http://schemas.microsoft.com/office/drawing/2014/main" id="{D72181BF-9ECE-4A0A-9494-AF262EDB6DFD}"/>
              </a:ext>
            </a:extLst>
          </p:cNvPr>
          <p:cNvSpPr txBox="1"/>
          <p:nvPr/>
        </p:nvSpPr>
        <p:spPr>
          <a:xfrm>
            <a:off x="1221698" y="2323475"/>
            <a:ext cx="9766200" cy="40006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orbel"/>
              <a:buNone/>
            </a:pPr>
            <a:r>
              <a:rPr lang="en-US" sz="2000" b="0" i="0" u="none" strike="noStrike" cap="none">
                <a:solidFill>
                  <a:srgbClr val="FFFFFF"/>
                </a:solidFill>
                <a:latin typeface="Corbel"/>
                <a:ea typeface="Corbel"/>
                <a:cs typeface="Corbel"/>
                <a:sym typeface="Corbel"/>
              </a:rPr>
              <a:t xml:space="preserve"> </a:t>
            </a:r>
            <a:endParaRPr sz="1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CA521A57-7001-413C-CD7D-F3DF1EEA53FC}"/>
              </a:ext>
            </a:extLst>
          </p:cNvPr>
          <p:cNvSpPr/>
          <p:nvPr/>
        </p:nvSpPr>
        <p:spPr>
          <a:xfrm>
            <a:off x="655320" y="201168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sz="2400" b="1" dirty="0"/>
              <a:t>Potential bottlenecks and mitigation plan</a:t>
            </a:r>
            <a:endParaRPr lang="en-US" sz="2000" dirty="0"/>
          </a:p>
        </p:txBody>
      </p:sp>
      <p:sp>
        <p:nvSpPr>
          <p:cNvPr id="5" name="Text 2">
            <a:extLst>
              <a:ext uri="{FF2B5EF4-FFF2-40B4-BE49-F238E27FC236}">
                <a16:creationId xmlns:a16="http://schemas.microsoft.com/office/drawing/2014/main" id="{D1300241-061C-AC56-350F-CAB09FA39F04}"/>
              </a:ext>
            </a:extLst>
          </p:cNvPr>
          <p:cNvSpPr/>
          <p:nvPr/>
        </p:nvSpPr>
        <p:spPr>
          <a:xfrm>
            <a:off x="655320" y="619503"/>
            <a:ext cx="10561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sz="1200" dirty="0"/>
              <a:t>The main risk is not building “more agents”; it is building a reliable, explainable workflow that stays fast and reviewable.</a:t>
            </a:r>
            <a:endParaRPr lang="en-US" sz="1250" dirty="0"/>
          </a:p>
        </p:txBody>
      </p:sp>
      <p:sp>
        <p:nvSpPr>
          <p:cNvPr id="7" name="Shape 7">
            <a:extLst>
              <a:ext uri="{FF2B5EF4-FFF2-40B4-BE49-F238E27FC236}">
                <a16:creationId xmlns:a16="http://schemas.microsoft.com/office/drawing/2014/main" id="{E1BFB378-3151-2ACC-3BBF-A085284FFAE7}"/>
              </a:ext>
            </a:extLst>
          </p:cNvPr>
          <p:cNvSpPr/>
          <p:nvPr/>
        </p:nvSpPr>
        <p:spPr>
          <a:xfrm>
            <a:off x="731520" y="1600200"/>
            <a:ext cx="3383280" cy="1417320"/>
          </a:xfrm>
          <a:prstGeom prst="roundRect">
            <a:avLst>
              <a:gd name="adj" fmla="val 5161"/>
            </a:avLst>
          </a:prstGeom>
          <a:solidFill>
            <a:srgbClr val="FFF4EC"/>
          </a:solidFill>
          <a:ln w="12700">
            <a:solidFill>
              <a:srgbClr val="FED7AA"/>
            </a:solidFill>
            <a:prstDash val="solid"/>
          </a:ln>
        </p:spPr>
        <p:txBody>
          <a:bodyPr/>
          <a:lstStyle/>
          <a:p>
            <a:endParaRPr lang="en-IN" sz="1600"/>
          </a:p>
        </p:txBody>
      </p:sp>
      <p:sp>
        <p:nvSpPr>
          <p:cNvPr id="9" name="Text 8">
            <a:extLst>
              <a:ext uri="{FF2B5EF4-FFF2-40B4-BE49-F238E27FC236}">
                <a16:creationId xmlns:a16="http://schemas.microsoft.com/office/drawing/2014/main" id="{3CBC5538-0286-971F-22F4-D683A31678A6}"/>
              </a:ext>
            </a:extLst>
          </p:cNvPr>
          <p:cNvSpPr/>
          <p:nvPr/>
        </p:nvSpPr>
        <p:spPr>
          <a:xfrm>
            <a:off x="896112" y="1737360"/>
            <a:ext cx="30540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b="1"/>
              <a:t>Bottleneck 1: NVIDIA access path</a:t>
            </a:r>
            <a:endParaRPr lang="en-US" sz="1100" dirty="0"/>
          </a:p>
        </p:txBody>
      </p:sp>
      <p:sp>
        <p:nvSpPr>
          <p:cNvPr id="11" name="Text 9">
            <a:extLst>
              <a:ext uri="{FF2B5EF4-FFF2-40B4-BE49-F238E27FC236}">
                <a16:creationId xmlns:a16="http://schemas.microsoft.com/office/drawing/2014/main" id="{3FADEA15-A7F8-9392-AFE4-AFBD977490B7}"/>
              </a:ext>
            </a:extLst>
          </p:cNvPr>
          <p:cNvSpPr/>
          <p:nvPr/>
        </p:nvSpPr>
        <p:spPr>
          <a:xfrm>
            <a:off x="896112" y="2011680"/>
            <a:ext cx="3054096" cy="8869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  <a:defRPr sz="1019"/>
            </a:pPr>
            <a:r>
              <a:rPr sz="1050"/>
              <a:t>Mitigation: provider abstraction already runs on a deterministic engine; NVIDIA NIM / Nemotron plug in via the same adapter when access lands — zero rework.</a:t>
            </a:r>
            <a:endParaRPr lang="en-US" sz="1000" dirty="0"/>
          </a:p>
        </p:txBody>
      </p:sp>
      <p:sp>
        <p:nvSpPr>
          <p:cNvPr id="13" name="Shape 10">
            <a:extLst>
              <a:ext uri="{FF2B5EF4-FFF2-40B4-BE49-F238E27FC236}">
                <a16:creationId xmlns:a16="http://schemas.microsoft.com/office/drawing/2014/main" id="{6CDC8980-EA8D-F356-279D-A5051219D757}"/>
              </a:ext>
            </a:extLst>
          </p:cNvPr>
          <p:cNvSpPr/>
          <p:nvPr/>
        </p:nvSpPr>
        <p:spPr>
          <a:xfrm>
            <a:off x="4434840" y="1600200"/>
            <a:ext cx="3383280" cy="1417320"/>
          </a:xfrm>
          <a:prstGeom prst="roundRect">
            <a:avLst>
              <a:gd name="adj" fmla="val 5161"/>
            </a:avLst>
          </a:prstGeom>
          <a:solidFill>
            <a:srgbClr val="F8FAFC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IN" sz="1600"/>
          </a:p>
        </p:txBody>
      </p:sp>
      <p:sp>
        <p:nvSpPr>
          <p:cNvPr id="15" name="Text 11">
            <a:extLst>
              <a:ext uri="{FF2B5EF4-FFF2-40B4-BE49-F238E27FC236}">
                <a16:creationId xmlns:a16="http://schemas.microsoft.com/office/drawing/2014/main" id="{FD131CE5-7A2D-1EA0-FC00-7B41BF811343}"/>
              </a:ext>
            </a:extLst>
          </p:cNvPr>
          <p:cNvSpPr/>
          <p:nvPr/>
        </p:nvSpPr>
        <p:spPr>
          <a:xfrm>
            <a:off x="4599432" y="1737360"/>
            <a:ext cx="30540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b="1"/>
              <a:t>Bottleneck 2: orchestration noise</a:t>
            </a:r>
            <a:endParaRPr lang="en-US" sz="1100" dirty="0"/>
          </a:p>
        </p:txBody>
      </p:sp>
      <p:sp>
        <p:nvSpPr>
          <p:cNvPr id="17" name="Text 12">
            <a:extLst>
              <a:ext uri="{FF2B5EF4-FFF2-40B4-BE49-F238E27FC236}">
                <a16:creationId xmlns:a16="http://schemas.microsoft.com/office/drawing/2014/main" id="{98251771-009D-3928-C2E7-B609EB132C31}"/>
              </a:ext>
            </a:extLst>
          </p:cNvPr>
          <p:cNvSpPr/>
          <p:nvPr/>
        </p:nvSpPr>
        <p:spPr>
          <a:xfrm>
            <a:off x="4599432" y="2011680"/>
            <a:ext cx="3054096" cy="8869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  <a:defRPr sz="1019"/>
            </a:pPr>
            <a:r>
              <a:rPr sz="1050"/>
              <a:t>Mitigation: bounded agents, typed outputs, fixed workflow graph, validation checks, and no open-ended autonomous execution.</a:t>
            </a:r>
            <a:endParaRPr lang="en-US" sz="1000" dirty="0"/>
          </a:p>
        </p:txBody>
      </p:sp>
      <p:sp>
        <p:nvSpPr>
          <p:cNvPr id="19" name="Shape 13">
            <a:extLst>
              <a:ext uri="{FF2B5EF4-FFF2-40B4-BE49-F238E27FC236}">
                <a16:creationId xmlns:a16="http://schemas.microsoft.com/office/drawing/2014/main" id="{02065318-F84D-373F-0873-8622BBB550A3}"/>
              </a:ext>
            </a:extLst>
          </p:cNvPr>
          <p:cNvSpPr/>
          <p:nvPr/>
        </p:nvSpPr>
        <p:spPr>
          <a:xfrm>
            <a:off x="8138160" y="1600200"/>
            <a:ext cx="3383280" cy="1417320"/>
          </a:xfrm>
          <a:prstGeom prst="roundRect">
            <a:avLst>
              <a:gd name="adj" fmla="val 5161"/>
            </a:avLst>
          </a:prstGeom>
          <a:solidFill>
            <a:srgbClr val="F8FAFC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IN" sz="1600"/>
          </a:p>
        </p:txBody>
      </p:sp>
      <p:sp>
        <p:nvSpPr>
          <p:cNvPr id="21" name="Text 14">
            <a:extLst>
              <a:ext uri="{FF2B5EF4-FFF2-40B4-BE49-F238E27FC236}">
                <a16:creationId xmlns:a16="http://schemas.microsoft.com/office/drawing/2014/main" id="{334DE909-E502-7CB7-98EB-94CF7D56506C}"/>
              </a:ext>
            </a:extLst>
          </p:cNvPr>
          <p:cNvSpPr/>
          <p:nvPr/>
        </p:nvSpPr>
        <p:spPr>
          <a:xfrm>
            <a:off x="8302752" y="1737360"/>
            <a:ext cx="30540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b="1"/>
              <a:t>Bottleneck 3: latency</a:t>
            </a:r>
            <a:endParaRPr lang="en-US" sz="1100" dirty="0"/>
          </a:p>
        </p:txBody>
      </p:sp>
      <p:sp>
        <p:nvSpPr>
          <p:cNvPr id="23" name="Text 15">
            <a:extLst>
              <a:ext uri="{FF2B5EF4-FFF2-40B4-BE49-F238E27FC236}">
                <a16:creationId xmlns:a16="http://schemas.microsoft.com/office/drawing/2014/main" id="{4C24B3DB-E91C-566D-644A-81CAF913F9DA}"/>
              </a:ext>
            </a:extLst>
          </p:cNvPr>
          <p:cNvSpPr/>
          <p:nvPr/>
        </p:nvSpPr>
        <p:spPr>
          <a:xfrm>
            <a:off x="8302752" y="2011680"/>
            <a:ext cx="3054096" cy="8869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  <a:defRPr sz="1019"/>
            </a:pPr>
            <a:r>
              <a:rPr sz="1050"/>
              <a:t>Mitigation: parallelize independent agents, cache summaries, reduce unnecessary model calls, and profile each step.</a:t>
            </a:r>
            <a:endParaRPr lang="en-US" sz="1000" dirty="0"/>
          </a:p>
        </p:txBody>
      </p:sp>
      <p:sp>
        <p:nvSpPr>
          <p:cNvPr id="25" name="Shape 16">
            <a:extLst>
              <a:ext uri="{FF2B5EF4-FFF2-40B4-BE49-F238E27FC236}">
                <a16:creationId xmlns:a16="http://schemas.microsoft.com/office/drawing/2014/main" id="{B30CD951-2E42-11A1-5FDD-394860C81E01}"/>
              </a:ext>
            </a:extLst>
          </p:cNvPr>
          <p:cNvSpPr/>
          <p:nvPr/>
        </p:nvSpPr>
        <p:spPr>
          <a:xfrm>
            <a:off x="731520" y="3520440"/>
            <a:ext cx="3383280" cy="1325880"/>
          </a:xfrm>
          <a:prstGeom prst="roundRect">
            <a:avLst>
              <a:gd name="adj" fmla="val 5517"/>
            </a:avLst>
          </a:prstGeom>
          <a:solidFill>
            <a:srgbClr val="F8FAFC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IN" sz="1600"/>
          </a:p>
        </p:txBody>
      </p:sp>
      <p:sp>
        <p:nvSpPr>
          <p:cNvPr id="27" name="Text 17">
            <a:extLst>
              <a:ext uri="{FF2B5EF4-FFF2-40B4-BE49-F238E27FC236}">
                <a16:creationId xmlns:a16="http://schemas.microsoft.com/office/drawing/2014/main" id="{C5DC9FED-3538-7F91-0D2B-F5FDA8A051B4}"/>
              </a:ext>
            </a:extLst>
          </p:cNvPr>
          <p:cNvSpPr/>
          <p:nvPr/>
        </p:nvSpPr>
        <p:spPr>
          <a:xfrm>
            <a:off x="896112" y="3657600"/>
            <a:ext cx="30540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b="1"/>
              <a:t>Bottleneck 4: data realism</a:t>
            </a:r>
            <a:endParaRPr lang="en-US" sz="1100" dirty="0"/>
          </a:p>
        </p:txBody>
      </p:sp>
      <p:sp>
        <p:nvSpPr>
          <p:cNvPr id="29" name="Text 18">
            <a:extLst>
              <a:ext uri="{FF2B5EF4-FFF2-40B4-BE49-F238E27FC236}">
                <a16:creationId xmlns:a16="http://schemas.microsoft.com/office/drawing/2014/main" id="{32DF6A89-EF49-F057-B1DE-E184134CFF4B}"/>
              </a:ext>
            </a:extLst>
          </p:cNvPr>
          <p:cNvSpPr/>
          <p:nvPr/>
        </p:nvSpPr>
        <p:spPr>
          <a:xfrm>
            <a:off x="896112" y="3931920"/>
            <a:ext cx="3054096" cy="7955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  <a:defRPr sz="1019"/>
            </a:pPr>
            <a:r>
              <a:rPr sz="1050"/>
              <a:t>Mitigation: synthetic accounts with missing fields, conflicting signals, stale notes, noisy engagement, and realistic prioritization conflicts.</a:t>
            </a:r>
            <a:endParaRPr lang="en-US" sz="1000" dirty="0"/>
          </a:p>
        </p:txBody>
      </p:sp>
      <p:sp>
        <p:nvSpPr>
          <p:cNvPr id="31" name="Shape 19">
            <a:extLst>
              <a:ext uri="{FF2B5EF4-FFF2-40B4-BE49-F238E27FC236}">
                <a16:creationId xmlns:a16="http://schemas.microsoft.com/office/drawing/2014/main" id="{5755D7FC-A2FF-CF56-4DBE-F769EDA6DC91}"/>
              </a:ext>
            </a:extLst>
          </p:cNvPr>
          <p:cNvSpPr/>
          <p:nvPr/>
        </p:nvSpPr>
        <p:spPr>
          <a:xfrm>
            <a:off x="4434840" y="3520440"/>
            <a:ext cx="3383280" cy="1325880"/>
          </a:xfrm>
          <a:prstGeom prst="roundRect">
            <a:avLst>
              <a:gd name="adj" fmla="val 5517"/>
            </a:avLst>
          </a:prstGeom>
          <a:solidFill>
            <a:srgbClr val="F8FAFC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IN" sz="1600"/>
          </a:p>
        </p:txBody>
      </p:sp>
      <p:sp>
        <p:nvSpPr>
          <p:cNvPr id="33" name="Text 20">
            <a:extLst>
              <a:ext uri="{FF2B5EF4-FFF2-40B4-BE49-F238E27FC236}">
                <a16:creationId xmlns:a16="http://schemas.microsoft.com/office/drawing/2014/main" id="{62E5C4C1-5204-D70E-39A4-F7E71ED49BF5}"/>
              </a:ext>
            </a:extLst>
          </p:cNvPr>
          <p:cNvSpPr/>
          <p:nvPr/>
        </p:nvSpPr>
        <p:spPr>
          <a:xfrm>
            <a:off x="4599432" y="3657600"/>
            <a:ext cx="30540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b="1"/>
              <a:t>Bottleneck 5: trust quality</a:t>
            </a:r>
            <a:endParaRPr lang="en-US" sz="1100" dirty="0"/>
          </a:p>
        </p:txBody>
      </p:sp>
      <p:sp>
        <p:nvSpPr>
          <p:cNvPr id="35" name="Text 21">
            <a:extLst>
              <a:ext uri="{FF2B5EF4-FFF2-40B4-BE49-F238E27FC236}">
                <a16:creationId xmlns:a16="http://schemas.microsoft.com/office/drawing/2014/main" id="{6D4DC3C1-F8FC-F98D-4CB0-0779DEA2926A}"/>
              </a:ext>
            </a:extLst>
          </p:cNvPr>
          <p:cNvSpPr/>
          <p:nvPr/>
        </p:nvSpPr>
        <p:spPr>
          <a:xfrm>
            <a:off x="4599432" y="3931920"/>
            <a:ext cx="3054096" cy="7955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  <a:defRPr sz="1019"/>
            </a:pPr>
            <a:r>
              <a:rPr sz="1050"/>
              <a:t>Mitigation: evidence-first recommendation format, confidence scoring, caveats, human approval, and rejection/edit capture.</a:t>
            </a:r>
            <a:endParaRPr lang="en-US" sz="1000" dirty="0"/>
          </a:p>
        </p:txBody>
      </p:sp>
      <p:sp>
        <p:nvSpPr>
          <p:cNvPr id="37" name="Shape 22">
            <a:extLst>
              <a:ext uri="{FF2B5EF4-FFF2-40B4-BE49-F238E27FC236}">
                <a16:creationId xmlns:a16="http://schemas.microsoft.com/office/drawing/2014/main" id="{8520342A-9C2F-DDC8-3323-382A1ED641D7}"/>
              </a:ext>
            </a:extLst>
          </p:cNvPr>
          <p:cNvSpPr/>
          <p:nvPr/>
        </p:nvSpPr>
        <p:spPr>
          <a:xfrm>
            <a:off x="8138160" y="3520440"/>
            <a:ext cx="3383280" cy="1325880"/>
          </a:xfrm>
          <a:prstGeom prst="roundRect">
            <a:avLst>
              <a:gd name="adj" fmla="val 5517"/>
            </a:avLst>
          </a:prstGeom>
          <a:solidFill>
            <a:srgbClr val="F8FAFC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IN" sz="1600"/>
          </a:p>
        </p:txBody>
      </p:sp>
      <p:sp>
        <p:nvSpPr>
          <p:cNvPr id="39" name="Text 23">
            <a:extLst>
              <a:ext uri="{FF2B5EF4-FFF2-40B4-BE49-F238E27FC236}">
                <a16:creationId xmlns:a16="http://schemas.microsoft.com/office/drawing/2014/main" id="{A9E5C5F4-E9BD-CE0D-DC93-FB4AA3649BC8}"/>
              </a:ext>
            </a:extLst>
          </p:cNvPr>
          <p:cNvSpPr/>
          <p:nvPr/>
        </p:nvSpPr>
        <p:spPr>
          <a:xfrm>
            <a:off x="8302752" y="3657600"/>
            <a:ext cx="30540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b="1"/>
              <a:t>Bottleneck 6: scope control</a:t>
            </a:r>
            <a:endParaRPr lang="en-US" sz="1100" dirty="0"/>
          </a:p>
        </p:txBody>
      </p:sp>
      <p:sp>
        <p:nvSpPr>
          <p:cNvPr id="41" name="Text 24">
            <a:extLst>
              <a:ext uri="{FF2B5EF4-FFF2-40B4-BE49-F238E27FC236}">
                <a16:creationId xmlns:a16="http://schemas.microsoft.com/office/drawing/2014/main" id="{E75E5C28-0E87-81AF-D456-65E86CED2DF5}"/>
              </a:ext>
            </a:extLst>
          </p:cNvPr>
          <p:cNvSpPr/>
          <p:nvPr/>
        </p:nvSpPr>
        <p:spPr>
          <a:xfrm>
            <a:off x="8302752" y="3931920"/>
            <a:ext cx="3054096" cy="7955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  <a:defRPr sz="1019"/>
            </a:pPr>
            <a:r>
              <a:rPr sz="1050"/>
              <a:t>Mitigation: one sharp workflow: rank accounts → explain why → recommend action → draft message → approval ledger.</a:t>
            </a:r>
            <a:endParaRPr lang="en-US" sz="1000" dirty="0"/>
          </a:p>
        </p:txBody>
      </p:sp>
    </p:spTree>
    <p:extLst>
      <p:ext uri="{BB962C8B-B14F-4D97-AF65-F5344CB8AC3E}">
        <p14:creationId xmlns:p14="http://schemas.microsoft.com/office/powerpoint/2010/main" val="3601398322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8" name="Google Shape;548;g3e23138d502_0_1337"/>
          <p:cNvSpPr txBox="1">
            <a:spLocks noGrp="1"/>
          </p:cNvSpPr>
          <p:nvPr>
            <p:ph type="ctrTitle"/>
          </p:nvPr>
        </p:nvSpPr>
        <p:spPr>
          <a:xfrm>
            <a:off x="504337" y="994526"/>
            <a:ext cx="6427500" cy="164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0475" tIns="15225" rIns="30475" bIns="15225" anchor="b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900"/>
              <a:buFont typeface="NVIDIA Sans"/>
              <a:buNone/>
            </a:pPr>
            <a:r>
              <a:rPr lang="en-US"/>
              <a:t>Road Map</a:t>
            </a:r>
            <a:endParaRPr/>
          </a:p>
        </p:txBody>
      </p:sp>
      <p:sp>
        <p:nvSpPr>
          <p:cNvPr id="549" name="Google Shape;549;g3e23138d502_0_1337"/>
          <p:cNvSpPr txBox="1">
            <a:spLocks noGrp="1"/>
          </p:cNvSpPr>
          <p:nvPr>
            <p:ph type="subTitle" idx="1"/>
          </p:nvPr>
        </p:nvSpPr>
        <p:spPr>
          <a:xfrm>
            <a:off x="504333" y="2647242"/>
            <a:ext cx="8066400" cy="56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0475" tIns="15225" rIns="30475" bIns="15225" anchor="t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Arial"/>
              <a:buNone/>
            </a:pPr>
            <a:r>
              <a:rPr lang="en-US">
                <a:solidFill>
                  <a:schemeClr val="dk1"/>
                </a:solidFill>
              </a:rPr>
              <a:t>Three horizons: shipped, hackathon, and vision</a:t>
            </a:r>
            <a:endParaRPr>
              <a:solidFill>
                <a:schemeClr val="dk1"/>
              </a:solidFill>
            </a:endParaRPr>
          </a:p>
        </p:txBody>
      </p:sp>
      <p:pic>
        <p:nvPicPr>
          <p:cNvPr id="550" name="Google Shape;550;g3e23138d502_0_133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79026" y="6105425"/>
            <a:ext cx="1980568" cy="5679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56" name="Google Shape;556;g3e23138d502_0_130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79026" y="6105425"/>
            <a:ext cx="1980568" cy="567900"/>
          </a:xfrm>
          <a:prstGeom prst="rect">
            <a:avLst/>
          </a:prstGeom>
          <a:noFill/>
          <a:ln>
            <a:noFill/>
          </a:ln>
        </p:spPr>
      </p:pic>
      <p:sp>
        <p:nvSpPr>
          <p:cNvPr id="557" name="Google Shape;557;g3e23138d502_0_1305"/>
          <p:cNvSpPr txBox="1"/>
          <p:nvPr/>
        </p:nvSpPr>
        <p:spPr>
          <a:xfrm>
            <a:off x="1221698" y="2323475"/>
            <a:ext cx="9766200" cy="40006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orbel"/>
              <a:buNone/>
            </a:pPr>
            <a:r>
              <a:rPr lang="en-US" sz="2000" b="0" i="0" u="none" strike="noStrike" cap="none">
                <a:solidFill>
                  <a:srgbClr val="FFFFFF"/>
                </a:solidFill>
                <a:latin typeface="+mj-lt"/>
                <a:ea typeface="Corbel"/>
                <a:cs typeface="Corbel"/>
                <a:sym typeface="Corbel"/>
              </a:rPr>
              <a:t xml:space="preserve"> </a:t>
            </a:r>
            <a:endParaRPr sz="1600" b="0" i="0" u="none" strike="noStrike" cap="none">
              <a:solidFill>
                <a:srgbClr val="000000"/>
              </a:solidFill>
              <a:latin typeface="+mj-lt"/>
              <a:ea typeface="Arial"/>
              <a:cs typeface="Arial"/>
              <a:sym typeface="Arial"/>
            </a:endParaRPr>
          </a:p>
        </p:txBody>
      </p:sp>
      <p:sp>
        <p:nvSpPr>
          <p:cNvPr id="2" name="Text 1">
            <a:extLst>
              <a:ext uri="{FF2B5EF4-FFF2-40B4-BE49-F238E27FC236}">
                <a16:creationId xmlns:a16="http://schemas.microsoft.com/office/drawing/2014/main" id="{EA26911E-299E-CBD1-C001-482EAE489141}"/>
              </a:ext>
            </a:extLst>
          </p:cNvPr>
          <p:cNvSpPr/>
          <p:nvPr/>
        </p:nvSpPr>
        <p:spPr>
          <a:xfrm>
            <a:off x="626364" y="290256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sz="2400" b="1" dirty="0">
                <a:solidFill>
                  <a:srgbClr val="081630"/>
                </a:solidFill>
                <a:latin typeface="+mj-lt"/>
              </a:rPr>
              <a:t>Roadmap: three horizons + execution plan</a:t>
            </a:r>
            <a:endParaRPr lang="en-US" sz="2400" dirty="0">
              <a:latin typeface="+mj-lt"/>
            </a:endParaRPr>
          </a:p>
        </p:txBody>
      </p:sp>
      <p:sp>
        <p:nvSpPr>
          <p:cNvPr id="3" name="Text 2">
            <a:extLst>
              <a:ext uri="{FF2B5EF4-FFF2-40B4-BE49-F238E27FC236}">
                <a16:creationId xmlns:a16="http://schemas.microsoft.com/office/drawing/2014/main" id="{EEE9D7D0-3DD1-487D-742C-F835AAD676D2}"/>
              </a:ext>
            </a:extLst>
          </p:cNvPr>
          <p:cNvSpPr/>
          <p:nvPr/>
        </p:nvSpPr>
        <p:spPr>
          <a:xfrm>
            <a:off x="658368" y="697164"/>
            <a:ext cx="10561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sz="1250" b="0" dirty="0">
                <a:solidFill>
                  <a:srgbClr val="5C6678"/>
                </a:solidFill>
                <a:latin typeface="+mj-lt"/>
              </a:rPr>
              <a:t>Where the product is today, what we build at the hackathon, and where it goes next — one continuous arc.</a:t>
            </a:r>
            <a:endParaRPr lang="en-US" sz="1250" dirty="0">
              <a:latin typeface="+mj-lt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C883A19-8373-F116-B7B6-0032ADA3D159}"/>
              </a:ext>
            </a:extLst>
          </p:cNvPr>
          <p:cNvSpPr txBox="1"/>
          <p:nvPr/>
        </p:nvSpPr>
        <p:spPr>
          <a:xfrm>
            <a:off x="658368" y="1455464"/>
            <a:ext cx="4950073" cy="246221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1600" b="1" dirty="0">
                <a:solidFill>
                  <a:srgbClr val="081630"/>
                </a:solidFill>
                <a:latin typeface="+mj-lt"/>
              </a:rPr>
              <a:t xml:space="preserve">Where we want NVIDIA / </a:t>
            </a:r>
            <a:r>
              <a:rPr sz="1600" b="1" dirty="0" err="1">
                <a:solidFill>
                  <a:srgbClr val="081630"/>
                </a:solidFill>
                <a:latin typeface="+mj-lt"/>
              </a:rPr>
              <a:t>OpenACC</a:t>
            </a:r>
            <a:r>
              <a:rPr sz="1600" b="1" dirty="0">
                <a:solidFill>
                  <a:srgbClr val="081630"/>
                </a:solidFill>
                <a:latin typeface="+mj-lt"/>
              </a:rPr>
              <a:t xml:space="preserve"> mentor support</a:t>
            </a:r>
          </a:p>
        </p:txBody>
      </p:sp>
      <p:sp>
        <p:nvSpPr>
          <p:cNvPr id="6" name="Rounded Rectangle 10">
            <a:extLst>
              <a:ext uri="{FF2B5EF4-FFF2-40B4-BE49-F238E27FC236}">
                <a16:creationId xmlns:a16="http://schemas.microsoft.com/office/drawing/2014/main" id="{ABDD5A35-4A9F-B435-26A4-6CE52DB9FFB6}"/>
              </a:ext>
            </a:extLst>
          </p:cNvPr>
          <p:cNvSpPr/>
          <p:nvPr/>
        </p:nvSpPr>
        <p:spPr>
          <a:xfrm>
            <a:off x="658368" y="1821224"/>
            <a:ext cx="2331720" cy="111556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600">
              <a:latin typeface="+mj-lt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1F2E63DD-2F4C-A248-ABE5-CBB9C27A5E81}"/>
              </a:ext>
            </a:extLst>
          </p:cNvPr>
          <p:cNvSpPr/>
          <p:nvPr/>
        </p:nvSpPr>
        <p:spPr>
          <a:xfrm>
            <a:off x="658368" y="1821224"/>
            <a:ext cx="2331720" cy="63500"/>
          </a:xfrm>
          <a:prstGeom prst="rect">
            <a:avLst/>
          </a:prstGeom>
          <a:solidFill>
            <a:srgbClr val="76B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600">
              <a:latin typeface="+mj-lt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B356CBC-F44B-8D66-4422-E6A89DB9BF7A}"/>
              </a:ext>
            </a:extLst>
          </p:cNvPr>
          <p:cNvSpPr txBox="1"/>
          <p:nvPr/>
        </p:nvSpPr>
        <p:spPr>
          <a:xfrm>
            <a:off x="786384" y="1958384"/>
            <a:ext cx="1877117" cy="215444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b="1">
                <a:solidFill>
                  <a:srgbClr val="081630"/>
                </a:solidFill>
                <a:latin typeface="+mj-lt"/>
              </a:rPr>
              <a:t>Current — shipped today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7B498DC-4F55-21A3-541D-32DB369ABAD2}"/>
              </a:ext>
            </a:extLst>
          </p:cNvPr>
          <p:cNvSpPr txBox="1"/>
          <p:nvPr/>
        </p:nvSpPr>
        <p:spPr>
          <a:xfrm>
            <a:off x="786384" y="2260136"/>
            <a:ext cx="2075688" cy="461665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000" b="0">
                <a:solidFill>
                  <a:srgbClr val="0E1726"/>
                </a:solidFill>
                <a:latin typeface="+mj-lt"/>
              </a:rPr>
              <a:t>Executive Command Center, Portfolio Intelligence, Revenue Execution Center, Governance, and Decision Ledger.</a:t>
            </a:r>
          </a:p>
        </p:txBody>
      </p:sp>
      <p:sp>
        <p:nvSpPr>
          <p:cNvPr id="10" name="Rounded Rectangle 14">
            <a:extLst>
              <a:ext uri="{FF2B5EF4-FFF2-40B4-BE49-F238E27FC236}">
                <a16:creationId xmlns:a16="http://schemas.microsoft.com/office/drawing/2014/main" id="{34B7D3AC-966E-E9B7-AA22-E5F85B234162}"/>
              </a:ext>
            </a:extLst>
          </p:cNvPr>
          <p:cNvSpPr/>
          <p:nvPr/>
        </p:nvSpPr>
        <p:spPr>
          <a:xfrm>
            <a:off x="3182112" y="1821224"/>
            <a:ext cx="2331720" cy="111556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600">
              <a:latin typeface="+mj-lt"/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E4486992-BD04-6BDD-2FEF-A2141CF559DF}"/>
              </a:ext>
            </a:extLst>
          </p:cNvPr>
          <p:cNvSpPr/>
          <p:nvPr/>
        </p:nvSpPr>
        <p:spPr>
          <a:xfrm>
            <a:off x="3182112" y="1821224"/>
            <a:ext cx="2331720" cy="63500"/>
          </a:xfrm>
          <a:prstGeom prst="rect">
            <a:avLst/>
          </a:prstGeom>
          <a:solidFill>
            <a:srgbClr val="76B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600">
              <a:latin typeface="+mj-lt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83465D8E-74C1-5BE6-4C36-44915CFE4FD6}"/>
              </a:ext>
            </a:extLst>
          </p:cNvPr>
          <p:cNvSpPr txBox="1"/>
          <p:nvPr/>
        </p:nvSpPr>
        <p:spPr>
          <a:xfrm>
            <a:off x="3310128" y="1958384"/>
            <a:ext cx="1989327" cy="215444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b="1">
                <a:solidFill>
                  <a:srgbClr val="081630"/>
                </a:solidFill>
                <a:latin typeface="+mj-lt"/>
              </a:rPr>
              <a:t>Hackathon — voice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9EB2AE85-E054-B930-4431-1B31B7CBC3BF}"/>
              </a:ext>
            </a:extLst>
          </p:cNvPr>
          <p:cNvSpPr txBox="1"/>
          <p:nvPr/>
        </p:nvSpPr>
        <p:spPr>
          <a:xfrm>
            <a:off x="3310128" y="2260136"/>
            <a:ext cx="2075688" cy="461665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000" b="0">
                <a:solidFill>
                  <a:srgbClr val="0E1726"/>
                </a:solidFill>
                <a:latin typeface="+mj-lt"/>
              </a:rPr>
              <a:t>Voice Chief of Staff with Gnani.ai: voice conversations, multilingual support, and spoken portfolio reviews over the governed core.</a:t>
            </a:r>
          </a:p>
        </p:txBody>
      </p:sp>
      <p:sp>
        <p:nvSpPr>
          <p:cNvPr id="14" name="Rounded Rectangle 18">
            <a:extLst>
              <a:ext uri="{FF2B5EF4-FFF2-40B4-BE49-F238E27FC236}">
                <a16:creationId xmlns:a16="http://schemas.microsoft.com/office/drawing/2014/main" id="{BF3EBDC5-F38C-7806-80A1-5BDCE9EBC124}"/>
              </a:ext>
            </a:extLst>
          </p:cNvPr>
          <p:cNvSpPr/>
          <p:nvPr/>
        </p:nvSpPr>
        <p:spPr>
          <a:xfrm>
            <a:off x="5705856" y="1821224"/>
            <a:ext cx="2331720" cy="111556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600">
              <a:latin typeface="+mj-lt"/>
            </a:endParaRP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F859609A-AEB4-11F1-BDA5-153ABB467E7B}"/>
              </a:ext>
            </a:extLst>
          </p:cNvPr>
          <p:cNvSpPr/>
          <p:nvPr/>
        </p:nvSpPr>
        <p:spPr>
          <a:xfrm>
            <a:off x="5705856" y="1821224"/>
            <a:ext cx="2331720" cy="63500"/>
          </a:xfrm>
          <a:prstGeom prst="rect">
            <a:avLst/>
          </a:prstGeom>
          <a:solidFill>
            <a:srgbClr val="76B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600">
              <a:latin typeface="+mj-lt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8E1AA4F0-F503-754D-135E-D35E5C89D633}"/>
              </a:ext>
            </a:extLst>
          </p:cNvPr>
          <p:cNvSpPr txBox="1"/>
          <p:nvPr/>
        </p:nvSpPr>
        <p:spPr>
          <a:xfrm>
            <a:off x="5833872" y="1958384"/>
            <a:ext cx="2002151" cy="215444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b="1">
                <a:solidFill>
                  <a:srgbClr val="081630"/>
                </a:solidFill>
                <a:latin typeface="+mj-lt"/>
              </a:rPr>
              <a:t>Future — vision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A9329000-80C0-875C-0ACE-43C7F78856B7}"/>
              </a:ext>
            </a:extLst>
          </p:cNvPr>
          <p:cNvSpPr txBox="1"/>
          <p:nvPr/>
        </p:nvSpPr>
        <p:spPr>
          <a:xfrm>
            <a:off x="5833872" y="2260136"/>
            <a:ext cx="2075688" cy="461665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000" b="0">
                <a:solidFill>
                  <a:srgbClr val="0E1726"/>
                </a:solidFill>
                <a:latin typeface="+mj-lt"/>
              </a:rPr>
              <a:t>Digital executive avatar, live meeting coach, and an enterprise multimodal workspace.</a:t>
            </a:r>
          </a:p>
        </p:txBody>
      </p:sp>
      <p:sp>
        <p:nvSpPr>
          <p:cNvPr id="18" name="Rounded Rectangle 22">
            <a:extLst>
              <a:ext uri="{FF2B5EF4-FFF2-40B4-BE49-F238E27FC236}">
                <a16:creationId xmlns:a16="http://schemas.microsoft.com/office/drawing/2014/main" id="{9295AB0F-2314-CB73-CAD2-5E39B83CA709}"/>
              </a:ext>
            </a:extLst>
          </p:cNvPr>
          <p:cNvSpPr/>
          <p:nvPr/>
        </p:nvSpPr>
        <p:spPr>
          <a:xfrm>
            <a:off x="8229600" y="1821224"/>
            <a:ext cx="2331720" cy="111556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600">
              <a:latin typeface="+mj-lt"/>
            </a:endParaRP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E1FD53CE-A449-F465-4CFF-5C5481E30FE0}"/>
              </a:ext>
            </a:extLst>
          </p:cNvPr>
          <p:cNvSpPr/>
          <p:nvPr/>
        </p:nvSpPr>
        <p:spPr>
          <a:xfrm>
            <a:off x="8229600" y="1821224"/>
            <a:ext cx="2331720" cy="63500"/>
          </a:xfrm>
          <a:prstGeom prst="rect">
            <a:avLst/>
          </a:prstGeom>
          <a:solidFill>
            <a:srgbClr val="76B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600">
              <a:latin typeface="+mj-lt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5A487EDB-C44D-26AF-9784-C87680A82E1E}"/>
              </a:ext>
            </a:extLst>
          </p:cNvPr>
          <p:cNvSpPr txBox="1"/>
          <p:nvPr/>
        </p:nvSpPr>
        <p:spPr>
          <a:xfrm>
            <a:off x="8357616" y="1958384"/>
            <a:ext cx="1973297" cy="215444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b="1">
                <a:solidFill>
                  <a:srgbClr val="4F7A00"/>
                </a:solidFill>
                <a:latin typeface="+mj-lt"/>
              </a:rPr>
              <a:t>NVIDIA acceleration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87674811-5FB1-6C57-FDB5-CEF27F1048CC}"/>
              </a:ext>
            </a:extLst>
          </p:cNvPr>
          <p:cNvSpPr txBox="1"/>
          <p:nvPr/>
        </p:nvSpPr>
        <p:spPr>
          <a:xfrm>
            <a:off x="8357616" y="2260136"/>
            <a:ext cx="2075688" cy="615553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000" b="0">
                <a:solidFill>
                  <a:srgbClr val="0E1726"/>
                </a:solidFill>
                <a:latin typeface="+mj-lt"/>
              </a:rPr>
              <a:t>NIM + Nemotron reasoning, NeMo orchestration, and Triton + GPU optimization plug into every horizon through the provider layer.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D4D43299-9824-D618-73C7-6D666C08B082}"/>
              </a:ext>
            </a:extLst>
          </p:cNvPr>
          <p:cNvSpPr txBox="1"/>
          <p:nvPr/>
        </p:nvSpPr>
        <p:spPr>
          <a:xfrm>
            <a:off x="593709" y="3395469"/>
            <a:ext cx="1902765" cy="246221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1600" b="1">
                <a:solidFill>
                  <a:srgbClr val="081630"/>
                </a:solidFill>
                <a:latin typeface="+mj-lt"/>
              </a:rPr>
              <a:t>Execution roadmap</a:t>
            </a:r>
          </a:p>
        </p:txBody>
      </p:sp>
      <p:cxnSp>
        <p:nvCxnSpPr>
          <p:cNvPr id="23" name="Connector 27">
            <a:extLst>
              <a:ext uri="{FF2B5EF4-FFF2-40B4-BE49-F238E27FC236}">
                <a16:creationId xmlns:a16="http://schemas.microsoft.com/office/drawing/2014/main" id="{2FA4461A-1589-8278-CB6E-48C8664B197F}"/>
              </a:ext>
            </a:extLst>
          </p:cNvPr>
          <p:cNvCxnSpPr/>
          <p:nvPr/>
        </p:nvCxnSpPr>
        <p:spPr>
          <a:xfrm>
            <a:off x="758301" y="4035549"/>
            <a:ext cx="9235440" cy="0"/>
          </a:xfrm>
          <a:prstGeom prst="line">
            <a:avLst/>
          </a:prstGeom>
          <a:ln w="25400">
            <a:solidFill>
              <a:srgbClr val="CBD3D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Oval 23">
            <a:extLst>
              <a:ext uri="{FF2B5EF4-FFF2-40B4-BE49-F238E27FC236}">
                <a16:creationId xmlns:a16="http://schemas.microsoft.com/office/drawing/2014/main" id="{6066BF84-BB6D-D9E0-7230-F7BB44DE6ED8}"/>
              </a:ext>
            </a:extLst>
          </p:cNvPr>
          <p:cNvSpPr/>
          <p:nvPr/>
        </p:nvSpPr>
        <p:spPr>
          <a:xfrm>
            <a:off x="593709" y="3870957"/>
            <a:ext cx="320040" cy="320040"/>
          </a:xfrm>
          <a:prstGeom prst="ellipse">
            <a:avLst/>
          </a:prstGeom>
          <a:solidFill>
            <a:srgbClr val="E72B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50" b="1">
                <a:solidFill>
                  <a:srgbClr val="FFFFFF"/>
                </a:solidFill>
                <a:latin typeface="+mj-lt"/>
              </a:rPr>
              <a:t>1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8031F90C-224F-0E9F-F302-5E7E28707CDF}"/>
              </a:ext>
            </a:extLst>
          </p:cNvPr>
          <p:cNvSpPr txBox="1"/>
          <p:nvPr/>
        </p:nvSpPr>
        <p:spPr>
          <a:xfrm>
            <a:off x="1032621" y="3861813"/>
            <a:ext cx="447238" cy="169277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1100" b="1">
                <a:solidFill>
                  <a:srgbClr val="081630"/>
                </a:solidFill>
                <a:latin typeface="+mj-lt"/>
              </a:rPr>
              <a:t>Jun 19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53F8C398-0472-21B4-CBC6-E324B4E127A5}"/>
              </a:ext>
            </a:extLst>
          </p:cNvPr>
          <p:cNvSpPr txBox="1"/>
          <p:nvPr/>
        </p:nvSpPr>
        <p:spPr>
          <a:xfrm>
            <a:off x="1032621" y="4099557"/>
            <a:ext cx="1572768" cy="13849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900" b="0">
                <a:solidFill>
                  <a:srgbClr val="0E1726"/>
                </a:solidFill>
                <a:latin typeface="+mj-lt"/>
              </a:rPr>
              <a:t>Application + MVP built</a:t>
            </a:r>
          </a:p>
        </p:txBody>
      </p:sp>
      <p:sp>
        <p:nvSpPr>
          <p:cNvPr id="27" name="Oval 26">
            <a:extLst>
              <a:ext uri="{FF2B5EF4-FFF2-40B4-BE49-F238E27FC236}">
                <a16:creationId xmlns:a16="http://schemas.microsoft.com/office/drawing/2014/main" id="{8099CC86-0325-D00C-3DBB-E9A65647E08C}"/>
              </a:ext>
            </a:extLst>
          </p:cNvPr>
          <p:cNvSpPr/>
          <p:nvPr/>
        </p:nvSpPr>
        <p:spPr>
          <a:xfrm>
            <a:off x="2605389" y="3870957"/>
            <a:ext cx="320040" cy="320040"/>
          </a:xfrm>
          <a:prstGeom prst="ellipse">
            <a:avLst/>
          </a:prstGeom>
          <a:solidFill>
            <a:srgbClr val="E72B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50" b="1">
                <a:solidFill>
                  <a:srgbClr val="FFFFFF"/>
                </a:solidFill>
                <a:latin typeface="+mj-lt"/>
              </a:rPr>
              <a:t>2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88F2E369-6ACE-DBCD-0D32-4AA67E334EE6}"/>
              </a:ext>
            </a:extLst>
          </p:cNvPr>
          <p:cNvSpPr txBox="1"/>
          <p:nvPr/>
        </p:nvSpPr>
        <p:spPr>
          <a:xfrm>
            <a:off x="3044301" y="3861813"/>
            <a:ext cx="682879" cy="169277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1100" b="1">
                <a:solidFill>
                  <a:srgbClr val="081630"/>
                </a:solidFill>
                <a:latin typeface="+mj-lt"/>
              </a:rPr>
              <a:t>Jun 26–27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F87B7B12-5B32-B9FF-4000-322F8419BA47}"/>
              </a:ext>
            </a:extLst>
          </p:cNvPr>
          <p:cNvSpPr txBox="1"/>
          <p:nvPr/>
        </p:nvSpPr>
        <p:spPr>
          <a:xfrm>
            <a:off x="3044301" y="4099557"/>
            <a:ext cx="1572768" cy="27699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900" b="0">
                <a:solidFill>
                  <a:srgbClr val="0E1726"/>
                </a:solidFill>
                <a:latin typeface="+mj-lt"/>
              </a:rPr>
              <a:t>Deployed to production</a:t>
            </a:r>
          </a:p>
        </p:txBody>
      </p:sp>
      <p:sp>
        <p:nvSpPr>
          <p:cNvPr id="30" name="Oval 29">
            <a:extLst>
              <a:ext uri="{FF2B5EF4-FFF2-40B4-BE49-F238E27FC236}">
                <a16:creationId xmlns:a16="http://schemas.microsoft.com/office/drawing/2014/main" id="{744012FC-8AE7-3E21-BE73-02A4918C33CD}"/>
              </a:ext>
            </a:extLst>
          </p:cNvPr>
          <p:cNvSpPr/>
          <p:nvPr/>
        </p:nvSpPr>
        <p:spPr>
          <a:xfrm>
            <a:off x="4617069" y="3870957"/>
            <a:ext cx="320040" cy="320040"/>
          </a:xfrm>
          <a:prstGeom prst="ellipse">
            <a:avLst/>
          </a:prstGeom>
          <a:solidFill>
            <a:srgbClr val="E72B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50" b="1">
                <a:solidFill>
                  <a:srgbClr val="FFFFFF"/>
                </a:solidFill>
                <a:latin typeface="+mj-lt"/>
              </a:rPr>
              <a:t>3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274E9587-BF36-5133-EC23-ED59BC333100}"/>
              </a:ext>
            </a:extLst>
          </p:cNvPr>
          <p:cNvSpPr txBox="1"/>
          <p:nvPr/>
        </p:nvSpPr>
        <p:spPr>
          <a:xfrm>
            <a:off x="5055981" y="3861813"/>
            <a:ext cx="320601" cy="169277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1100" b="1">
                <a:solidFill>
                  <a:srgbClr val="081630"/>
                </a:solidFill>
                <a:latin typeface="+mj-lt"/>
              </a:rPr>
              <a:t>Jul 1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C584D1B3-D06F-96E9-18B3-97B6059CF43D}"/>
              </a:ext>
            </a:extLst>
          </p:cNvPr>
          <p:cNvSpPr txBox="1"/>
          <p:nvPr/>
        </p:nvSpPr>
        <p:spPr>
          <a:xfrm>
            <a:off x="5055981" y="4099557"/>
            <a:ext cx="1572768" cy="27699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900" b="0">
                <a:solidFill>
                  <a:srgbClr val="0E1726"/>
                </a:solidFill>
                <a:latin typeface="+mj-lt"/>
              </a:rPr>
              <a:t>Revenue Execution + Ledger shipped</a:t>
            </a:r>
          </a:p>
        </p:txBody>
      </p:sp>
      <p:sp>
        <p:nvSpPr>
          <p:cNvPr id="33" name="Oval 32">
            <a:extLst>
              <a:ext uri="{FF2B5EF4-FFF2-40B4-BE49-F238E27FC236}">
                <a16:creationId xmlns:a16="http://schemas.microsoft.com/office/drawing/2014/main" id="{586B5387-E57E-5B3C-3220-F5C9B16C6E55}"/>
              </a:ext>
            </a:extLst>
          </p:cNvPr>
          <p:cNvSpPr/>
          <p:nvPr/>
        </p:nvSpPr>
        <p:spPr>
          <a:xfrm>
            <a:off x="6628749" y="3870957"/>
            <a:ext cx="320040" cy="320040"/>
          </a:xfrm>
          <a:prstGeom prst="ellipse">
            <a:avLst/>
          </a:prstGeom>
          <a:solidFill>
            <a:srgbClr val="E72B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50" b="1">
                <a:solidFill>
                  <a:srgbClr val="FFFFFF"/>
                </a:solidFill>
                <a:latin typeface="+mj-lt"/>
              </a:rPr>
              <a:t>4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3EB60AAF-E869-353E-396D-8D3A520E0990}"/>
              </a:ext>
            </a:extLst>
          </p:cNvPr>
          <p:cNvSpPr txBox="1"/>
          <p:nvPr/>
        </p:nvSpPr>
        <p:spPr>
          <a:xfrm>
            <a:off x="7067661" y="3861813"/>
            <a:ext cx="399148" cy="169277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1100" b="1">
                <a:solidFill>
                  <a:srgbClr val="081630"/>
                </a:solidFill>
                <a:latin typeface="+mj-lt"/>
              </a:rPr>
              <a:t>Jul 16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49771CB9-C3B0-0B3D-28F8-0F48BA8507A1}"/>
              </a:ext>
            </a:extLst>
          </p:cNvPr>
          <p:cNvSpPr txBox="1"/>
          <p:nvPr/>
        </p:nvSpPr>
        <p:spPr>
          <a:xfrm>
            <a:off x="7067661" y="4099557"/>
            <a:ext cx="1572768" cy="27699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900" b="0">
                <a:solidFill>
                  <a:srgbClr val="0E1726"/>
                </a:solidFill>
                <a:latin typeface="+mj-lt"/>
              </a:rPr>
              <a:t>Hackathon: Voice CoS + NVIDIA runtime</a:t>
            </a:r>
          </a:p>
        </p:txBody>
      </p:sp>
      <p:sp>
        <p:nvSpPr>
          <p:cNvPr id="36" name="Oval 35">
            <a:extLst>
              <a:ext uri="{FF2B5EF4-FFF2-40B4-BE49-F238E27FC236}">
                <a16:creationId xmlns:a16="http://schemas.microsoft.com/office/drawing/2014/main" id="{5F369962-4528-3422-9DF8-2AC8320D7D0B}"/>
              </a:ext>
            </a:extLst>
          </p:cNvPr>
          <p:cNvSpPr/>
          <p:nvPr/>
        </p:nvSpPr>
        <p:spPr>
          <a:xfrm>
            <a:off x="8640429" y="3870957"/>
            <a:ext cx="320040" cy="320040"/>
          </a:xfrm>
          <a:prstGeom prst="ellipse">
            <a:avLst/>
          </a:prstGeom>
          <a:solidFill>
            <a:srgbClr val="E72B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50" b="1">
                <a:solidFill>
                  <a:srgbClr val="FFFFFF"/>
                </a:solidFill>
                <a:latin typeface="+mj-lt"/>
              </a:rPr>
              <a:t>5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5F05C278-5459-4225-ADE7-C71E155A8243}"/>
              </a:ext>
            </a:extLst>
          </p:cNvPr>
          <p:cNvSpPr txBox="1"/>
          <p:nvPr/>
        </p:nvSpPr>
        <p:spPr>
          <a:xfrm>
            <a:off x="9079341" y="3861813"/>
            <a:ext cx="634789" cy="169277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1100" b="1">
                <a:solidFill>
                  <a:srgbClr val="081630"/>
                </a:solidFill>
                <a:latin typeface="+mj-lt"/>
              </a:rPr>
              <a:t>Jul 24–25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F576F97E-AD56-0FC2-9B45-98B9DB4D589D}"/>
              </a:ext>
            </a:extLst>
          </p:cNvPr>
          <p:cNvSpPr txBox="1"/>
          <p:nvPr/>
        </p:nvSpPr>
        <p:spPr>
          <a:xfrm>
            <a:off x="9079341" y="4099557"/>
            <a:ext cx="1572768" cy="27699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900" b="0">
                <a:solidFill>
                  <a:srgbClr val="0E1726"/>
                </a:solidFill>
                <a:latin typeface="+mj-lt"/>
              </a:rPr>
              <a:t>Final: optimized voice demo + metrics</a:t>
            </a:r>
          </a:p>
        </p:txBody>
      </p:sp>
      <p:sp>
        <p:nvSpPr>
          <p:cNvPr id="39" name="Rounded Rectangle 43">
            <a:extLst>
              <a:ext uri="{FF2B5EF4-FFF2-40B4-BE49-F238E27FC236}">
                <a16:creationId xmlns:a16="http://schemas.microsoft.com/office/drawing/2014/main" id="{D0823939-7CAB-1E18-B456-D208D4BDDD95}"/>
              </a:ext>
            </a:extLst>
          </p:cNvPr>
          <p:cNvSpPr/>
          <p:nvPr/>
        </p:nvSpPr>
        <p:spPr>
          <a:xfrm>
            <a:off x="646033" y="4984490"/>
            <a:ext cx="11296585" cy="658368"/>
          </a:xfrm>
          <a:prstGeom prst="roundRect">
            <a:avLst/>
          </a:prstGeom>
          <a:solidFill>
            <a:srgbClr val="F6F8FA"/>
          </a:solidFill>
          <a:ln w="12700">
            <a:solidFill>
              <a:srgbClr val="DA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+mj-lt"/>
            </a:endParaRP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2B0F249A-FF95-9062-0F6A-40A9D953CB65}"/>
              </a:ext>
            </a:extLst>
          </p:cNvPr>
          <p:cNvSpPr txBox="1"/>
          <p:nvPr/>
        </p:nvSpPr>
        <p:spPr>
          <a:xfrm>
            <a:off x="750830" y="5120929"/>
            <a:ext cx="11191788" cy="3693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200" b="1" dirty="0">
                <a:solidFill>
                  <a:srgbClr val="081630"/>
                </a:solidFill>
                <a:latin typeface="+mj-lt"/>
              </a:rPr>
              <a:t>Final demo target: “Which accounts need attention this week?” → ranked actions with evidence, confidence, voice summary, approval controls,</a:t>
            </a:r>
            <a:endParaRPr lang="en-US" sz="1200" b="1" dirty="0">
              <a:solidFill>
                <a:srgbClr val="081630"/>
              </a:solidFill>
              <a:latin typeface="+mj-lt"/>
            </a:endParaRPr>
          </a:p>
          <a:p>
            <a:r>
              <a:rPr sz="1200" b="1" dirty="0">
                <a:solidFill>
                  <a:srgbClr val="081630"/>
                </a:solidFill>
                <a:latin typeface="+mj-lt"/>
              </a:rPr>
              <a:t xml:space="preserve"> and visible NVIDIA model/runtime calls.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55">
          <a:extLst>
            <a:ext uri="{FF2B5EF4-FFF2-40B4-BE49-F238E27FC236}">
              <a16:creationId xmlns:a16="http://schemas.microsoft.com/office/drawing/2014/main" id="{0702F01E-87D7-C89F-8E75-23FB9459F5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56" name="Google Shape;556;g3e23138d502_0_1305">
            <a:extLst>
              <a:ext uri="{FF2B5EF4-FFF2-40B4-BE49-F238E27FC236}">
                <a16:creationId xmlns:a16="http://schemas.microsoft.com/office/drawing/2014/main" id="{42B6D5F5-E14E-3414-6F09-1DE4A1B15332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79026" y="6105425"/>
            <a:ext cx="1980568" cy="567900"/>
          </a:xfrm>
          <a:prstGeom prst="rect">
            <a:avLst/>
          </a:prstGeom>
          <a:noFill/>
          <a:ln>
            <a:noFill/>
          </a:ln>
        </p:spPr>
      </p:pic>
      <p:sp>
        <p:nvSpPr>
          <p:cNvPr id="557" name="Google Shape;557;g3e23138d502_0_1305">
            <a:extLst>
              <a:ext uri="{FF2B5EF4-FFF2-40B4-BE49-F238E27FC236}">
                <a16:creationId xmlns:a16="http://schemas.microsoft.com/office/drawing/2014/main" id="{765BA683-4C63-F8F6-6A77-C49E4029739D}"/>
              </a:ext>
            </a:extLst>
          </p:cNvPr>
          <p:cNvSpPr txBox="1"/>
          <p:nvPr/>
        </p:nvSpPr>
        <p:spPr>
          <a:xfrm>
            <a:off x="1221698" y="2323475"/>
            <a:ext cx="9766200" cy="461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orbel"/>
              <a:buNone/>
            </a:pPr>
            <a:r>
              <a:rPr lang="en-US" sz="2400" b="0" i="0" u="none" strike="noStrike" cap="none">
                <a:solidFill>
                  <a:srgbClr val="FFFFFF"/>
                </a:solidFill>
                <a:latin typeface="Corbel"/>
                <a:ea typeface="Corbel"/>
                <a:cs typeface="Corbel"/>
                <a:sym typeface="Corbel"/>
              </a:rPr>
              <a:t xml:space="preserve"> </a:t>
            </a:r>
            <a:endParaRPr sz="1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97CC33F8-681F-24B8-0F60-11DDDB81C08B}"/>
              </a:ext>
            </a:extLst>
          </p:cNvPr>
          <p:cNvSpPr/>
          <p:nvPr/>
        </p:nvSpPr>
        <p:spPr>
          <a:xfrm>
            <a:off x="550947" y="195974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sz="2400" b="1" dirty="0">
                <a:solidFill>
                  <a:srgbClr val="081630"/>
                </a:solidFill>
                <a:latin typeface="+mj-lt"/>
              </a:rPr>
              <a:t>Mentor ask: where NVIDIA guidance accelerates us</a:t>
            </a:r>
            <a:endParaRPr lang="en-US" sz="2400" dirty="0">
              <a:latin typeface="+mj-lt"/>
            </a:endParaRPr>
          </a:p>
        </p:txBody>
      </p:sp>
      <p:sp>
        <p:nvSpPr>
          <p:cNvPr id="5" name="Text 2">
            <a:extLst>
              <a:ext uri="{FF2B5EF4-FFF2-40B4-BE49-F238E27FC236}">
                <a16:creationId xmlns:a16="http://schemas.microsoft.com/office/drawing/2014/main" id="{537B127F-B1E1-1FFF-175F-77572679B82A}"/>
              </a:ext>
            </a:extLst>
          </p:cNvPr>
          <p:cNvSpPr/>
          <p:nvPr/>
        </p:nvSpPr>
        <p:spPr>
          <a:xfrm>
            <a:off x="658368" y="662318"/>
            <a:ext cx="10561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sz="1250" b="0" dirty="0">
                <a:solidFill>
                  <a:srgbClr val="5C6678"/>
                </a:solidFill>
                <a:latin typeface="+mj-lt"/>
              </a:rPr>
              <a:t xml:space="preserve">A deployed product today, with a credible path to a reusable </a:t>
            </a:r>
            <a:r>
              <a:rPr sz="1250" b="0" dirty="0" err="1">
                <a:solidFill>
                  <a:srgbClr val="5C6678"/>
                </a:solidFill>
                <a:latin typeface="+mj-lt"/>
              </a:rPr>
              <a:t>VentureOS</a:t>
            </a:r>
            <a:r>
              <a:rPr sz="1250" b="0" dirty="0">
                <a:solidFill>
                  <a:srgbClr val="5C6678"/>
                </a:solidFill>
                <a:latin typeface="+mj-lt"/>
              </a:rPr>
              <a:t xml:space="preserve"> action-layer workflow later.</a:t>
            </a:r>
            <a:endParaRPr lang="en-US" sz="1250" dirty="0">
              <a:latin typeface="+mj-lt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ACAA291-F5DB-EB2C-66E5-7A796C082D9D}"/>
              </a:ext>
            </a:extLst>
          </p:cNvPr>
          <p:cNvSpPr txBox="1"/>
          <p:nvPr/>
        </p:nvSpPr>
        <p:spPr>
          <a:xfrm>
            <a:off x="658368" y="1261872"/>
            <a:ext cx="1808187" cy="276999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1800" b="1" dirty="0">
                <a:solidFill>
                  <a:srgbClr val="081630"/>
                </a:solidFill>
                <a:latin typeface="+mj-lt"/>
              </a:rPr>
              <a:t>Where we want NVIDIA mentorship</a:t>
            </a:r>
          </a:p>
        </p:txBody>
      </p:sp>
      <p:sp>
        <p:nvSpPr>
          <p:cNvPr id="11" name="Rounded Rectangle 10">
            <a:extLst>
              <a:ext uri="{FF2B5EF4-FFF2-40B4-BE49-F238E27FC236}">
                <a16:creationId xmlns:a16="http://schemas.microsoft.com/office/drawing/2014/main" id="{90E84FB2-E568-74AC-782D-F27442DE4BF0}"/>
              </a:ext>
            </a:extLst>
          </p:cNvPr>
          <p:cNvSpPr/>
          <p:nvPr/>
        </p:nvSpPr>
        <p:spPr>
          <a:xfrm>
            <a:off x="658368" y="1627632"/>
            <a:ext cx="3063240" cy="1143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800">
              <a:latin typeface="+mj-lt"/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6E3180DA-C4FB-EDA1-7D48-F6BFCBD9A84B}"/>
              </a:ext>
            </a:extLst>
          </p:cNvPr>
          <p:cNvSpPr/>
          <p:nvPr/>
        </p:nvSpPr>
        <p:spPr>
          <a:xfrm>
            <a:off x="658368" y="1627632"/>
            <a:ext cx="3063240" cy="63500"/>
          </a:xfrm>
          <a:prstGeom prst="rect">
            <a:avLst/>
          </a:prstGeom>
          <a:solidFill>
            <a:srgbClr val="E72B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800">
              <a:latin typeface="+mj-lt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818BC750-2DC6-4752-9B7A-C3AC999BD64E}"/>
              </a:ext>
            </a:extLst>
          </p:cNvPr>
          <p:cNvSpPr txBox="1"/>
          <p:nvPr/>
        </p:nvSpPr>
        <p:spPr>
          <a:xfrm>
            <a:off x="786384" y="1764792"/>
            <a:ext cx="2338782" cy="246221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1600" b="1">
                <a:solidFill>
                  <a:srgbClr val="081630"/>
                </a:solidFill>
                <a:latin typeface="+mj-lt"/>
              </a:rPr>
              <a:t>1. NeMo + Nemotron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9B92B151-85B4-775C-DB22-C57ACA702B06}"/>
              </a:ext>
            </a:extLst>
          </p:cNvPr>
          <p:cNvSpPr txBox="1"/>
          <p:nvPr/>
        </p:nvSpPr>
        <p:spPr>
          <a:xfrm>
            <a:off x="786384" y="2066544"/>
            <a:ext cx="2807208" cy="646331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050" b="0">
                <a:solidFill>
                  <a:srgbClr val="0E1726"/>
                </a:solidFill>
                <a:latin typeface="+mj-lt"/>
              </a:rPr>
              <a:t>NeMo Agent Toolkit orchestration patterns and Nemotron tuning for reasoning, ranking, and structured action generation.</a:t>
            </a:r>
          </a:p>
        </p:txBody>
      </p:sp>
      <p:sp>
        <p:nvSpPr>
          <p:cNvPr id="19" name="Rounded Rectangle 14">
            <a:extLst>
              <a:ext uri="{FF2B5EF4-FFF2-40B4-BE49-F238E27FC236}">
                <a16:creationId xmlns:a16="http://schemas.microsoft.com/office/drawing/2014/main" id="{4A524858-7F6B-19DB-EC85-6C9D4F56FAF8}"/>
              </a:ext>
            </a:extLst>
          </p:cNvPr>
          <p:cNvSpPr/>
          <p:nvPr/>
        </p:nvSpPr>
        <p:spPr>
          <a:xfrm>
            <a:off x="3913632" y="1627632"/>
            <a:ext cx="3063240" cy="1143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800">
              <a:latin typeface="+mj-lt"/>
            </a:endParaRP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733C7FE2-2891-0222-CCBD-C60D4A9F6CE7}"/>
              </a:ext>
            </a:extLst>
          </p:cNvPr>
          <p:cNvSpPr/>
          <p:nvPr/>
        </p:nvSpPr>
        <p:spPr>
          <a:xfrm>
            <a:off x="3913632" y="1627632"/>
            <a:ext cx="3063240" cy="63500"/>
          </a:xfrm>
          <a:prstGeom prst="rect">
            <a:avLst/>
          </a:prstGeom>
          <a:solidFill>
            <a:srgbClr val="E72B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800">
              <a:latin typeface="+mj-lt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A7E820DD-587C-1A99-811E-A64454B33088}"/>
              </a:ext>
            </a:extLst>
          </p:cNvPr>
          <p:cNvSpPr txBox="1"/>
          <p:nvPr/>
        </p:nvSpPr>
        <p:spPr>
          <a:xfrm>
            <a:off x="4041648" y="1764792"/>
            <a:ext cx="2737929" cy="246221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1600" b="1">
                <a:solidFill>
                  <a:srgbClr val="081630"/>
                </a:solidFill>
                <a:latin typeface="+mj-lt"/>
              </a:rPr>
              <a:t>2. NIM + Triton deployment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2C223134-DCAB-3ACD-A98F-2E33BBAB7672}"/>
              </a:ext>
            </a:extLst>
          </p:cNvPr>
          <p:cNvSpPr txBox="1"/>
          <p:nvPr/>
        </p:nvSpPr>
        <p:spPr>
          <a:xfrm>
            <a:off x="4041648" y="2066544"/>
            <a:ext cx="2807208" cy="48474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050" b="0">
                <a:solidFill>
                  <a:srgbClr val="0E1726"/>
                </a:solidFill>
                <a:latin typeface="+mj-lt"/>
              </a:rPr>
              <a:t>NIM endpoint deployment and Triton optimization for low-latency, GPU-backed inference across the agent workflow.</a:t>
            </a:r>
          </a:p>
        </p:txBody>
      </p:sp>
      <p:sp>
        <p:nvSpPr>
          <p:cNvPr id="27" name="Rounded Rectangle 18">
            <a:extLst>
              <a:ext uri="{FF2B5EF4-FFF2-40B4-BE49-F238E27FC236}">
                <a16:creationId xmlns:a16="http://schemas.microsoft.com/office/drawing/2014/main" id="{CA5EC3CC-F847-05AD-A588-3319F5C61B6E}"/>
              </a:ext>
            </a:extLst>
          </p:cNvPr>
          <p:cNvSpPr/>
          <p:nvPr/>
        </p:nvSpPr>
        <p:spPr>
          <a:xfrm>
            <a:off x="7168896" y="1627632"/>
            <a:ext cx="3063240" cy="1143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800">
              <a:latin typeface="+mj-lt"/>
            </a:endParaRP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0AFFFC4C-9BBD-4DD2-194B-7C8623605532}"/>
              </a:ext>
            </a:extLst>
          </p:cNvPr>
          <p:cNvSpPr/>
          <p:nvPr/>
        </p:nvSpPr>
        <p:spPr>
          <a:xfrm>
            <a:off x="7168896" y="1627632"/>
            <a:ext cx="3063240" cy="63500"/>
          </a:xfrm>
          <a:prstGeom prst="rect">
            <a:avLst/>
          </a:prstGeom>
          <a:solidFill>
            <a:srgbClr val="E72B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800">
              <a:latin typeface="+mj-lt"/>
            </a:endParaRP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9EFA9B6A-4D3F-1FC6-F0EE-240D63938003}"/>
              </a:ext>
            </a:extLst>
          </p:cNvPr>
          <p:cNvSpPr txBox="1"/>
          <p:nvPr/>
        </p:nvSpPr>
        <p:spPr>
          <a:xfrm>
            <a:off x="7296912" y="1764792"/>
            <a:ext cx="2231380" cy="246221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1600" b="1">
                <a:solidFill>
                  <a:srgbClr val="081630"/>
                </a:solidFill>
                <a:latin typeface="+mj-lt"/>
              </a:rPr>
              <a:t>3. Voice pipeline + SALM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5D18FDCA-4CFF-CA77-E829-9DDE29CF8428}"/>
              </a:ext>
            </a:extLst>
          </p:cNvPr>
          <p:cNvSpPr txBox="1"/>
          <p:nvPr/>
        </p:nvSpPr>
        <p:spPr>
          <a:xfrm>
            <a:off x="7296912" y="2066544"/>
            <a:ext cx="2807208" cy="646331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050" b="0">
                <a:solidFill>
                  <a:srgbClr val="0E1726"/>
                </a:solidFill>
                <a:latin typeface="+mj-lt"/>
              </a:rPr>
              <a:t>Speech pipeline optimization and SALM integration guidance for the planned Gnani.ai voice layer — low-latency, multilingual, enterprise voice.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F292DD81-CFEF-3D0E-6F86-92787C32C4B9}"/>
              </a:ext>
            </a:extLst>
          </p:cNvPr>
          <p:cNvSpPr txBox="1"/>
          <p:nvPr/>
        </p:nvSpPr>
        <p:spPr>
          <a:xfrm>
            <a:off x="658368" y="3063240"/>
            <a:ext cx="3898503" cy="215444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1400" b="1">
                <a:solidFill>
                  <a:srgbClr val="081630"/>
                </a:solidFill>
                <a:latin typeface="+mj-lt"/>
              </a:rPr>
              <a:t>Key limitations and how we will improve them</a:t>
            </a:r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F8FBFFE4-EB25-D2F6-0630-21F43F9EE373}"/>
              </a:ext>
            </a:extLst>
          </p:cNvPr>
          <p:cNvSpPr/>
          <p:nvPr/>
        </p:nvSpPr>
        <p:spPr>
          <a:xfrm>
            <a:off x="704548" y="3437960"/>
            <a:ext cx="2926080" cy="438912"/>
          </a:xfrm>
          <a:prstGeom prst="rect">
            <a:avLst/>
          </a:prstGeom>
          <a:solidFill>
            <a:srgbClr val="0816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+mj-lt"/>
              </a:rPr>
              <a:t>Limitation</a:t>
            </a:r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152D29AE-540D-502C-FC20-53C1801F26BA}"/>
              </a:ext>
            </a:extLst>
          </p:cNvPr>
          <p:cNvSpPr/>
          <p:nvPr/>
        </p:nvSpPr>
        <p:spPr>
          <a:xfrm>
            <a:off x="3630628" y="3437960"/>
            <a:ext cx="6995160" cy="438912"/>
          </a:xfrm>
          <a:prstGeom prst="rect">
            <a:avLst/>
          </a:prstGeom>
          <a:solidFill>
            <a:srgbClr val="0816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+mj-lt"/>
              </a:rPr>
              <a:t>Improvement plan</a:t>
            </a:r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8E7FC5A8-26EF-80B0-3375-36185FD912D9}"/>
              </a:ext>
            </a:extLst>
          </p:cNvPr>
          <p:cNvSpPr/>
          <p:nvPr/>
        </p:nvSpPr>
        <p:spPr>
          <a:xfrm>
            <a:off x="704548" y="3876872"/>
            <a:ext cx="2926080" cy="438912"/>
          </a:xfrm>
          <a:prstGeom prst="rect">
            <a:avLst/>
          </a:prstGeom>
          <a:solidFill>
            <a:srgbClr val="FFFFFF"/>
          </a:solidFill>
          <a:ln>
            <a:solidFill>
              <a:srgbClr val="DA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800">
              <a:latin typeface="+mj-lt"/>
            </a:endParaRP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95C149DD-255F-74CD-93AA-8F4CF7D5D16D}"/>
              </a:ext>
            </a:extLst>
          </p:cNvPr>
          <p:cNvSpPr txBox="1"/>
          <p:nvPr/>
        </p:nvSpPr>
        <p:spPr>
          <a:xfrm>
            <a:off x="814276" y="3977456"/>
            <a:ext cx="1232710" cy="161583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1050" b="1">
                <a:solidFill>
                  <a:srgbClr val="081630"/>
                </a:solidFill>
                <a:latin typeface="+mj-lt"/>
              </a:rPr>
              <a:t>Synthetic data only</a:t>
            </a:r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5DF4DE80-4AEF-1D91-F75A-5E89859326C5}"/>
              </a:ext>
            </a:extLst>
          </p:cNvPr>
          <p:cNvSpPr/>
          <p:nvPr/>
        </p:nvSpPr>
        <p:spPr>
          <a:xfrm>
            <a:off x="3630628" y="3876872"/>
            <a:ext cx="6995160" cy="438912"/>
          </a:xfrm>
          <a:prstGeom prst="rect">
            <a:avLst/>
          </a:prstGeom>
          <a:solidFill>
            <a:srgbClr val="FFFFFF"/>
          </a:solidFill>
          <a:ln>
            <a:solidFill>
              <a:srgbClr val="DA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800">
              <a:latin typeface="+mj-lt"/>
            </a:endParaRP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F983D7C9-5A4F-9F30-0331-72C3211EAAA9}"/>
              </a:ext>
            </a:extLst>
          </p:cNvPr>
          <p:cNvSpPr txBox="1"/>
          <p:nvPr/>
        </p:nvSpPr>
        <p:spPr>
          <a:xfrm>
            <a:off x="3740356" y="3959168"/>
            <a:ext cx="6775704" cy="323165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050" b="0">
                <a:solidFill>
                  <a:srgbClr val="0E1726"/>
                </a:solidFill>
                <a:latin typeface="+mj-lt"/>
              </a:rPr>
              <a:t>Synthetic-by-default plus a HubSpot test CRM today; connect permitted enterprise sources later with privacy and access controls.</a:t>
            </a:r>
          </a:p>
        </p:txBody>
      </p:sp>
      <p:sp>
        <p:nvSpPr>
          <p:cNvPr id="49" name="Rectangle 48">
            <a:extLst>
              <a:ext uri="{FF2B5EF4-FFF2-40B4-BE49-F238E27FC236}">
                <a16:creationId xmlns:a16="http://schemas.microsoft.com/office/drawing/2014/main" id="{1CA60B6F-A850-7208-2A02-5E08DBC81B5B}"/>
              </a:ext>
            </a:extLst>
          </p:cNvPr>
          <p:cNvSpPr/>
          <p:nvPr/>
        </p:nvSpPr>
        <p:spPr>
          <a:xfrm>
            <a:off x="704548" y="4315784"/>
            <a:ext cx="2926080" cy="438912"/>
          </a:xfrm>
          <a:prstGeom prst="rect">
            <a:avLst/>
          </a:prstGeom>
          <a:solidFill>
            <a:srgbClr val="F6F8FA"/>
          </a:solidFill>
          <a:ln>
            <a:solidFill>
              <a:srgbClr val="DA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800">
              <a:latin typeface="+mj-lt"/>
            </a:endParaRP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1C47CDA3-DFF2-A468-5649-EAA36EBF6A3C}"/>
              </a:ext>
            </a:extLst>
          </p:cNvPr>
          <p:cNvSpPr txBox="1"/>
          <p:nvPr/>
        </p:nvSpPr>
        <p:spPr>
          <a:xfrm>
            <a:off x="814276" y="4416368"/>
            <a:ext cx="1248740" cy="161583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1050" b="1">
                <a:solidFill>
                  <a:srgbClr val="081630"/>
                </a:solidFill>
                <a:latin typeface="+mj-lt"/>
              </a:rPr>
              <a:t>Provider abstraction</a:t>
            </a:r>
          </a:p>
        </p:txBody>
      </p:sp>
      <p:sp>
        <p:nvSpPr>
          <p:cNvPr id="53" name="Rectangle 52">
            <a:extLst>
              <a:ext uri="{FF2B5EF4-FFF2-40B4-BE49-F238E27FC236}">
                <a16:creationId xmlns:a16="http://schemas.microsoft.com/office/drawing/2014/main" id="{50F8518D-6537-31BE-0C68-A3CAED18B5F5}"/>
              </a:ext>
            </a:extLst>
          </p:cNvPr>
          <p:cNvSpPr/>
          <p:nvPr/>
        </p:nvSpPr>
        <p:spPr>
          <a:xfrm>
            <a:off x="3630628" y="4315784"/>
            <a:ext cx="6995160" cy="438912"/>
          </a:xfrm>
          <a:prstGeom prst="rect">
            <a:avLst/>
          </a:prstGeom>
          <a:solidFill>
            <a:srgbClr val="F6F8FA"/>
          </a:solidFill>
          <a:ln>
            <a:solidFill>
              <a:srgbClr val="DA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800">
              <a:latin typeface="+mj-lt"/>
            </a:endParaRP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4C488522-9507-248C-3C5D-0F975849CFC0}"/>
              </a:ext>
            </a:extLst>
          </p:cNvPr>
          <p:cNvSpPr txBox="1"/>
          <p:nvPr/>
        </p:nvSpPr>
        <p:spPr>
          <a:xfrm>
            <a:off x="3740356" y="4398080"/>
            <a:ext cx="6775704" cy="323165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050" b="0">
                <a:solidFill>
                  <a:srgbClr val="0E1726"/>
                </a:solidFill>
                <a:latin typeface="+mj-lt"/>
              </a:rPr>
              <a:t>Deterministic engine is the benchmark; NVIDIA NIM / Nemotron and BYOK providers plug in through the same typed contract.</a:t>
            </a:r>
          </a:p>
        </p:txBody>
      </p:sp>
      <p:sp>
        <p:nvSpPr>
          <p:cNvPr id="57" name="Rectangle 56">
            <a:extLst>
              <a:ext uri="{FF2B5EF4-FFF2-40B4-BE49-F238E27FC236}">
                <a16:creationId xmlns:a16="http://schemas.microsoft.com/office/drawing/2014/main" id="{04E9D06A-5011-F023-3040-3F54109F3319}"/>
              </a:ext>
            </a:extLst>
          </p:cNvPr>
          <p:cNvSpPr/>
          <p:nvPr/>
        </p:nvSpPr>
        <p:spPr>
          <a:xfrm>
            <a:off x="704548" y="4754696"/>
            <a:ext cx="2926080" cy="438912"/>
          </a:xfrm>
          <a:prstGeom prst="rect">
            <a:avLst/>
          </a:prstGeom>
          <a:solidFill>
            <a:srgbClr val="FFFFFF"/>
          </a:solidFill>
          <a:ln>
            <a:solidFill>
              <a:srgbClr val="DA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800">
              <a:latin typeface="+mj-lt"/>
            </a:endParaRP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59DD97F2-514D-5C9C-0E18-1D9E36826141}"/>
              </a:ext>
            </a:extLst>
          </p:cNvPr>
          <p:cNvSpPr txBox="1"/>
          <p:nvPr/>
        </p:nvSpPr>
        <p:spPr>
          <a:xfrm>
            <a:off x="814276" y="4855280"/>
            <a:ext cx="1285608" cy="161583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1050" b="1">
                <a:solidFill>
                  <a:srgbClr val="081630"/>
                </a:solidFill>
                <a:latin typeface="+mj-lt"/>
              </a:rPr>
              <a:t>Agent reliability risk</a:t>
            </a:r>
          </a:p>
        </p:txBody>
      </p:sp>
      <p:sp>
        <p:nvSpPr>
          <p:cNvPr id="61" name="Rectangle 60">
            <a:extLst>
              <a:ext uri="{FF2B5EF4-FFF2-40B4-BE49-F238E27FC236}">
                <a16:creationId xmlns:a16="http://schemas.microsoft.com/office/drawing/2014/main" id="{78BC55D7-3D5B-D2A9-20CD-588AB632F2F8}"/>
              </a:ext>
            </a:extLst>
          </p:cNvPr>
          <p:cNvSpPr/>
          <p:nvPr/>
        </p:nvSpPr>
        <p:spPr>
          <a:xfrm>
            <a:off x="3630628" y="4754696"/>
            <a:ext cx="6995160" cy="438912"/>
          </a:xfrm>
          <a:prstGeom prst="rect">
            <a:avLst/>
          </a:prstGeom>
          <a:solidFill>
            <a:srgbClr val="FFFFFF"/>
          </a:solidFill>
          <a:ln>
            <a:solidFill>
              <a:srgbClr val="DA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800">
              <a:latin typeface="+mj-lt"/>
            </a:endParaRP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374B8D3F-0774-6455-9F50-4CDC8EE41F8F}"/>
              </a:ext>
            </a:extLst>
          </p:cNvPr>
          <p:cNvSpPr txBox="1"/>
          <p:nvPr/>
        </p:nvSpPr>
        <p:spPr>
          <a:xfrm>
            <a:off x="3740356" y="4836992"/>
            <a:ext cx="6775704" cy="323165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050" b="0">
                <a:solidFill>
                  <a:srgbClr val="0E1726"/>
                </a:solidFill>
                <a:latin typeface="+mj-lt"/>
              </a:rPr>
              <a:t>Use typed outputs, bounded steps, explicit fallback logic, confidence thresholds, and human approval before any action.</a:t>
            </a:r>
          </a:p>
        </p:txBody>
      </p:sp>
      <p:sp>
        <p:nvSpPr>
          <p:cNvPr id="513" name="Rectangle 512">
            <a:extLst>
              <a:ext uri="{FF2B5EF4-FFF2-40B4-BE49-F238E27FC236}">
                <a16:creationId xmlns:a16="http://schemas.microsoft.com/office/drawing/2014/main" id="{50966C0F-32FE-CF34-6074-B26900772C3D}"/>
              </a:ext>
            </a:extLst>
          </p:cNvPr>
          <p:cNvSpPr/>
          <p:nvPr/>
        </p:nvSpPr>
        <p:spPr>
          <a:xfrm>
            <a:off x="704548" y="5193608"/>
            <a:ext cx="2926080" cy="438912"/>
          </a:xfrm>
          <a:prstGeom prst="rect">
            <a:avLst/>
          </a:prstGeom>
          <a:solidFill>
            <a:srgbClr val="F6F8FA"/>
          </a:solidFill>
          <a:ln>
            <a:solidFill>
              <a:srgbClr val="DA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800">
              <a:latin typeface="+mj-lt"/>
            </a:endParaRPr>
          </a:p>
        </p:txBody>
      </p:sp>
      <p:sp>
        <p:nvSpPr>
          <p:cNvPr id="515" name="TextBox 514">
            <a:extLst>
              <a:ext uri="{FF2B5EF4-FFF2-40B4-BE49-F238E27FC236}">
                <a16:creationId xmlns:a16="http://schemas.microsoft.com/office/drawing/2014/main" id="{0C2E5CD3-EA25-2D1F-1DB2-0CCBD91EA1E2}"/>
              </a:ext>
            </a:extLst>
          </p:cNvPr>
          <p:cNvSpPr txBox="1"/>
          <p:nvPr/>
        </p:nvSpPr>
        <p:spPr>
          <a:xfrm>
            <a:off x="814276" y="5294192"/>
            <a:ext cx="1099660" cy="161583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1050" b="1">
                <a:solidFill>
                  <a:srgbClr val="081630"/>
                </a:solidFill>
                <a:latin typeface="+mj-lt"/>
              </a:rPr>
              <a:t>Latency and cost</a:t>
            </a:r>
          </a:p>
        </p:txBody>
      </p:sp>
      <p:sp>
        <p:nvSpPr>
          <p:cNvPr id="517" name="Rectangle 516">
            <a:extLst>
              <a:ext uri="{FF2B5EF4-FFF2-40B4-BE49-F238E27FC236}">
                <a16:creationId xmlns:a16="http://schemas.microsoft.com/office/drawing/2014/main" id="{17A22038-FB72-F5BA-B15B-1B213DC42929}"/>
              </a:ext>
            </a:extLst>
          </p:cNvPr>
          <p:cNvSpPr/>
          <p:nvPr/>
        </p:nvSpPr>
        <p:spPr>
          <a:xfrm>
            <a:off x="3630628" y="5193608"/>
            <a:ext cx="6995160" cy="438912"/>
          </a:xfrm>
          <a:prstGeom prst="rect">
            <a:avLst/>
          </a:prstGeom>
          <a:solidFill>
            <a:srgbClr val="F6F8FA"/>
          </a:solidFill>
          <a:ln>
            <a:solidFill>
              <a:srgbClr val="DA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800">
              <a:latin typeface="+mj-lt"/>
            </a:endParaRPr>
          </a:p>
        </p:txBody>
      </p:sp>
      <p:sp>
        <p:nvSpPr>
          <p:cNvPr id="519" name="TextBox 518">
            <a:extLst>
              <a:ext uri="{FF2B5EF4-FFF2-40B4-BE49-F238E27FC236}">
                <a16:creationId xmlns:a16="http://schemas.microsoft.com/office/drawing/2014/main" id="{2AA59E38-CCA2-6281-B4A1-07CF75D4A684}"/>
              </a:ext>
            </a:extLst>
          </p:cNvPr>
          <p:cNvSpPr txBox="1"/>
          <p:nvPr/>
        </p:nvSpPr>
        <p:spPr>
          <a:xfrm>
            <a:off x="3740356" y="5275904"/>
            <a:ext cx="6775704" cy="323165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050" b="0">
                <a:solidFill>
                  <a:srgbClr val="0E1726"/>
                </a:solidFill>
                <a:latin typeface="+mj-lt"/>
              </a:rPr>
              <a:t>Parallelize independent agents, cache account summaries, profile NIM calls, and use mentor support for GPU-backed optimization.</a:t>
            </a:r>
          </a:p>
        </p:txBody>
      </p:sp>
      <p:sp>
        <p:nvSpPr>
          <p:cNvPr id="558" name="Rounded Rectangle 557"/>
          <p:cNvSpPr/>
          <p:nvPr/>
        </p:nvSpPr>
        <p:spPr>
          <a:xfrm>
            <a:off x="658368" y="5715000"/>
            <a:ext cx="10835640" cy="310896"/>
          </a:xfrm>
          <a:prstGeom prst="roundRect">
            <a:avLst>
              <a:gd name="adj" fmla="val 6000"/>
            </a:avLst>
          </a:prstGeom>
          <a:solidFill>
            <a:srgbClr val="EEF1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37744" tIns="18288" rIns="146304" bIns="18288" rtlCol="0" anchor="ctr"/>
          <a:lstStyle/>
          <a:p>
            <a:pPr algn="l"/>
            <a:r>
              <a:rPr sz="1050" b="1" i="0">
                <a:solidFill>
                  <a:srgbClr val="0B1B3D"/>
                </a:solidFill>
                <a:latin typeface="NVIDIA Sans"/>
              </a:rPr>
              <a:t xml:space="preserve">Long-term ambition:  </a:t>
            </a:r>
            <a:r>
              <a:rPr sz="1050" b="0" i="0">
                <a:solidFill>
                  <a:srgbClr val="334155"/>
                </a:solidFill>
                <a:latin typeface="NVIDIA Sans"/>
              </a:rPr>
              <a:t>make agentic AI accountable enough for enterprise action — accelerated by NVIDIA, governed by design, approved by humans.</a:t>
            </a:r>
          </a:p>
        </p:txBody>
      </p:sp>
      <p:sp>
        <p:nvSpPr>
          <p:cNvPr id="559" name="Rectangle 558"/>
          <p:cNvSpPr/>
          <p:nvPr/>
        </p:nvSpPr>
        <p:spPr>
          <a:xfrm>
            <a:off x="658368" y="5715000"/>
            <a:ext cx="64008" cy="310896"/>
          </a:xfrm>
          <a:prstGeom prst="rect">
            <a:avLst/>
          </a:prstGeom>
          <a:solidFill>
            <a:srgbClr val="0B1B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  <p:extLst>
      <p:ext uri="{BB962C8B-B14F-4D97-AF65-F5344CB8AC3E}">
        <p14:creationId xmlns:p14="http://schemas.microsoft.com/office/powerpoint/2010/main" val="3066968594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55">
          <a:extLst>
            <a:ext uri="{FF2B5EF4-FFF2-40B4-BE49-F238E27FC236}">
              <a16:creationId xmlns:a16="http://schemas.microsoft.com/office/drawing/2014/main" id="{835B0763-BED2-4FC4-8C24-2EB9B30AE8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56" name="Google Shape;556;g3e23138d502_0_1305">
            <a:extLst>
              <a:ext uri="{FF2B5EF4-FFF2-40B4-BE49-F238E27FC236}">
                <a16:creationId xmlns:a16="http://schemas.microsoft.com/office/drawing/2014/main" id="{762ACF01-B235-5EA4-6EC2-6AF002AA9113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79026" y="6105425"/>
            <a:ext cx="1980568" cy="567900"/>
          </a:xfrm>
          <a:prstGeom prst="rect">
            <a:avLst/>
          </a:prstGeom>
          <a:noFill/>
          <a:ln>
            <a:noFill/>
          </a:ln>
        </p:spPr>
      </p:pic>
      <p:sp>
        <p:nvSpPr>
          <p:cNvPr id="557" name="Google Shape;557;g3e23138d502_0_1305">
            <a:extLst>
              <a:ext uri="{FF2B5EF4-FFF2-40B4-BE49-F238E27FC236}">
                <a16:creationId xmlns:a16="http://schemas.microsoft.com/office/drawing/2014/main" id="{A97D3807-5FF9-3CD7-351E-AA5B7D031B64}"/>
              </a:ext>
            </a:extLst>
          </p:cNvPr>
          <p:cNvSpPr txBox="1"/>
          <p:nvPr/>
        </p:nvSpPr>
        <p:spPr>
          <a:xfrm>
            <a:off x="1221698" y="2323475"/>
            <a:ext cx="9766200" cy="5231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orbel"/>
              <a:buNone/>
            </a:pPr>
            <a:r>
              <a:rPr lang="en-US" sz="2800" b="0" i="0" u="none" strike="noStrike" cap="none">
                <a:solidFill>
                  <a:srgbClr val="FFFFFF"/>
                </a:solidFill>
                <a:latin typeface="Corbel"/>
                <a:ea typeface="Corbel"/>
                <a:cs typeface="Corbel"/>
                <a:sym typeface="Corbel"/>
              </a:rPr>
              <a:t xml:space="preserve"> </a:t>
            </a:r>
            <a:endParaRPr sz="20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" name="Text 1">
            <a:extLst>
              <a:ext uri="{FF2B5EF4-FFF2-40B4-BE49-F238E27FC236}">
                <a16:creationId xmlns:a16="http://schemas.microsoft.com/office/drawing/2014/main" id="{7D9614C2-449A-F725-7116-9E9FC1B38520}"/>
              </a:ext>
            </a:extLst>
          </p:cNvPr>
          <p:cNvSpPr/>
          <p:nvPr/>
        </p:nvSpPr>
        <p:spPr>
          <a:xfrm>
            <a:off x="635508" y="315335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11827"/>
                </a:solidFill>
                <a:latin typeface="+mj-lt"/>
                <a:ea typeface="Aptos Display" pitchFamily="34" charset="-122"/>
                <a:cs typeface="Aptos Display" pitchFamily="34" charset="-120"/>
              </a:rPr>
              <a:t>From systems of record to systems of reasoning</a:t>
            </a:r>
            <a:endParaRPr lang="en-US" sz="2400" dirty="0">
              <a:latin typeface="+mj-lt"/>
            </a:endParaRPr>
          </a:p>
        </p:txBody>
      </p:sp>
      <p:sp>
        <p:nvSpPr>
          <p:cNvPr id="33" name="Text 2">
            <a:extLst>
              <a:ext uri="{FF2B5EF4-FFF2-40B4-BE49-F238E27FC236}">
                <a16:creationId xmlns:a16="http://schemas.microsoft.com/office/drawing/2014/main" id="{F5445F73-BD24-CC4D-1BE5-40952ED76B1F}"/>
              </a:ext>
            </a:extLst>
          </p:cNvPr>
          <p:cNvSpPr/>
          <p:nvPr/>
        </p:nvSpPr>
        <p:spPr>
          <a:xfrm>
            <a:off x="675132" y="746002"/>
            <a:ext cx="10561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475569"/>
                </a:solidFill>
                <a:latin typeface="+mj-lt"/>
                <a:ea typeface="Aptos" pitchFamily="34" charset="-122"/>
                <a:cs typeface="Aptos" pitchFamily="34" charset="-120"/>
              </a:rPr>
              <a:t>Where AI reasons, humans govern, and every recommendation becomes an accountable business outcome.</a:t>
            </a:r>
            <a:endParaRPr lang="en-US" sz="1250" dirty="0">
              <a:latin typeface="+mj-lt"/>
            </a:endParaRPr>
          </a:p>
        </p:txBody>
      </p:sp>
      <p:sp>
        <p:nvSpPr>
          <p:cNvPr id="35" name="Shape 7">
            <a:extLst>
              <a:ext uri="{FF2B5EF4-FFF2-40B4-BE49-F238E27FC236}">
                <a16:creationId xmlns:a16="http://schemas.microsoft.com/office/drawing/2014/main" id="{2363852B-895E-789A-0920-E2BEE10E4F33}"/>
              </a:ext>
            </a:extLst>
          </p:cNvPr>
          <p:cNvSpPr/>
          <p:nvPr/>
        </p:nvSpPr>
        <p:spPr>
          <a:xfrm>
            <a:off x="822960" y="1691640"/>
            <a:ext cx="3154680" cy="1417320"/>
          </a:xfrm>
          <a:prstGeom prst="roundRect">
            <a:avLst>
              <a:gd name="adj" fmla="val 5161"/>
            </a:avLst>
          </a:prstGeom>
          <a:solidFill>
            <a:srgbClr val="F8FAFC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IN" sz="2000">
              <a:latin typeface="+mj-lt"/>
            </a:endParaRPr>
          </a:p>
        </p:txBody>
      </p:sp>
      <p:sp>
        <p:nvSpPr>
          <p:cNvPr id="37" name="Text 8">
            <a:extLst>
              <a:ext uri="{FF2B5EF4-FFF2-40B4-BE49-F238E27FC236}">
                <a16:creationId xmlns:a16="http://schemas.microsoft.com/office/drawing/2014/main" id="{87AEB2B8-FEF6-D3B7-D6D7-C553E51909F5}"/>
              </a:ext>
            </a:extLst>
          </p:cNvPr>
          <p:cNvSpPr/>
          <p:nvPr/>
        </p:nvSpPr>
        <p:spPr>
          <a:xfrm>
            <a:off x="987552" y="1828800"/>
            <a:ext cx="28254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0B1B3D"/>
                </a:solidFill>
                <a:latin typeface="+mj-lt"/>
                <a:ea typeface="Aptos" pitchFamily="34" charset="-122"/>
                <a:cs typeface="Aptos" pitchFamily="34" charset="-120"/>
              </a:rPr>
              <a:t>Clear real-world use case</a:t>
            </a:r>
            <a:endParaRPr lang="en-US" dirty="0">
              <a:latin typeface="+mj-lt"/>
            </a:endParaRPr>
          </a:p>
        </p:txBody>
      </p:sp>
      <p:sp>
        <p:nvSpPr>
          <p:cNvPr id="39" name="Text 9">
            <a:extLst>
              <a:ext uri="{FF2B5EF4-FFF2-40B4-BE49-F238E27FC236}">
                <a16:creationId xmlns:a16="http://schemas.microsoft.com/office/drawing/2014/main" id="{1313B422-1BBF-8C7F-CAB1-0B4BABE35917}"/>
              </a:ext>
            </a:extLst>
          </p:cNvPr>
          <p:cNvSpPr/>
          <p:nvPr/>
        </p:nvSpPr>
        <p:spPr>
          <a:xfrm>
            <a:off x="987552" y="2103120"/>
            <a:ext cx="2825496" cy="8869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100" dirty="0">
                <a:solidFill>
                  <a:srgbClr val="475569"/>
                </a:solidFill>
                <a:latin typeface="+mj-lt"/>
                <a:ea typeface="Aptos" pitchFamily="34" charset="-122"/>
                <a:cs typeface="Aptos" pitchFamily="34" charset="-120"/>
              </a:rPr>
              <a:t>Enterprise teams struggle to convert fragmented signals into timely, explainable action. Signal-to-Action is deployed and demo-ready today.</a:t>
            </a:r>
            <a:endParaRPr lang="en-US" sz="1100" dirty="0">
              <a:latin typeface="+mj-lt"/>
            </a:endParaRPr>
          </a:p>
        </p:txBody>
      </p:sp>
      <p:sp>
        <p:nvSpPr>
          <p:cNvPr id="41" name="Shape 10">
            <a:extLst>
              <a:ext uri="{FF2B5EF4-FFF2-40B4-BE49-F238E27FC236}">
                <a16:creationId xmlns:a16="http://schemas.microsoft.com/office/drawing/2014/main" id="{0735789C-5F5F-C801-E0D3-4F85E95226BB}"/>
              </a:ext>
            </a:extLst>
          </p:cNvPr>
          <p:cNvSpPr/>
          <p:nvPr/>
        </p:nvSpPr>
        <p:spPr>
          <a:xfrm>
            <a:off x="4498848" y="1691640"/>
            <a:ext cx="3154680" cy="1417320"/>
          </a:xfrm>
          <a:prstGeom prst="roundRect">
            <a:avLst>
              <a:gd name="adj" fmla="val 5161"/>
            </a:avLst>
          </a:prstGeom>
          <a:solidFill>
            <a:srgbClr val="F8FAFC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IN" sz="2000">
              <a:latin typeface="+mj-lt"/>
            </a:endParaRPr>
          </a:p>
        </p:txBody>
      </p:sp>
      <p:sp>
        <p:nvSpPr>
          <p:cNvPr id="43" name="Text 11">
            <a:extLst>
              <a:ext uri="{FF2B5EF4-FFF2-40B4-BE49-F238E27FC236}">
                <a16:creationId xmlns:a16="http://schemas.microsoft.com/office/drawing/2014/main" id="{9238ECB2-04FB-622D-BDA3-EE66FBDF7824}"/>
              </a:ext>
            </a:extLst>
          </p:cNvPr>
          <p:cNvSpPr/>
          <p:nvPr/>
        </p:nvSpPr>
        <p:spPr>
          <a:xfrm>
            <a:off x="4663440" y="1828800"/>
            <a:ext cx="28254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0B1B3D"/>
                </a:solidFill>
                <a:latin typeface="+mj-lt"/>
                <a:ea typeface="Aptos" pitchFamily="34" charset="-122"/>
                <a:cs typeface="Aptos" pitchFamily="34" charset="-120"/>
              </a:rPr>
              <a:t>Strong Track A fit</a:t>
            </a:r>
            <a:endParaRPr lang="en-US" dirty="0">
              <a:latin typeface="+mj-lt"/>
            </a:endParaRPr>
          </a:p>
        </p:txBody>
      </p:sp>
      <p:sp>
        <p:nvSpPr>
          <p:cNvPr id="45" name="Text 12">
            <a:extLst>
              <a:ext uri="{FF2B5EF4-FFF2-40B4-BE49-F238E27FC236}">
                <a16:creationId xmlns:a16="http://schemas.microsoft.com/office/drawing/2014/main" id="{AD19A39E-2AE2-EA37-72E3-4A650895C49C}"/>
              </a:ext>
            </a:extLst>
          </p:cNvPr>
          <p:cNvSpPr/>
          <p:nvPr/>
        </p:nvSpPr>
        <p:spPr>
          <a:xfrm>
            <a:off x="4663440" y="2103120"/>
            <a:ext cx="2825496" cy="8869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100" dirty="0">
                <a:solidFill>
                  <a:srgbClr val="475569"/>
                </a:solidFill>
                <a:latin typeface="+mj-lt"/>
                <a:ea typeface="Aptos" pitchFamily="34" charset="-122"/>
                <a:cs typeface="Aptos" pitchFamily="34" charset="-120"/>
              </a:rPr>
              <a:t>The solution is a controlled multi-agent workflow, not a generic chatbot. It has orchestration, specialized agents, tool routing, traces, and approval.</a:t>
            </a:r>
            <a:endParaRPr lang="en-US" sz="1100" dirty="0">
              <a:latin typeface="+mj-lt"/>
            </a:endParaRPr>
          </a:p>
        </p:txBody>
      </p:sp>
      <p:sp>
        <p:nvSpPr>
          <p:cNvPr id="47" name="Shape 13">
            <a:extLst>
              <a:ext uri="{FF2B5EF4-FFF2-40B4-BE49-F238E27FC236}">
                <a16:creationId xmlns:a16="http://schemas.microsoft.com/office/drawing/2014/main" id="{94CC5985-99BF-032A-EFE3-BF44C78A1120}"/>
              </a:ext>
            </a:extLst>
          </p:cNvPr>
          <p:cNvSpPr/>
          <p:nvPr/>
        </p:nvSpPr>
        <p:spPr>
          <a:xfrm>
            <a:off x="8174736" y="1691640"/>
            <a:ext cx="3154680" cy="1417320"/>
          </a:xfrm>
          <a:prstGeom prst="roundRect">
            <a:avLst>
              <a:gd name="adj" fmla="val 5161"/>
            </a:avLst>
          </a:prstGeom>
          <a:solidFill>
            <a:srgbClr val="F8FAFC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IN" sz="2000">
              <a:latin typeface="+mj-lt"/>
            </a:endParaRPr>
          </a:p>
        </p:txBody>
      </p:sp>
      <p:sp>
        <p:nvSpPr>
          <p:cNvPr id="49" name="Text 14">
            <a:extLst>
              <a:ext uri="{FF2B5EF4-FFF2-40B4-BE49-F238E27FC236}">
                <a16:creationId xmlns:a16="http://schemas.microsoft.com/office/drawing/2014/main" id="{8372CC02-1C48-3A1A-3E40-6A285C534EDB}"/>
              </a:ext>
            </a:extLst>
          </p:cNvPr>
          <p:cNvSpPr/>
          <p:nvPr/>
        </p:nvSpPr>
        <p:spPr>
          <a:xfrm>
            <a:off x="8339328" y="1828800"/>
            <a:ext cx="28254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0B1B3D"/>
                </a:solidFill>
                <a:latin typeface="+mj-lt"/>
                <a:ea typeface="Aptos" pitchFamily="34" charset="-122"/>
                <a:cs typeface="Aptos" pitchFamily="34" charset="-120"/>
              </a:rPr>
              <a:t>NVIDIA-centered build</a:t>
            </a:r>
            <a:endParaRPr lang="en-US" dirty="0">
              <a:latin typeface="+mj-lt"/>
            </a:endParaRPr>
          </a:p>
        </p:txBody>
      </p:sp>
      <p:sp>
        <p:nvSpPr>
          <p:cNvPr id="51" name="Text 15">
            <a:extLst>
              <a:ext uri="{FF2B5EF4-FFF2-40B4-BE49-F238E27FC236}">
                <a16:creationId xmlns:a16="http://schemas.microsoft.com/office/drawing/2014/main" id="{6BE83BC4-4FA0-F8AC-6C8B-820411C1AB30}"/>
              </a:ext>
            </a:extLst>
          </p:cNvPr>
          <p:cNvSpPr/>
          <p:nvPr/>
        </p:nvSpPr>
        <p:spPr>
          <a:xfrm>
            <a:off x="8339328" y="2103120"/>
            <a:ext cx="2825496" cy="8869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100" dirty="0">
                <a:solidFill>
                  <a:srgbClr val="475569"/>
                </a:solidFill>
                <a:latin typeface="+mj-lt"/>
                <a:ea typeface="Aptos" pitchFamily="34" charset="-122"/>
                <a:cs typeface="Aptos" pitchFamily="34" charset="-120"/>
              </a:rPr>
              <a:t>Provider abstraction makes NVIDIA NIM / Nemotron a drop-in runtime; optimization and evaluation are first-class goals.</a:t>
            </a:r>
            <a:endParaRPr lang="en-US" sz="1100" dirty="0">
              <a:latin typeface="+mj-lt"/>
            </a:endParaRPr>
          </a:p>
        </p:txBody>
      </p:sp>
      <p:sp>
        <p:nvSpPr>
          <p:cNvPr id="53" name="Text 16">
            <a:extLst>
              <a:ext uri="{FF2B5EF4-FFF2-40B4-BE49-F238E27FC236}">
                <a16:creationId xmlns:a16="http://schemas.microsoft.com/office/drawing/2014/main" id="{FD7D6A5B-4BA2-2F71-58B8-ADB6730D398F}"/>
              </a:ext>
            </a:extLst>
          </p:cNvPr>
          <p:cNvSpPr/>
          <p:nvPr/>
        </p:nvSpPr>
        <p:spPr>
          <a:xfrm>
            <a:off x="1005840" y="3720172"/>
            <a:ext cx="101772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11827"/>
                </a:solidFill>
                <a:latin typeface="+mj-lt"/>
              </a:rPr>
              <a:t>We believe enterprise software is evolving from systems of record to systems of reasoning. Signal-to-Action Agent is our first step toward an Enterprise AI Chief of Staff — a governed, explainable, voice-native operating system that helps every revenue team move confidently from signal to business outcome.</a:t>
            </a:r>
            <a:endParaRPr lang="en-US" sz="2000" dirty="0">
              <a:latin typeface="+mj-lt"/>
            </a:endParaRPr>
          </a:p>
        </p:txBody>
      </p:sp>
      <p:sp>
        <p:nvSpPr>
          <p:cNvPr id="558" name="Rounded Rectangle 557"/>
          <p:cNvSpPr/>
          <p:nvPr/>
        </p:nvSpPr>
        <p:spPr>
          <a:xfrm>
            <a:off x="1234440" y="4828032"/>
            <a:ext cx="2196846" cy="457200"/>
          </a:xfrm>
          <a:prstGeom prst="roundRect">
            <a:avLst>
              <a:gd name="adj" fmla="val 16000"/>
            </a:avLst>
          </a:prstGeom>
          <a:solidFill>
            <a:srgbClr val="EEF1F8"/>
          </a:solidFill>
          <a:ln w="1270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18288" rIns="54864" bIns="18288" rtlCol="0" anchor="ctr"/>
          <a:lstStyle/>
          <a:p>
            <a:pPr algn="ctr"/>
            <a:r>
              <a:rPr sz="1150" b="1" i="0">
                <a:solidFill>
                  <a:srgbClr val="0B1B3D"/>
                </a:solidFill>
                <a:latin typeface="NVIDIA Sans"/>
              </a:rPr>
              <a:t>Systems of Record</a:t>
            </a:r>
          </a:p>
        </p:txBody>
      </p:sp>
      <p:sp>
        <p:nvSpPr>
          <p:cNvPr id="559" name="Right Arrow 558"/>
          <p:cNvSpPr/>
          <p:nvPr/>
        </p:nvSpPr>
        <p:spPr>
          <a:xfrm>
            <a:off x="3486150" y="4965192"/>
            <a:ext cx="201168" cy="182880"/>
          </a:xfrm>
          <a:prstGeom prst="rightArrow">
            <a:avLst/>
          </a:prstGeom>
          <a:solidFill>
            <a:srgbClr val="B6C2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0" name="Rounded Rectangle 559"/>
          <p:cNvSpPr/>
          <p:nvPr/>
        </p:nvSpPr>
        <p:spPr>
          <a:xfrm>
            <a:off x="3742182" y="4828032"/>
            <a:ext cx="2196846" cy="457200"/>
          </a:xfrm>
          <a:prstGeom prst="roundRect">
            <a:avLst>
              <a:gd name="adj" fmla="val 16000"/>
            </a:avLst>
          </a:prstGeom>
          <a:solidFill>
            <a:srgbClr val="EEF1F8"/>
          </a:solidFill>
          <a:ln w="1270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18288" rIns="54864" bIns="18288" rtlCol="0" anchor="ctr"/>
          <a:lstStyle/>
          <a:p>
            <a:pPr algn="ctr"/>
            <a:r>
              <a:rPr sz="1150" b="1" i="0">
                <a:solidFill>
                  <a:srgbClr val="0B1B3D"/>
                </a:solidFill>
                <a:latin typeface="NVIDIA Sans"/>
              </a:rPr>
              <a:t>Systems of Engagement</a:t>
            </a:r>
          </a:p>
        </p:txBody>
      </p:sp>
      <p:sp>
        <p:nvSpPr>
          <p:cNvPr id="561" name="Right Arrow 560"/>
          <p:cNvSpPr/>
          <p:nvPr/>
        </p:nvSpPr>
        <p:spPr>
          <a:xfrm>
            <a:off x="5993892" y="4965192"/>
            <a:ext cx="201168" cy="182880"/>
          </a:xfrm>
          <a:prstGeom prst="rightArrow">
            <a:avLst/>
          </a:prstGeom>
          <a:solidFill>
            <a:srgbClr val="B6C2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2" name="Rounded Rectangle 561"/>
          <p:cNvSpPr/>
          <p:nvPr/>
        </p:nvSpPr>
        <p:spPr>
          <a:xfrm>
            <a:off x="6249924" y="4828032"/>
            <a:ext cx="2196846" cy="457200"/>
          </a:xfrm>
          <a:prstGeom prst="roundRect">
            <a:avLst>
              <a:gd name="adj" fmla="val 16000"/>
            </a:avLst>
          </a:prstGeom>
          <a:solidFill>
            <a:srgbClr val="EEF1F8"/>
          </a:solidFill>
          <a:ln w="1270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18288" rIns="54864" bIns="18288" rtlCol="0" anchor="ctr"/>
          <a:lstStyle/>
          <a:p>
            <a:pPr algn="ctr"/>
            <a:r>
              <a:rPr sz="1150" b="1" i="0">
                <a:solidFill>
                  <a:srgbClr val="0B1B3D"/>
                </a:solidFill>
                <a:latin typeface="NVIDIA Sans"/>
              </a:rPr>
              <a:t>Systems of Intelligence</a:t>
            </a:r>
          </a:p>
        </p:txBody>
      </p:sp>
      <p:sp>
        <p:nvSpPr>
          <p:cNvPr id="563" name="Right Arrow 562"/>
          <p:cNvSpPr/>
          <p:nvPr/>
        </p:nvSpPr>
        <p:spPr>
          <a:xfrm>
            <a:off x="8501634" y="4965192"/>
            <a:ext cx="201168" cy="182880"/>
          </a:xfrm>
          <a:prstGeom prst="rightArrow">
            <a:avLst/>
          </a:prstGeom>
          <a:solidFill>
            <a:srgbClr val="B6C2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4" name="Rounded Rectangle 563"/>
          <p:cNvSpPr/>
          <p:nvPr/>
        </p:nvSpPr>
        <p:spPr>
          <a:xfrm>
            <a:off x="8757666" y="4828032"/>
            <a:ext cx="2196846" cy="457200"/>
          </a:xfrm>
          <a:prstGeom prst="roundRect">
            <a:avLst>
              <a:gd name="adj" fmla="val 16000"/>
            </a:avLst>
          </a:prstGeom>
          <a:solidFill>
            <a:srgbClr val="76B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18288" rIns="54864" bIns="18288" rtlCol="0" anchor="ctr"/>
          <a:lstStyle/>
          <a:p>
            <a:pPr algn="ctr"/>
            <a:r>
              <a:rPr sz="1150" b="1" i="0">
                <a:solidFill>
                  <a:srgbClr val="FFFFFF"/>
                </a:solidFill>
                <a:latin typeface="NVIDIA Sans"/>
              </a:rPr>
              <a:t>Systems of Reasoning</a:t>
            </a:r>
          </a:p>
        </p:txBody>
      </p:sp>
    </p:spTree>
    <p:extLst>
      <p:ext uri="{BB962C8B-B14F-4D97-AF65-F5344CB8AC3E}">
        <p14:creationId xmlns:p14="http://schemas.microsoft.com/office/powerpoint/2010/main" val="4044387299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4" name="Google Shape;564;g3e23138d502_0_1344"/>
          <p:cNvSpPr txBox="1">
            <a:spLocks noGrp="1"/>
          </p:cNvSpPr>
          <p:nvPr>
            <p:ph type="ctrTitle"/>
          </p:nvPr>
        </p:nvSpPr>
        <p:spPr>
          <a:xfrm>
            <a:off x="504337" y="994526"/>
            <a:ext cx="6427500" cy="164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0475" tIns="15225" rIns="30475" bIns="15225" anchor="b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900"/>
              <a:buFont typeface="NVIDIA Sans"/>
              <a:buNone/>
            </a:pPr>
            <a:r>
              <a:rPr lang="en-US"/>
              <a:t>Need Help? Contact Us!!</a:t>
            </a:r>
            <a:endParaRPr/>
          </a:p>
        </p:txBody>
      </p:sp>
      <p:pic>
        <p:nvPicPr>
          <p:cNvPr id="565" name="Google Shape;565;g3e23138d502_0_134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79026" y="6105425"/>
            <a:ext cx="1980568" cy="567900"/>
          </a:xfrm>
          <a:prstGeom prst="rect">
            <a:avLst/>
          </a:prstGeom>
          <a:noFill/>
          <a:ln>
            <a:noFill/>
          </a:ln>
        </p:spPr>
      </p:pic>
      <p:sp>
        <p:nvSpPr>
          <p:cNvPr id="566" name="Google Shape;566;g3e23138d502_0_1344"/>
          <p:cNvSpPr txBox="1">
            <a:spLocks noGrp="1"/>
          </p:cNvSpPr>
          <p:nvPr>
            <p:ph type="subTitle" idx="1"/>
          </p:nvPr>
        </p:nvSpPr>
        <p:spPr>
          <a:xfrm>
            <a:off x="504333" y="2881692"/>
            <a:ext cx="8066400" cy="56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0475" tIns="15225" rIns="30475" bIns="15225" anchor="t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None/>
            </a:pPr>
            <a:endParaRPr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None/>
            </a:pPr>
            <a:r>
              <a:rPr lang="en-US">
                <a:solidFill>
                  <a:schemeClr val="dk1"/>
                </a:solidFill>
              </a:rPr>
              <a:t xml:space="preserve">Join the Slack Workspace </a:t>
            </a:r>
            <a:r>
              <a:rPr lang="en-US" u="sng">
                <a:solidFill>
                  <a:schemeClr val="hlink"/>
                </a:solidFill>
                <a:hlinkClick r:id="rId4"/>
              </a:rPr>
              <a:t>here</a:t>
            </a:r>
            <a:endParaRPr>
              <a:solidFill>
                <a:schemeClr val="dk1"/>
              </a:solidFill>
            </a:endParaRPr>
          </a:p>
        </p:txBody>
      </p:sp>
      <p:pic>
        <p:nvPicPr>
          <p:cNvPr id="567" name="Google Shape;567;g3e23138d502_0_1344" title="slack_workspace_qr_code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852051" y="3084024"/>
            <a:ext cx="3079775" cy="30797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55">
          <a:extLst>
            <a:ext uri="{FF2B5EF4-FFF2-40B4-BE49-F238E27FC236}">
              <a16:creationId xmlns:a16="http://schemas.microsoft.com/office/drawing/2014/main" id="{835B0763-BED2-4FC4-8C24-2EB9B30AE8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56" name="Google Shape;556;g3e23138d502_0_1305">
            <a:extLst>
              <a:ext uri="{FF2B5EF4-FFF2-40B4-BE49-F238E27FC236}">
                <a16:creationId xmlns:a16="http://schemas.microsoft.com/office/drawing/2014/main" id="{762ACF01-B235-5EA4-6EC2-6AF002AA9113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79026" y="6105425"/>
            <a:ext cx="1980568" cy="567900"/>
          </a:xfrm>
          <a:prstGeom prst="rect">
            <a:avLst/>
          </a:prstGeom>
          <a:noFill/>
          <a:ln>
            <a:noFill/>
          </a:ln>
        </p:spPr>
      </p:pic>
      <p:sp>
        <p:nvSpPr>
          <p:cNvPr id="31" name="Text 1">
            <a:extLst>
              <a:ext uri="{FF2B5EF4-FFF2-40B4-BE49-F238E27FC236}">
                <a16:creationId xmlns:a16="http://schemas.microsoft.com/office/drawing/2014/main" id="{7D9614C2-449A-F725-7116-9E9FC1B38520}"/>
              </a:ext>
            </a:extLst>
          </p:cNvPr>
          <p:cNvSpPr/>
          <p:nvPr/>
        </p:nvSpPr>
        <p:spPr>
          <a:xfrm>
            <a:off x="635508" y="315335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11827"/>
                </a:solidFill>
                <a:latin typeface="+mj-lt"/>
                <a:ea typeface="Aptos Display" pitchFamily="34" charset="-122"/>
                <a:cs typeface="Aptos Display" pitchFamily="34" charset="-120"/>
              </a:rPr>
              <a:t>Experience Signal-to-Action Agent</a:t>
            </a:r>
            <a:endParaRPr lang="en-US" sz="2400" dirty="0">
              <a:latin typeface="+mj-lt"/>
            </a:endParaRPr>
          </a:p>
        </p:txBody>
      </p:sp>
      <p:sp>
        <p:nvSpPr>
          <p:cNvPr id="33" name="Text 2">
            <a:extLst>
              <a:ext uri="{FF2B5EF4-FFF2-40B4-BE49-F238E27FC236}">
                <a16:creationId xmlns:a16="http://schemas.microsoft.com/office/drawing/2014/main" id="{F5445F73-BD24-CC4D-1BE5-40952ED76B1F}"/>
              </a:ext>
            </a:extLst>
          </p:cNvPr>
          <p:cNvSpPr/>
          <p:nvPr/>
        </p:nvSpPr>
        <p:spPr>
          <a:xfrm>
            <a:off x="675132" y="746002"/>
            <a:ext cx="10561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475569"/>
                </a:solidFill>
                <a:latin typeface="+mj-lt"/>
                <a:ea typeface="Aptos" pitchFamily="34" charset="-122"/>
                <a:cs typeface="Aptos" pitchFamily="34" charset="-120"/>
              </a:rPr>
              <a:t>The enterprise AI revenue operating system — explore the live, deployed product</a:t>
            </a:r>
            <a:endParaRPr lang="en-US" sz="1250" dirty="0">
              <a:latin typeface="+mj-lt"/>
            </a:endParaRPr>
          </a:p>
        </p:txBody>
      </p:sp>
      <p:sp>
        <p:nvSpPr>
          <p:cNvPr id="53" name="Text 16">
            <a:extLst>
              <a:ext uri="{FF2B5EF4-FFF2-40B4-BE49-F238E27FC236}">
                <a16:creationId xmlns:a16="http://schemas.microsoft.com/office/drawing/2014/main" id="{FD7D6A5B-4BA2-2F71-58B8-ADB6730D398F}"/>
              </a:ext>
            </a:extLst>
          </p:cNvPr>
          <p:cNvSpPr/>
          <p:nvPr/>
        </p:nvSpPr>
        <p:spPr>
          <a:xfrm>
            <a:off x="1005840" y="3877056"/>
            <a:ext cx="1017727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11827"/>
                </a:solidFill>
                <a:latin typeface="+mj-lt"/>
              </a:rPr>
              <a:t>Signal-to-Action Agent represents this next evolution — where AI reasons, humans govern, and every recommendation becomes an accountable business outcome.</a:t>
            </a:r>
            <a:endParaRPr lang="en-US" sz="2000" dirty="0">
              <a:latin typeface="+mj-lt"/>
            </a:endParaRPr>
          </a:p>
        </p:txBody>
      </p:sp>
      <p:sp>
        <p:nvSpPr>
          <p:cNvPr id="558" name="Rounded Rectangle 557"/>
          <p:cNvSpPr/>
          <p:nvPr/>
        </p:nvSpPr>
        <p:spPr>
          <a:xfrm>
            <a:off x="1234440" y="4828032"/>
            <a:ext cx="2196846" cy="457200"/>
          </a:xfrm>
          <a:prstGeom prst="roundRect">
            <a:avLst>
              <a:gd name="adj" fmla="val 16000"/>
            </a:avLst>
          </a:prstGeom>
          <a:solidFill>
            <a:srgbClr val="EEF1F8"/>
          </a:solidFill>
          <a:ln w="1270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18288" rIns="54864" bIns="18288" rtlCol="0" anchor="ctr"/>
          <a:lstStyle/>
          <a:p>
            <a:pPr algn="ctr"/>
            <a:r>
              <a:rPr sz="1150" b="1" i="0">
                <a:solidFill>
                  <a:srgbClr val="0B1B3D"/>
                </a:solidFill>
                <a:latin typeface="NVIDIA Sans"/>
              </a:rPr>
              <a:t>Systems of Record</a:t>
            </a:r>
          </a:p>
        </p:txBody>
      </p:sp>
      <p:sp>
        <p:nvSpPr>
          <p:cNvPr id="559" name="Right Arrow 558"/>
          <p:cNvSpPr/>
          <p:nvPr/>
        </p:nvSpPr>
        <p:spPr>
          <a:xfrm>
            <a:off x="3486150" y="4965192"/>
            <a:ext cx="201168" cy="182880"/>
          </a:xfrm>
          <a:prstGeom prst="rightArrow">
            <a:avLst/>
          </a:prstGeom>
          <a:solidFill>
            <a:srgbClr val="B6C2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0" name="Rounded Rectangle 559"/>
          <p:cNvSpPr/>
          <p:nvPr/>
        </p:nvSpPr>
        <p:spPr>
          <a:xfrm>
            <a:off x="3742182" y="4828032"/>
            <a:ext cx="2196846" cy="457200"/>
          </a:xfrm>
          <a:prstGeom prst="roundRect">
            <a:avLst>
              <a:gd name="adj" fmla="val 16000"/>
            </a:avLst>
          </a:prstGeom>
          <a:solidFill>
            <a:srgbClr val="EEF1F8"/>
          </a:solidFill>
          <a:ln w="1270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18288" rIns="54864" bIns="18288" rtlCol="0" anchor="ctr"/>
          <a:lstStyle/>
          <a:p>
            <a:pPr algn="ctr"/>
            <a:r>
              <a:rPr sz="1150" b="1" i="0">
                <a:solidFill>
                  <a:srgbClr val="0B1B3D"/>
                </a:solidFill>
                <a:latin typeface="NVIDIA Sans"/>
              </a:rPr>
              <a:t>Systems of Engagement</a:t>
            </a:r>
          </a:p>
        </p:txBody>
      </p:sp>
      <p:sp>
        <p:nvSpPr>
          <p:cNvPr id="561" name="Right Arrow 560"/>
          <p:cNvSpPr/>
          <p:nvPr/>
        </p:nvSpPr>
        <p:spPr>
          <a:xfrm>
            <a:off x="5993892" y="4965192"/>
            <a:ext cx="201168" cy="182880"/>
          </a:xfrm>
          <a:prstGeom prst="rightArrow">
            <a:avLst/>
          </a:prstGeom>
          <a:solidFill>
            <a:srgbClr val="B6C2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2" name="Rounded Rectangle 561"/>
          <p:cNvSpPr/>
          <p:nvPr/>
        </p:nvSpPr>
        <p:spPr>
          <a:xfrm>
            <a:off x="6249924" y="4828032"/>
            <a:ext cx="2196846" cy="457200"/>
          </a:xfrm>
          <a:prstGeom prst="roundRect">
            <a:avLst>
              <a:gd name="adj" fmla="val 16000"/>
            </a:avLst>
          </a:prstGeom>
          <a:solidFill>
            <a:srgbClr val="EEF1F8"/>
          </a:solidFill>
          <a:ln w="1270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18288" rIns="54864" bIns="18288" rtlCol="0" anchor="ctr"/>
          <a:lstStyle/>
          <a:p>
            <a:pPr algn="ctr"/>
            <a:r>
              <a:rPr sz="1150" b="1" i="0">
                <a:solidFill>
                  <a:srgbClr val="0B1B3D"/>
                </a:solidFill>
                <a:latin typeface="NVIDIA Sans"/>
              </a:rPr>
              <a:t>Systems of Intelligence</a:t>
            </a:r>
          </a:p>
        </p:txBody>
      </p:sp>
      <p:sp>
        <p:nvSpPr>
          <p:cNvPr id="563" name="Right Arrow 562"/>
          <p:cNvSpPr/>
          <p:nvPr/>
        </p:nvSpPr>
        <p:spPr>
          <a:xfrm>
            <a:off x="8501634" y="4965192"/>
            <a:ext cx="201168" cy="182880"/>
          </a:xfrm>
          <a:prstGeom prst="rightArrow">
            <a:avLst/>
          </a:prstGeom>
          <a:solidFill>
            <a:srgbClr val="B6C2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4" name="Rounded Rectangle 563"/>
          <p:cNvSpPr/>
          <p:nvPr/>
        </p:nvSpPr>
        <p:spPr>
          <a:xfrm>
            <a:off x="8757666" y="4828032"/>
            <a:ext cx="2196846" cy="457200"/>
          </a:xfrm>
          <a:prstGeom prst="roundRect">
            <a:avLst>
              <a:gd name="adj" fmla="val 16000"/>
            </a:avLst>
          </a:prstGeom>
          <a:solidFill>
            <a:srgbClr val="76B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18288" rIns="54864" bIns="18288" rtlCol="0" anchor="ctr"/>
          <a:lstStyle/>
          <a:p>
            <a:pPr algn="ctr"/>
            <a:r>
              <a:rPr sz="1150" b="1" i="0">
                <a:solidFill>
                  <a:srgbClr val="FFFFFF"/>
                </a:solidFill>
                <a:latin typeface="NVIDIA Sans"/>
              </a:rPr>
              <a:t>Systems of Reasoning</a:t>
            </a:r>
          </a:p>
        </p:txBody>
      </p:sp>
      <p:sp>
        <p:nvSpPr>
          <p:cNvPr id="565" name="TextBox 564"/>
          <p:cNvSpPr txBox="1"/>
          <p:nvPr/>
        </p:nvSpPr>
        <p:spPr>
          <a:xfrm>
            <a:off x="676656" y="1389888"/>
            <a:ext cx="6720840" cy="11338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050" b="1" i="0">
                <a:solidFill>
                  <a:srgbClr val="2E4A00"/>
                </a:solidFill>
                <a:latin typeface="+mj-lt"/>
              </a:rPr>
              <a:t>EXPLORE THE COMPLETE PROJECT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250" b="1" i="0">
                <a:solidFill>
                  <a:srgbClr val="111827"/>
                </a:solidFill>
                <a:latin typeface="+mj-lt"/>
              </a:rPr>
              <a:t>Live production app   </a:t>
            </a:r>
          </a:p>
          <a:p>
            <a:pPr algn="l">
              <a:lnSpc>
                <a:spcPct val="100000"/>
              </a:lnSpc>
              <a:spcAft>
                <a:spcPts val="500"/>
              </a:spcAft>
            </a:pPr>
            <a:r>
              <a:rPr sz="1100" b="0" i="0">
                <a:solidFill>
                  <a:srgbClr val="475569"/>
                </a:solidFill>
                <a:latin typeface="+mj-lt"/>
              </a:rPr>
              <a:t>ventureos-signal-to-action-agent.vercel.app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250" b="1" i="0">
                <a:solidFill>
                  <a:srgbClr val="111827"/>
                </a:solidFill>
                <a:latin typeface="+mj-lt"/>
              </a:rPr>
              <a:t>Open source repository   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0" i="0">
                <a:solidFill>
                  <a:srgbClr val="475569"/>
                </a:solidFill>
                <a:latin typeface="+mj-lt"/>
              </a:rPr>
              <a:t>github.com/amit1858/ventureos-signal-to-action-agent</a:t>
            </a:r>
          </a:p>
        </p:txBody>
      </p:sp>
      <p:sp>
        <p:nvSpPr>
          <p:cNvPr id="566" name="TextBox 565"/>
          <p:cNvSpPr txBox="1"/>
          <p:nvPr/>
        </p:nvSpPr>
        <p:spPr>
          <a:xfrm>
            <a:off x="676656" y="2615184"/>
            <a:ext cx="672084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2E4A00"/>
                </a:solidFill>
                <a:latin typeface="+mj-lt"/>
              </a:rPr>
              <a:t>PRODUCT HIGHLIGHTS</a:t>
            </a:r>
          </a:p>
        </p:txBody>
      </p:sp>
      <p:sp>
        <p:nvSpPr>
          <p:cNvPr id="567" name="TextBox 566"/>
          <p:cNvSpPr txBox="1"/>
          <p:nvPr/>
        </p:nvSpPr>
        <p:spPr>
          <a:xfrm>
            <a:off x="676656" y="2852928"/>
            <a:ext cx="3246120" cy="8412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00" b="1" i="0">
                <a:solidFill>
                  <a:srgbClr val="76B900"/>
                </a:solidFill>
                <a:latin typeface="+mj-lt"/>
              </a:rPr>
              <a:t>▸  </a:t>
            </a:r>
            <a:r>
              <a:rPr sz="1150" b="0" i="0">
                <a:solidFill>
                  <a:srgbClr val="111827"/>
                </a:solidFill>
                <a:latin typeface="+mj-lt"/>
              </a:rPr>
              <a:t>Executive Command Center</a:t>
            </a:r>
          </a:p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00" b="1" i="0">
                <a:solidFill>
                  <a:srgbClr val="76B900"/>
                </a:solidFill>
                <a:latin typeface="+mj-lt"/>
              </a:rPr>
              <a:t>▸  </a:t>
            </a:r>
            <a:r>
              <a:rPr sz="1150" b="0" i="0">
                <a:solidFill>
                  <a:srgbClr val="111827"/>
                </a:solidFill>
                <a:latin typeface="+mj-lt"/>
              </a:rPr>
              <a:t>AI Chief of Staff</a:t>
            </a:r>
          </a:p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00" b="1" i="0">
                <a:solidFill>
                  <a:srgbClr val="76B900"/>
                </a:solidFill>
                <a:latin typeface="+mj-lt"/>
              </a:rPr>
              <a:t>▸  </a:t>
            </a:r>
            <a:r>
              <a:rPr sz="1150" b="0" i="0">
                <a:solidFill>
                  <a:srgbClr val="111827"/>
                </a:solidFill>
                <a:latin typeface="+mj-lt"/>
              </a:rPr>
              <a:t>Portfolio Intelligence</a:t>
            </a:r>
          </a:p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00" b="1" i="0">
                <a:solidFill>
                  <a:srgbClr val="76B900"/>
                </a:solidFill>
                <a:latin typeface="+mj-lt"/>
              </a:rPr>
              <a:t>▸  </a:t>
            </a:r>
            <a:r>
              <a:rPr sz="1150" b="0" i="0">
                <a:solidFill>
                  <a:srgbClr val="111827"/>
                </a:solidFill>
                <a:latin typeface="+mj-lt"/>
              </a:rPr>
              <a:t>Revenue Execution Center</a:t>
            </a:r>
          </a:p>
        </p:txBody>
      </p:sp>
      <p:sp>
        <p:nvSpPr>
          <p:cNvPr id="568" name="TextBox 567"/>
          <p:cNvSpPr txBox="1"/>
          <p:nvPr/>
        </p:nvSpPr>
        <p:spPr>
          <a:xfrm>
            <a:off x="4069080" y="2852928"/>
            <a:ext cx="3337560" cy="8412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00" b="1" i="0">
                <a:solidFill>
                  <a:srgbClr val="76B900"/>
                </a:solidFill>
                <a:latin typeface="+mj-lt"/>
              </a:rPr>
              <a:t>▸  </a:t>
            </a:r>
            <a:r>
              <a:rPr sz="1150" b="0" i="0">
                <a:solidFill>
                  <a:srgbClr val="111827"/>
                </a:solidFill>
                <a:latin typeface="+mj-lt"/>
              </a:rPr>
              <a:t>Decision Ledger</a:t>
            </a:r>
          </a:p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00" b="1" i="0">
                <a:solidFill>
                  <a:srgbClr val="76B900"/>
                </a:solidFill>
                <a:latin typeface="+mj-lt"/>
              </a:rPr>
              <a:t>▸  </a:t>
            </a:r>
            <a:r>
              <a:rPr sz="1150" b="0" i="0">
                <a:solidFill>
                  <a:srgbClr val="111827"/>
                </a:solidFill>
                <a:latin typeface="+mj-lt"/>
              </a:rPr>
              <a:t>Governance</a:t>
            </a:r>
          </a:p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00" b="1" i="0">
                <a:solidFill>
                  <a:srgbClr val="76B900"/>
                </a:solidFill>
                <a:latin typeface="+mj-lt"/>
              </a:rPr>
              <a:t>▸  </a:t>
            </a:r>
            <a:r>
              <a:rPr sz="1150" b="0" i="0">
                <a:solidFill>
                  <a:srgbClr val="111827"/>
                </a:solidFill>
                <a:latin typeface="+mj-lt"/>
              </a:rPr>
              <a:t>Multi-Agent Runtime</a:t>
            </a:r>
          </a:p>
        </p:txBody>
      </p:sp>
      <p:sp>
        <p:nvSpPr>
          <p:cNvPr id="569" name="Rounded Rectangle 568"/>
          <p:cNvSpPr/>
          <p:nvPr/>
        </p:nvSpPr>
        <p:spPr>
          <a:xfrm>
            <a:off x="7818120" y="1371600"/>
            <a:ext cx="3611880" cy="2249424"/>
          </a:xfrm>
          <a:prstGeom prst="roundRect">
            <a:avLst>
              <a:gd name="adj" fmla="val 5000"/>
            </a:avLst>
          </a:prstGeom>
          <a:solidFill>
            <a:srgbClr val="F8FAFC"/>
          </a:solidFill>
          <a:ln w="1270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70" name="Picture 569" descr="microsite-q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46236" y="1490472"/>
            <a:ext cx="1755648" cy="1755648"/>
          </a:xfrm>
          <a:prstGeom prst="rect">
            <a:avLst/>
          </a:prstGeom>
        </p:spPr>
      </p:pic>
      <p:sp>
        <p:nvSpPr>
          <p:cNvPr id="571" name="TextBox 570"/>
          <p:cNvSpPr txBox="1"/>
          <p:nvPr/>
        </p:nvSpPr>
        <p:spPr>
          <a:xfrm>
            <a:off x="7863840" y="3291840"/>
            <a:ext cx="352044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050" b="1" i="0">
                <a:solidFill>
                  <a:srgbClr val="475569"/>
                </a:solidFill>
                <a:latin typeface="+mj-lt"/>
              </a:rPr>
              <a:t>Scan to explore the complete project</a:t>
            </a:r>
          </a:p>
        </p:txBody>
      </p:sp>
      <p:sp>
        <p:nvSpPr>
          <p:cNvPr id="572" name="TextBox 571"/>
          <p:cNvSpPr txBox="1"/>
          <p:nvPr/>
        </p:nvSpPr>
        <p:spPr>
          <a:xfrm>
            <a:off x="914400" y="5440680"/>
            <a:ext cx="10360152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950" b="0" i="1">
                <a:solidFill>
                  <a:srgbClr val="64748B"/>
                </a:solidFill>
                <a:latin typeface="+mj-lt"/>
              </a:rPr>
              <a:t>Voice Chief of Staff, powered by a planned Gnani.ai speech integration, is part of our NVIDIA Open Hackathon implementation roadmap.</a:t>
            </a:r>
          </a:p>
        </p:txBody>
      </p:sp>
    </p:spTree>
    <p:extLst>
      <p:ext uri="{BB962C8B-B14F-4D97-AF65-F5344CB8AC3E}">
        <p14:creationId xmlns:p14="http://schemas.microsoft.com/office/powerpoint/2010/main" val="4044387299"/>
      </p:ext>
    </p:extLst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Title Only">
  <a:themeElements>
    <a:clrScheme name="Custom 15">
      <a:dk1>
        <a:srgbClr val="FFFFFF"/>
      </a:dk1>
      <a:lt1>
        <a:srgbClr val="000000"/>
      </a:lt1>
      <a:dk2>
        <a:srgbClr val="76B900"/>
      </a:dk2>
      <a:lt2>
        <a:srgbClr val="CDCDCD"/>
      </a:lt2>
      <a:accent1>
        <a:srgbClr val="008564"/>
      </a:accent1>
      <a:accent2>
        <a:srgbClr val="5D1682"/>
      </a:accent2>
      <a:accent3>
        <a:srgbClr val="890C58"/>
      </a:accent3>
      <a:accent4>
        <a:srgbClr val="5E5E5E"/>
      </a:accent4>
      <a:accent5>
        <a:srgbClr val="8C8C8C"/>
      </a:accent5>
      <a:accent6>
        <a:srgbClr val="0071C5"/>
      </a:accent6>
      <a:hlink>
        <a:srgbClr val="76B900"/>
      </a:hlink>
      <a:folHlink>
        <a:srgbClr val="76B90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Metadata/LabelInfo.xml><?xml version="1.0" encoding="utf-8"?>
<clbl:labelList xmlns:clbl="http://schemas.microsoft.com/office/2020/mipLabelMetadata">
  <clbl:label id="{87867195-f2b8-4ac2-b0b6-6bb73cb33afc}" enabled="1" method="Privileged" siteId="{72f988bf-86f1-41af-91ab-2d7cd011db47}" contentBits="0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81</TotalTime>
  <Words>3958</Words>
  <Application>Microsoft Office PowerPoint</Application>
  <PresentationFormat>Widescreen</PresentationFormat>
  <Paragraphs>467</Paragraphs>
  <Slides>28</Slides>
  <Notes>19</Notes>
  <HiddenSlides>0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28</vt:i4>
      </vt:variant>
    </vt:vector>
  </HeadingPairs>
  <TitlesOfParts>
    <vt:vector size="39" baseType="lpstr">
      <vt:lpstr>Corbel</vt:lpstr>
      <vt:lpstr>Arial</vt:lpstr>
      <vt:lpstr>NVIDIA Sans Medium</vt:lpstr>
      <vt:lpstr>NVIDIA Sans Light</vt:lpstr>
      <vt:lpstr>Wingdings</vt:lpstr>
      <vt:lpstr>NVIDIA Sans</vt:lpstr>
      <vt:lpstr>Calibri</vt:lpstr>
      <vt:lpstr>Roboto Mono</vt:lpstr>
      <vt:lpstr>Aptos</vt:lpstr>
      <vt:lpstr>Simple Light</vt:lpstr>
      <vt:lpstr>Title Only</vt:lpstr>
      <vt:lpstr>Signal-to-Action Agent </vt:lpstr>
      <vt:lpstr>PowerPoint Presentation</vt:lpstr>
      <vt:lpstr>TEAM INTRODUCTION</vt:lpstr>
      <vt:lpstr>PowerPoint Presentation</vt:lpstr>
      <vt:lpstr>AI Use Case</vt:lpstr>
      <vt:lpstr>PowerPoint Presentation</vt:lpstr>
      <vt:lpstr>PowerPoint Presentation</vt:lpstr>
      <vt:lpstr>PowerPoint Presentation</vt:lpstr>
      <vt:lpstr>The executive morning brief — live</vt:lpstr>
      <vt:lpstr>PowerPoint Presentation</vt:lpstr>
      <vt:lpstr>PowerPoint Presentation</vt:lpstr>
      <vt:lpstr>Tech Stack</vt:lpstr>
      <vt:lpstr>PowerPoint Presentation</vt:lpstr>
      <vt:lpstr>PowerPoint Presentation</vt:lpstr>
      <vt:lpstr>PowerPoint Presentation</vt:lpstr>
      <vt:lpstr>PowerPoint Presentation</vt:lpstr>
      <vt:lpstr>Every recommendation, fully explained</vt:lpstr>
      <vt:lpstr>PowerPoint Presentation</vt:lpstr>
      <vt:lpstr>PowerPoint Presentation</vt:lpstr>
      <vt:lpstr>Approved decisions become measured outcomes</vt:lpstr>
      <vt:lpstr>PowerPoint Presentation</vt:lpstr>
      <vt:lpstr>PowerPoint Presentation</vt:lpstr>
      <vt:lpstr>PowerPoint Presentation</vt:lpstr>
      <vt:lpstr>Road Map</vt:lpstr>
      <vt:lpstr>PowerPoint Presentation</vt:lpstr>
      <vt:lpstr>PowerPoint Presentation</vt:lpstr>
      <vt:lpstr>PowerPoint Presentation</vt:lpstr>
      <vt:lpstr>Need Help? Contact Us!!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Nidhiya V Raj</dc:creator>
  <cp:lastModifiedBy>Amit Pandey</cp:lastModifiedBy>
  <cp:revision>10</cp:revision>
  <dcterms:created xsi:type="dcterms:W3CDTF">2019-09-28T12:46:47Z</dcterms:created>
  <dcterms:modified xsi:type="dcterms:W3CDTF">2026-06-26T11:33:23Z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6b558183-044c-4105-8d9c-cea02a2a3d86_Enabled">
    <vt:lpwstr>True</vt:lpwstr>
  </property>
  <property fmtid="{D5CDD505-2E9C-101B-9397-08002B2CF9AE}" pid="3" name="MSIP_Label_6b558183-044c-4105-8d9c-cea02a2a3d86_SiteId">
    <vt:lpwstr>43083d15-7273-40c1-b7db-39efd9ccc17a</vt:lpwstr>
  </property>
  <property fmtid="{D5CDD505-2E9C-101B-9397-08002B2CF9AE}" pid="4" name="MSIP_Label_6b558183-044c-4105-8d9c-cea02a2a3d86_Owner">
    <vt:lpwstr>nidhiyar@nvidia.com</vt:lpwstr>
  </property>
  <property fmtid="{D5CDD505-2E9C-101B-9397-08002B2CF9AE}" pid="5" name="MSIP_Label_6b558183-044c-4105-8d9c-cea02a2a3d86_SetDate">
    <vt:lpwstr>2019-09-28T14:20:52.5765701Z</vt:lpwstr>
  </property>
  <property fmtid="{D5CDD505-2E9C-101B-9397-08002B2CF9AE}" pid="6" name="MSIP_Label_6b558183-044c-4105-8d9c-cea02a2a3d86_Name">
    <vt:lpwstr>Unrestricted</vt:lpwstr>
  </property>
  <property fmtid="{D5CDD505-2E9C-101B-9397-08002B2CF9AE}" pid="7" name="MSIP_Label_6b558183-044c-4105-8d9c-cea02a2a3d86_Application">
    <vt:lpwstr>Microsoft Azure Information Protection</vt:lpwstr>
  </property>
  <property fmtid="{D5CDD505-2E9C-101B-9397-08002B2CF9AE}" pid="8" name="MSIP_Label_6b558183-044c-4105-8d9c-cea02a2a3d86_ActionId">
    <vt:lpwstr>a107ad97-cbad-4e34-83f0-e134e89e228c</vt:lpwstr>
  </property>
  <property fmtid="{D5CDD505-2E9C-101B-9397-08002B2CF9AE}" pid="9" name="MSIP_Label_6b558183-044c-4105-8d9c-cea02a2a3d86_Extended_MSFT_Method">
    <vt:lpwstr>Automatic</vt:lpwstr>
  </property>
  <property fmtid="{D5CDD505-2E9C-101B-9397-08002B2CF9AE}" pid="10" name="Sensitivity">
    <vt:lpwstr>Unrestricted</vt:lpwstr>
  </property>
  <property fmtid="{D5CDD505-2E9C-101B-9397-08002B2CF9AE}" pid="11" name="ContentTypeId">
    <vt:lpwstr>0x0101006F0A470EEB1140E7AA14F4CE8A50B54C0001CB1477F4DD432AA86DD56CC3887AF400571D2A426BF4BD44854A199F0CB95243</vt:lpwstr>
  </property>
  <property fmtid="{D5CDD505-2E9C-101B-9397-08002B2CF9AE}" pid="12" name="SAEFSecurityClassification">
    <vt:lpwstr>1;#Confidential|e4bc29b2-6e76-48cc-b090-8b544c0802ae</vt:lpwstr>
  </property>
</Properties>
</file>